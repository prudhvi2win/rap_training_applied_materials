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57.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22"/>
  </p:notesMasterIdLst>
  <p:sldIdLst>
    <p:sldId id="256" r:id="rId4"/>
    <p:sldId id="402" r:id="rId5"/>
    <p:sldId id="276" r:id="rId6"/>
    <p:sldId id="420" r:id="rId7"/>
    <p:sldId id="4810" r:id="rId8"/>
    <p:sldId id="421" r:id="rId9"/>
    <p:sldId id="358" r:id="rId10"/>
    <p:sldId id="359" r:id="rId11"/>
    <p:sldId id="360" r:id="rId12"/>
    <p:sldId id="422" r:id="rId13"/>
    <p:sldId id="4809" r:id="rId14"/>
    <p:sldId id="423" r:id="rId15"/>
    <p:sldId id="375" r:id="rId16"/>
    <p:sldId id="4806" r:id="rId17"/>
    <p:sldId id="4807" r:id="rId18"/>
    <p:sldId id="4808" r:id="rId19"/>
    <p:sldId id="419" r:id="rId20"/>
    <p:sldId id="409" r:id="rId21"/>
  </p:sldIdLst>
  <p:sldSz cx="12188825" cy="6858000"/>
  <p:notesSz cx="6858000" cy="9144000"/>
  <p:embeddedFontLst>
    <p:embeddedFont>
      <p:font typeface="72" panose="020B0503030000000003" pitchFamily="34" charset="0"/>
      <p:regular r:id="rId23"/>
      <p:bold r:id="rId24"/>
      <p:italic r:id="rId25"/>
      <p:boldItalic r:id="rId26"/>
    </p:embeddedFont>
    <p:embeddedFont>
      <p:font typeface="72 Condensed" panose="020B0506030000000003" pitchFamily="34" charset="0"/>
      <p:regular r:id="rId27"/>
      <p:bold r:id="rId28"/>
    </p:embeddedFont>
    <p:embeddedFont>
      <p:font typeface="Arial Black" panose="020B0A04020102020204" pitchFamily="34" charset="0"/>
      <p:regular r:id="rId29"/>
      <p:bold r:id="rId30"/>
    </p:embeddedFont>
    <p:embeddedFont>
      <p:font typeface="Cambria" panose="02040503050406030204" pitchFamily="18" charset="0"/>
      <p:regular r:id="rId31"/>
      <p:bold r:id="rId32"/>
      <p:italic r:id="rId33"/>
      <p:boldItalic r:id="rId34"/>
    </p:embeddedFont>
    <p:embeddedFont>
      <p:font typeface="Cooper Black" panose="0208090404030B020404" pitchFamily="18" charset="0"/>
      <p:regular r:id="rId35"/>
    </p:embeddedFont>
    <p:embeddedFont>
      <p:font typeface="Corben" panose="020B0604020202020204" charset="0"/>
      <p:bold r:id="rId36"/>
    </p:embeddedFont>
    <p:embeddedFont>
      <p:font typeface="Open Sans" panose="020B0606030504020204" pitchFamily="34" charset="0"/>
      <p:regular r:id="rId37"/>
      <p:bold r:id="rId38"/>
      <p:italic r:id="rId39"/>
      <p:boldItalic r:id="rId40"/>
    </p:embeddedFont>
    <p:embeddedFont>
      <p:font typeface="Quattrocento Sans" panose="020B0502050000020003" pitchFamily="34" charset="0"/>
      <p:regular r:id="rId41"/>
      <p:bold r:id="rId42"/>
      <p:italic r:id="rId43"/>
      <p:boldItalic r:id="rId44"/>
    </p:embeddedFont>
    <p:embeddedFont>
      <p:font typeface="Segoe UI" panose="020B0502040204020203" pitchFamily="34" charset="0"/>
      <p:regular r:id="rId45"/>
      <p:bold r:id="rId46"/>
      <p:italic r:id="rId47"/>
      <p:boldItalic r:id="rId48"/>
    </p:embeddedFont>
    <p:embeddedFont>
      <p:font typeface="Segoe UI Light" panose="020B0502040204020203" pitchFamily="34" charset="0"/>
      <p:regular r:id="rId49"/>
      <p: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18.xml"/><Relationship Id="rId34" Type="http://schemas.openxmlformats.org/officeDocument/2006/relationships/font" Target="fonts/font12.fntdata"/><Relationship Id="rId42" Type="http://schemas.openxmlformats.org/officeDocument/2006/relationships/font" Target="fonts/font20.fntdata"/><Relationship Id="rId47" Type="http://schemas.openxmlformats.org/officeDocument/2006/relationships/font" Target="fonts/font25.fntdata"/><Relationship Id="rId50" Type="http://schemas.openxmlformats.org/officeDocument/2006/relationships/font" Target="fonts/font28.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7.fntdata"/><Relationship Id="rId11" Type="http://schemas.openxmlformats.org/officeDocument/2006/relationships/slide" Target="slides/slide8.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 Type="http://schemas.openxmlformats.org/officeDocument/2006/relationships/slide" Target="slides/slide2.xml"/><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9.fntdata"/><Relationship Id="rId44" Type="http://schemas.openxmlformats.org/officeDocument/2006/relationships/font" Target="fonts/font22.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48" Type="http://schemas.openxmlformats.org/officeDocument/2006/relationships/font" Target="fonts/font26.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schemas.openxmlformats.org/officeDocument/2006/relationships/font" Target="fonts/font24.fntdata"/><Relationship Id="rId20" Type="http://schemas.openxmlformats.org/officeDocument/2006/relationships/slide" Target="slides/slide17.xml"/><Relationship Id="rId41"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 Id="rId15" Type="http://schemas.openxmlformats.org/officeDocument/2006/relationships/slide" Target="slides/slide12.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font" Target="fonts/font27.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2.157"/>
    </inkml:context>
    <inkml:brush xml:id="br0">
      <inkml:brushProperty name="width" value="0.05" units="cm"/>
      <inkml:brushProperty name="height" value="0.05" units="cm"/>
    </inkml:brush>
  </inkml:definitions>
  <inkml:trace contextRef="#ctx0" brushRef="#br0">3551 530 24575,'0'-3'0,"-1"-1"0,0 1 0,0 0 0,0 0 0,0 0 0,0 0 0,-1 0 0,1 0 0,-5-4 0,-1-6 0,-28-56 0,-49-89 0,78 150 0,0-1 0,0 1 0,-1 1 0,0-1 0,0 1 0,-1 1 0,0-1 0,0 1 0,0 0 0,-1 1 0,0 0 0,0 0 0,0 1 0,-1 1 0,1-1 0,-1 1 0,-19-3 0,-7 2 0,0 1 0,-1 1 0,-61 7 0,-12 5-232,-167 38 0,-102 52-232,221-53 464,-167 76 0,252-90 0,1 3 0,2 3 0,2 4 0,-85 68 0,120-84-24,2 2-1,1 1 1,2 2 0,1 0 0,1 2-1,-40 71 1,53-80 10,1 0 0,2 0 0,0 2-1,2-1 1,1 1 0,1 0 0,1 0 0,2 1 0,1-1 0,0 1-1,5 42 1,1-40 14,1-1 0,1 0 0,1 0 0,2 0 0,1-1 0,1-1 0,1 1 0,2-2 0,22 33 0,-13-26 0,2-2 0,1 0 0,2-2 0,1 0 0,1-2 0,44 30 0,-23-23 141,30 24 690,-78-55-804,0-1 1,0 1-1,-1-1 1,1 1-1,-1 0 1,4 5-1,-6-8-24,1 1-1,-1 0 1,0-1-1,0 1 1,0 0-1,1-1 1,-1 1-1,0 0 1,0 0-1,0-1 1,0 1-1,0 0 1,0-1-1,0 1 1,0 0-1,-1-1 0,1 1 1,0 0-1,0 0 1,-1-1-1,1 1 1,0-1-1,-1 1 1,1 0-1,0-1 1,-1 1-1,1-1 1,-1 1-1,1-1 1,-1 1-1,1-1 1,-1 1-1,1-1 0,-1 0 1,0 1-1,1-1 1,-1 0-1,0 1 1,1-1-1,-1 0 1,0 0-1,-14 6-2,0-1 0,0-1 0,-1 0 0,1-2 0,-21 2 0,-6 2 0,-66 12-55,0 5-1,-132 46 0,180-47 5,0 3-1,1 3 0,2 2 0,1 2 1,-66 51-1,73-44 39,3 2 0,1 2 0,3 2 0,1 1 0,2 3 0,3 1 0,-55 98 0,70-107 16,3 1 0,1 0 0,2 2-1,-15 73 1,24-83-4,2 1 1,1 0-1,1 0 0,3 0 0,0-1 0,11 57 1,-6-63 0,1-2 0,1 1 0,1-1 0,2 0 0,0-1 0,2 0 0,19 27 0,-12-22 0,3-2 0,0 0 0,2-2 0,55 46 0,-28-34 0,1-2 0,2-2 0,2-3 0,1-3 0,117 41 0,-95-46 165,89 14 1,34 9 75,-175-37-241,0 1 0,-1 1 0,-1 2 0,0 1 0,0 0 0,-2 2 0,0 1 0,41 38 0,-26-16 0,-2 2 0,-2 1 0,55 86 0,-29-29 0,-14-21 0,81 102 0,-109-157 0,1-1 0,1-1 0,1-1 0,1-1 0,0-1 0,1-1 0,1-1 0,42 19 0,-40-23 2,0-2 0,0-2-1,1 0 1,0-2 0,1-1-1,-1-1 1,45 0 0,-34-5 0,-1-1 0,0-3 1,0 0-1,0-3 0,41-14 1,-20 1-23,-1-3 1,-1-2-1,-1-3 1,-2-2-1,-1-2 1,88-74-1,189-213-513,-213 200 520,-103 105 13,10-9 0,43-35 0,-61 54 0,0 0 0,1 1 0,0 0 0,0 0 0,0 0 0,0 1 0,1 0 0,-1 1 0,1-1 0,0 1 0,-1 1 0,14-1 0,-16 2 14,-1 1 0,1-1-1,0 1 1,-1 1 0,1-1 0,-1 1-1,1-1 1,-1 1 0,0 1-1,1-1 1,-1 0 0,-1 1-1,1 0 1,0 0 0,-1 0-1,7 7 1,4 7 105,-1 0 0,17 29 0,-8-11-54,-1-7-65,0-1 0,2-1 0,0-1 0,2-1 0,1-1 0,1-1 0,0-2 0,2-1 0,0-1 0,1-1 0,1-2 0,57 20 0,-35-19 0,1-2 0,1-2 0,0-3 0,89 3 0,-63-11 0,1-4 0,122-19 0,-113 5 0,153-51 0,78-54 0,-7 3 0,-281 108 0,0 2 0,1 1 0,0 1 0,44-2 0,-52 8 0,0 1 0,0 2 0,-1 0 0,1 2 0,-1 1 0,32 10 0,65 27 0,-57-18 0,87 19 0,-90-31-18,1-4-1,1-2 1,-1-3-1,106-8 1,-82-5-50,-2-4 1,157-45-1,-108 14-34,133-65 1,113-82 8,180-142 93,-533 316 74,-1-1 0,0-2 0,39-39 0,-57 50-50,1-1 1,-1-1 0,-1 1-1,0-2 1,-1 1 0,0-1-1,-1 0 1,-1 0-1,0-1 1,0 0 0,2-14-1,-3-1-24,-1-1 0,-2 1 0,-1-1 0,-1 1 0,-1 0 0,-2-1 0,-1 1 0,-1 0 0,-18-50 0,-7 0 0,-3 1 0,-49-83 0,28 68-66,-3 2-1,-4 3 1,-3 3-1,-112-112 1,119 140 18,-3 4 1,-1 2 0,-3 3-1,-2 3 1,-2 2-1,-118-53 1,140 78 47,0 1 0,0 2 0,-2 3 0,1 2 0,-2 1 0,1 3 0,-1 2 0,-59 4 0,90 1 40,9 0 33,-1 0 0,1-1 0,-1 0 1,-12-3-1,21 3-66,1 0 1,-1 0-1,1-1 0,-1 1 1,1 0-1,-1-1 1,1 1-1,-1-1 0,1 0 1,0 0-1,-1 1 0,1-1 1,0 0-1,0 0 1,0 0-1,-1 0 0,1 0 1,0-1-1,0 1 1,0 0-1,1 0 0,-1-1 1,0 1-1,0-1 0,1 1 1,-1 0-1,1-1 1,-1 1-1,1-1 0,0 1 1,0-1-1,-1 0 0,1 1 1,0-3-1,3-9-7,-1 0 0,2 0 0,-1 0 0,2 1 0,0 0 0,0-1 0,8-10 0,10-27 0,-4 3 0,-3-2 0,-1 0 0,-3 0 0,11-93 0,-22 116 0,0 0 0,-2 0 0,0 1 0,-10-46 0,7 55 0,-1-1 0,0 1 0,-1 0 0,-1 0 0,0 0 0,-2 1 0,-19-28 0,18 30 2,-2 1 0,1-1-1,-2 2 1,1 0 0,-2 0-1,1 1 1,-18-9 0,8 6 1,-1 2 0,0 1-1,0 1 1,-27-6 0,-22 0-47,0 3 0,-93-4 1,159 16 35,-294-14-233,-2 0 23,3-23 123,270 31 128,0-1-1,1-1 0,0-2 1,0 0-1,-45-25 0,60 26-2,-1 0 0,2-1 0,-1-1 0,1 0 0,1-1 0,0 0 0,0-1 0,1 0 0,1-1 0,1 0 0,-14-24 0,-21-63 71,31 66-93,-2 1 1,-1 1 0,-36-55 0,46 80-11,-1-1 1,0 1 0,0 1-1,-1-1 1,0 1 0,0 1-1,-1-1 1,1 1 0,-2 1-1,1 0 1,0 0-1,-1 1 1,0 0 0,0 0-1,0 1 1,-1 1 0,-16-3-1,0 3 2,-1 2 0,1 0 0,0 2 0,-32 6 0,-110 29 0,117-24 0,-17 4 0,-180 36 0,215-48 0,0-2 0,1-1 0,-1-2 0,0-1 0,-48-8 0,69 7 0,0-1 0,1-1 0,0 0 0,0-1 0,0 0 0,0 0 0,-14-11 0,10 5 0,0-2 0,0 0 0,-25-29 0,29 29 0,-1 0 0,0 1 0,-1 1 0,-1 0 0,1 1 0,-2 0 0,1 2 0,-1-1 0,-1 2 0,0 0 0,0 1 0,0 1 0,0 0 0,-1 2 0,0 0 0,0 1 0,-34 0 0,9 3 43,1 2 0,0 1-1,0 3 1,0 1 0,1 2-1,0 2 1,-54 24 0,65-23-199,1 1 1,1 2 0,0 1 0,1 1 0,1 1 0,1 1 0,1 1-1,1 2 1,0 0 0,-23 33 0,9 0-6671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3.370"/>
    </inkml:context>
    <inkml:brush xml:id="br0">
      <inkml:brushProperty name="width" value="0.05" units="cm"/>
      <inkml:brushProperty name="height" value="0.05" units="cm"/>
    </inkml:brush>
  </inkml:definitions>
  <inkml:trace contextRef="#ctx0" brushRef="#br0">513 216 24575,'-19'-39'0,"9"17"0,0 1 0,-2 1 0,-25-35 0,33 50 0,0 0 0,-1 0 0,0 1 0,0-1 0,0 1 0,-1 0 0,1 1 0,-1-1 0,0 1 0,0 0 0,0 1 0,0 0 0,0-1 0,0 2 0,-1-1 0,1 1 0,-1 0 0,-8 0 0,3 1 0,1 1 0,-1 1 0,1 0 0,-1 0 0,1 1 0,0 1 0,0 0 0,0 0 0,0 1 0,1 1 0,-1 0 0,2 0 0,-1 1 0,-14 13 0,9-8 0,2 2 0,0 0 0,0 0 0,1 2 0,1-1 0,1 1 0,0 1 0,-9 21 0,16-31 0,0 0 0,1 0 0,0 0 0,0 0 0,1 1 0,0-1 0,0 1 0,1-1 0,-1 0 0,2 9 0,0-13 0,-1 0 0,1 0 0,0 0 0,-1 0 0,1-1 0,1 1 0,-1 0 0,0 0 0,1-1 0,-1 1 0,1-1 0,0 0 0,0 1 0,0-1 0,0 0 0,0 0 0,0 0 0,0 0 0,1 0 0,-1-1 0,1 1 0,0-1 0,-1 0 0,1 1 0,0-1 0,0 0 0,4 0 0,3 1 0,-1-1 0,1-1 0,-1 0 0,1 0 0,-1-1 0,1 0 0,-1 0 0,1-1 0,-1-1 0,15-5 0,7-4 0,48-27 0,-37 14 0,-26 14 0,0 2 0,20-9 0,-35 17 0,0 1 0,0-1 0,1 1 0,-1 0 0,0 0 0,0-1 0,0 1 0,0 0 0,1 0 0,-1 0 0,0 0 0,0 0 0,0 0 0,0 1 0,0-1 0,1 0 0,-1 1 0,0-1 0,0 1 0,0-1 0,0 1 0,0-1 0,0 1 0,0 0 0,0-1 0,0 1 0,0 0 0,-1 0 0,1 0 0,0-1 0,0 1 0,-1 0 0,1 0 0,-1 0 0,1 0 0,0 0 0,-1 1 0,0-1 0,1 0 0,-1 0 0,0 0 0,1 2 0,1 7 0,0 0 0,-1 1 0,1 19 0,-2-17 0,5 57 0,8 173 0,-12-171 0,-12 96 0,11-160 0,-2 0 0,1 0 0,-1 0 0,0-1 0,-1 1 0,1-1 0,-1 0 0,-1 0 0,0 0 0,0 0 0,-5 7 0,6-11 0,0 0 0,0 0 0,-1 0 0,1 0 0,-1-1 0,0 1 0,0-1 0,0 0 0,0 0 0,0 0 0,0-1 0,0 1 0,0-1 0,-1 0 0,1 0 0,-1 0 0,1-1 0,-1 0 0,1 0 0,-9-1 0,1 0 0,0-2 0,0 1 0,0-2 0,0 0 0,1 0 0,-1-1 0,1 0 0,1-1 0,-1 0 0,1-1 0,0 0 0,0 0 0,1-1 0,0-1 0,-15-17 0,14 14 0,1 0 0,0-1 0,1 0 0,0-1 0,1 0 0,0 0 0,1-1 0,1 1 0,1-1 0,0-1 0,0 1 0,0-16 0,3 21 0,1 1 0,0-1 0,0 0 0,1 1 0,1-1 0,-1 1 0,2-1 0,-1 1 0,1 0 0,5-10 0,-5 12 0,1 0 0,0 1 0,0 0 0,1 0 0,0 0 0,0 0 0,0 1 0,1 0 0,-1 0 0,1 0 0,1 1 0,-1-1 0,10-3 0,2 0-227,1 1-1,0 0 1,0 2-1,1 0 1,31-3-1,-6 4-6598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3.598"/>
    </inkml:context>
    <inkml:brush xml:id="br0">
      <inkml:brushProperty name="width" value="0.05" units="cm"/>
      <inkml:brushProperty name="height" value="0.05" units="cm"/>
    </inkml:brush>
  </inkml:definitions>
  <inkml:trace contextRef="#ctx0" brushRef="#br0">1 32 24575,'0'-3'0,"0"-4"0,0-4 0,0 3 0,0 6 0,0 9 0,0 10 0,0 9 0,0 9 0,3 7 0,1 4 0,0 3 0,2 0 0,0-3 0,3-6 0,-1-6 0,-1-10-8191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3.723"/>
    </inkml:context>
    <inkml:brush xml:id="br0">
      <inkml:brushProperty name="width" value="0.05" units="cm"/>
      <inkml:brushProperty name="height" value="0.05" units="cm"/>
    </inkml:brush>
  </inkml:definitions>
  <inkml:trace contextRef="#ctx0" brushRef="#br0">50 63 24575,'-3'-6'0,"-4"-8"0,-4-3 0,-4 3 0,2 3-8191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3.971"/>
    </inkml:context>
    <inkml:brush xml:id="br0">
      <inkml:brushProperty name="width" value="0.05" units="cm"/>
      <inkml:brushProperty name="height" value="0.05" units="cm"/>
    </inkml:brush>
  </inkml:definitions>
  <inkml:trace contextRef="#ctx0" brushRef="#br0">0 31 24575,'4'0'0,"-1"-1"0,0 0 0,0 0 0,0 0 0,0-1 0,0 1 0,-1 0 0,1-1 0,3-2 0,14-7 0,-18 10 0,1 0 0,-1 0 0,0 1 0,1-1 0,-1 1 0,0-1 0,1 1 0,-1 0 0,0 0 0,1 0 0,-1 0 0,1 0 0,-1 1 0,0-1 0,1 1 0,-1 0 0,0-1 0,0 1 0,1 0 0,-1 0 0,0 0 0,0 1 0,0-1 0,0 0 0,0 1 0,-1 0 0,1-1 0,0 1 0,-1 0 0,1 0 0,-1 0 0,0 0 0,2 3 0,2 5 0,0 0 0,-1 1 0,-1-1 0,0 1 0,4 21 0,0 18 0,1 102 0,-15 54 0,1-89 0,2-32 0,0-15 0,9 131 0,1-166-1365,2-10-5461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4.122"/>
    </inkml:context>
    <inkml:brush xml:id="br0">
      <inkml:brushProperty name="width" value="0.05" units="cm"/>
      <inkml:brushProperty name="height" value="0.05" units="cm"/>
    </inkml:brush>
  </inkml:definitions>
  <inkml:trace contextRef="#ctx0" brushRef="#br0">71 178 24575,'-6'-6'0,"-8"-8"0,-6-6 0,2-1 0,6-1 0,12 0 0,15 4 0,20 5 0,21 2 0,19 2 0,16 3 0,10 3 0,5 1 0,-1-1 0,-8-1 0,-21 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5.852"/>
    </inkml:context>
    <inkml:brush xml:id="br0">
      <inkml:brushProperty name="width" value="0.05" units="cm"/>
      <inkml:brushProperty name="height" value="0.05" units="cm"/>
    </inkml:brush>
  </inkml:definitions>
  <inkml:trace contextRef="#ctx0" brushRef="#br0">94 230 24575,'1'-4'0,"-1"1"0,1-1 0,0 0 0,0 0 0,0 1 0,1-1 0,-1 1 0,1-1 0,0 1 0,0 0 0,0-1 0,0 1 0,0 0 0,1 0 0,-1 1 0,1-1 0,0 1 0,0-1 0,3-1 0,-4 2 0,-1 1 0,1 0 0,0 0 0,-1 0 0,1 1 0,0-1 0,0 0 0,-1 0 0,1 1 0,0-1 0,0 1 0,0 0 0,0 0 0,0 0 0,0-1 0,0 2 0,0-1 0,0 0 0,-1 0 0,1 1 0,0-1 0,0 1 0,0-1 0,0 1 0,-1 0 0,1 0 0,0 0 0,-1 0 0,1 0 0,0 0 0,-1 0 0,1 0 0,-1 1 0,0-1 0,0 0 0,1 1 0,-1 0 0,1 2 0,3 4 0,-1 0 0,-1 0 0,1 1 0,-1-1 0,3 18 0,5 49 0,-8-47 0,11 119 0,-6 2 0,-13 163 0,-5-190 0,-39 190 0,-65 109 0,107-398 0,4-15 0,0-1 0,0 1 0,1 1 0,0-1 0,1 0 0,0 0 0,0 12 0,1-19 0,0 0 0,0-1 0,0 1 0,0 0 0,1 0 0,-1 0 0,0 0 0,1 0 0,-1 0 0,0 0 0,1-1 0,-1 1 0,1 0 0,-1 0 0,1 0 0,0-1 0,-1 1 0,1 0 0,0-1 0,0 1 0,-1-1 0,1 1 0,0-1 0,0 1 0,0-1 0,0 1 0,-1-1 0,1 0 0,0 0 0,0 1 0,0-1 0,0 0 0,0 0 0,0 0 0,0 0 0,1 0 0,4 0 0,1-1 0,-1 0 0,0 0 0,9-3 0,-10 3 0,134-35 0,1 7 0,152-11 0,524 3-1159,-590 32 657,239-6-1371,845-40 853,-807-6 444,-341 27 2782,166-54 1,-319 82-2092,-2 0-40,0 0 0,0-1 0,0 1 0,-1-1 0,9-5 0,-14 7-69,0 0 0,0 1 0,0-1 0,-1 0 0,1 1 0,0-1 0,-1 0 0,1 0 0,0 0 0,-1 0 0,1 1 0,-1-1 0,1 0 0,-1 0 0,0 0 0,1 0 0,-1 0 0,0-1 0,0 0-4,0 1 0,0 0 0,-1-1 0,1 1 1,0 0-1,-1-1 0,1 1 0,-1 0 0,1-1 0,-1 1 0,0 0 0,1 0 1,-1 0-1,0 0 0,0 0 0,0 0 0,-1-2 0,-11-8-2,-1-1 0,-16-10 0,17 13 0,0 0 0,1-1 0,-17-17 0,23 19 0,0 0 0,0 0 0,1-1 0,0 1 0,0-1 0,1 0 0,0-1 0,1 1 0,0-1 0,0 1 0,1-1 0,1 0 0,-1 0 0,1 0 0,1-12 0,3-11 0,0 1 0,2-1 0,13-41 0,-16 65 0,18-92 0,-4 0 0,-4-1 0,-4-186 0,-5 230 0,2 0 0,21-95 0,-13 85 0,-12 64 0,0 0 0,-1 0 0,1 0 0,-1 0 0,0 0 0,0 0 0,0 0 0,-1 0 0,1 0 0,-1 0 0,0 0 0,0 0 0,-1 0 0,1 0 0,-4-6 0,3 7 0,-1 1 0,1-1 0,-1 0 0,0 1 0,0 0 0,1 0 0,-1 0 0,-1 0 0,1 0 0,0 1 0,0-1 0,-1 1 0,1 0 0,-1 0 0,1 0 0,-1 0 0,-6 0 0,-46-3 0,-95 6 0,55 0 0,-675-9-679,-495 11-756,411 46 1484,7 52-658,824-98 629,-150 28-46,129-22 478,-77 29-1,117-36-239,-1-1 1,1 1-1,0-1 0,-9 8 1,13-10-200,1 1 1,-1-1-1,1 1 1,-1-1-1,1 0 1,-1 1-1,1-1 1,-1 1-1,1-1 1,0 1-1,-1-1 1,1 1-1,0 0 1,-1-1-1,1 1 1,0-1-1,-1 1 1,1 0-1,0-1 1,0 1-1,0 0 1,0-1-1,0 1 1,0 0-1,0-1 1,0 1-1,0 0 1,0-1-1,0 1 1,0 0-1,0-1 1,1 1-1,-1 0 1,0-1-1,0 1 1,1-1-1,-1 1 1,0 0-1,1-1 1,-1 1-1,1-1 1,-1 1-1,1-1 1,-1 0-1,1 1 1,-1-1-1,1 1 1,-1-1-1,1 0 1,0 1-1,-1-1 1,2 0-1,3 3-208,0-1 0,0 0 0,0-1 0,0 0 0,0 1 0,9-1 0,12 2-6631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6.295"/>
    </inkml:context>
    <inkml:brush xml:id="br0">
      <inkml:brushProperty name="width" value="0.05" units="cm"/>
      <inkml:brushProperty name="height" value="0.05" units="cm"/>
    </inkml:brush>
  </inkml:definitions>
  <inkml:trace contextRef="#ctx0" brushRef="#br0">16 203 24575,'-1'0'0,"0"1"0,0-1 0,0 0 0,1 1 0,-1-1 0,0 0 0,0 1 0,1-1 0,-1 1 0,0-1 0,1 1 0,-1 0 0,1-1 0,-1 1 0,1-1 0,-1 1 0,1 0 0,-1 0 0,1-1 0,-1 1 0,1 0 0,0 0 0,0-1 0,-1 1 0,1 0 0,0 0 0,0 0 0,0 0 0,0-1 0,0 1 0,0 0 0,0 0 0,0 0 0,0 1 0,4 31 0,23 85 0,2 7 0,-25-109 0,-1 1 0,-1 0 0,1 21 0,2-87 0,2 0 0,19-68 0,43-92 0,-63 192 0,4-9 0,14-30 0,-21 51 0,0-1 0,0 0 0,1 1 0,0 0 0,0 0 0,0 0 0,0 0 0,1 1 0,0 0 0,0 0 0,5-4 0,8 2-1365,-2 6-5461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6.710"/>
    </inkml:context>
    <inkml:brush xml:id="br0">
      <inkml:brushProperty name="width" value="0.05" units="cm"/>
      <inkml:brushProperty name="height" value="0.05" units="cm"/>
    </inkml:brush>
  </inkml:definitions>
  <inkml:trace contextRef="#ctx0" brushRef="#br0">5 221 24575,'23'0'0,"96"-1"0,-106 1 0,0-2 0,0 1 0,0-2 0,-1 0 0,1 0 0,-1-1 0,0-1 0,12-6 0,-21 10 0,0-1 0,0 0 0,0 0 0,0 0 0,0-1 0,-1 1 0,1-1 0,-1 1 0,1-1 0,-1 0 0,0 0 0,0 0 0,-1 0 0,1 0 0,-1 0 0,1-1 0,-1 1 0,0 0 0,0-1 0,0 1 0,-1-1 0,1 1 0,-1-1 0,0 1 0,0-1 0,0 0 0,-1 1 0,1-1 0,-1 1 0,-1-5 0,0 2 0,0 1 0,0 0 0,-1 0 0,0 0 0,0 0 0,0 1 0,0-1 0,-1 1 0,0 0 0,0 0 0,0 0 0,0 0 0,-1 1 0,1-1 0,-1 1 0,0 0 0,0 1 0,-9-4 0,8 4 0,0 0 0,1 0 0,-1 1 0,-1 0 0,1 0 0,0 1 0,0-1 0,0 1 0,0 1 0,0-1 0,0 1 0,0 0 0,0 0 0,0 1 0,0 0 0,0 0 0,-10 6 0,8-4 0,1 1 0,0 0 0,0 1 0,0-1 0,1 2 0,0-1 0,0 0 0,1 1 0,-1 0 0,1 1 0,1-1 0,-5 10 0,3-4 0,1 0 0,0 0 0,1 1 0,0 0 0,1 0 0,1 0 0,0 0 0,1 0 0,1 0 0,0 1 0,0-1 0,2 0 0,0 0 0,7 27 0,-6-31 0,1 1 0,0-1 0,0 0 0,1 0 0,1 0 0,0-1 0,0 0 0,1 0 0,0-1 0,0 1 0,1-1 0,0-1 0,0 0 0,1 0 0,0 0 0,0-1 0,1-1 0,-1 0 0,19 7 0,-12-7-273,0 0 0,0-2 0,1 0 0,30 2 0,5-5-6553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7.134"/>
    </inkml:context>
    <inkml:brush xml:id="br0">
      <inkml:brushProperty name="width" value="0.05" units="cm"/>
      <inkml:brushProperty name="height" value="0.05" units="cm"/>
    </inkml:brush>
  </inkml:definitions>
  <inkml:trace contextRef="#ctx0" brushRef="#br0">79 462 24575,'0'-22'0,"-1"0"0,-2 1 0,-5-28 0,5 38 0,0 1 0,0 0 0,-1 0 0,0 0 0,0 0 0,-1 1 0,-1 0 0,-10-14 0,16 22 0,-1 0 0,0 0 0,1 0 0,-1 1 0,0-1 0,0 0 0,1 0 0,-1 0 0,0 1 0,0-1 0,0 1 0,0-1 0,0 1 0,0-1 0,-2 0 0,3 1 0,0 1 0,-1-1 0,1 0 0,0 0 0,0 1 0,-1-1 0,1 0 0,0 0 0,0 1 0,-1-1 0,1 0 0,0 1 0,0-1 0,0 0 0,0 1 0,0-1 0,0 0 0,0 1 0,-1-1 0,1 0 0,0 1 0,0-1 0,0 0 0,0 1 0,0-1 0,1 1 0,-1-1 0,0 0 0,0 1 0,9 36 0,47 170 0,-49-175 0,-3 1 0,0-1 0,-3 1 0,-2 49 0,-3-67 0,3-15 0,1 0 0,0 0 0,0 0 0,0 0 0,0 1 0,0-1 0,-1 0 0,1 0 0,0 0 0,0 0 0,0 0 0,-1 0 0,1 0 0,0 0 0,0 0 0,0 0 0,0 0 0,-1 0 0,1 0 0,0 0 0,0 0 0,0 0 0,-1 0 0,1 0 0,0 0 0,0 0 0,0-1 0,0 1 0,-1 0 0,1 0 0,0 0 0,0 0 0,0 0 0,0 0 0,0 0 0,-1-1 0,1 1 0,0 0 0,-2-3 0,0 1 0,1-1 0,-1 0 0,1 0 0,-1 0 0,1 0 0,-1-3 0,-13-48 0,3-1 0,2-1 0,3 0 0,2 0 0,2 0 0,6-60 0,-2 94 0,1 0 0,2 0 0,0 0 0,1 0 0,9-21 0,-12 37 0,1-1 0,0 1 0,1 0 0,-1 0 0,1 0 0,0 1 0,1-1 0,9-8 0,-11 11 0,1 0 0,0 1 0,-1 0 0,1 0 0,0 0 0,0 0 0,0 0 0,0 1 0,0 0 0,0 0 0,1 0 0,-1 0 0,0 1 0,1-1 0,6 1 0,-4 1 0,1 1 0,0-1 0,-1 1 0,0 0 0,1 1 0,-1 0 0,0 0 0,0 0 0,0 1 0,-1 0 0,1 0 0,-1 1 0,0 0 0,-1 0 0,1 0 0,-1 1 0,0 0 0,0 0 0,0 0 0,-1 1 0,5 9 0,-6-10 0,1 0 0,-1 1 0,-1-1 0,1 1 0,-1 0 0,0 0 0,-1 0 0,1 0 0,-1 0 0,-1 0 0,0 0 0,0 0 0,0 0 0,-1 0 0,1 0 0,-2 0 0,1 0 0,-1 0 0,0 0 0,-1 0 0,1-1 0,-1 1 0,-5 7 0,1-5-91,-1 0 0,0-1 0,0 0 0,-1 0 0,1-1 0,-2 0 0,1-1 0,-1 0 0,0 0 0,0-1 0,-1 0 0,1-1 0,-1 0 0,-21 4 0,7-3-6735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7.454"/>
    </inkml:context>
    <inkml:brush xml:id="br0">
      <inkml:brushProperty name="width" value="0.05" units="cm"/>
      <inkml:brushProperty name="height" value="0.05" units="cm"/>
    </inkml:brush>
  </inkml:definitions>
  <inkml:trace contextRef="#ctx0" brushRef="#br0">93 7 24575,'13'-6'0,"-12"8"0,-6 4 0,-9 7 0,6-8 0,1 1 0,0 0 0,1 0 0,0 1 0,0 0 0,0 0 0,0 1 0,1 0 0,1-1 0,-1 2 0,-6 16 0,9-15 0,-1 1 0,1 0 0,0-1 0,1 1 0,1 0 0,0 0 0,0 0 0,1 0 0,0 0 0,1 0 0,0-1 0,5 15 0,-4-18 0,-1 0 0,1-1 0,1 1 0,-1-1 0,1 0 0,0 0 0,1 0 0,0 0 0,-1-1 0,2 0 0,-1 0 0,0 0 0,1-1 0,0 0 0,0 0 0,0 0 0,1-1 0,0 0 0,9 4 0,-2-4 0,0 0 0,0 0 0,0-1 0,0-1 0,1-1 0,-1 0 0,0-1 0,0 0 0,0-1 0,0 0 0,0-1 0,16-6 0,-19 5 0,0 0 0,-1 0 0,1-1 0,-1-1 0,0 0 0,0 0 0,-1-1 0,0 0 0,0 0 0,0-1 0,-1 0 0,0-1 0,-1 0 0,0 0 0,8-14 0,-12 17 0,-1 1 0,1 0 0,-1-1 0,0 0 0,-1 1 0,1-1 0,-1 0 0,0 0 0,-1 0 0,0 0 0,1 1 0,-2-1 0,1 0 0,-1 0 0,0 0 0,0 0 0,-1 0 0,1 1 0,-1-1 0,0 1 0,-1-1 0,0 1 0,0 0 0,0 0 0,0 0 0,-1 0 0,1 1 0,-1-1 0,-5-4 0,-1 1 0,0 0 0,0 0 0,0 1 0,-1 0 0,0 0 0,-1 2 0,1-1 0,-1 1 0,0 1 0,0 0 0,-1 1 0,-19-3 0,-26 3-1365,5 5-5461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9.473"/>
    </inkml:context>
    <inkml:brush xml:id="br0">
      <inkml:brushProperty name="width" value="0.05" units="cm"/>
      <inkml:brushProperty name="height" value="0.05" units="cm"/>
    </inkml:brush>
  </inkml:definitions>
  <inkml:trace contextRef="#ctx0" brushRef="#br0">496 888 24575,'16'-15'0,"0"0"0,1 1 0,1 1 0,24-14 0,-40 25 0,0 1 0,0 0 0,0 0 0,0 0 0,0 1 0,0-1 0,0 0 0,1 1 0,-1-1 0,0 1 0,0 0 0,0 0 0,1 0 0,-1 0 0,0 0 0,0 0 0,0 1 0,1-1 0,-1 1 0,0-1 0,0 1 0,0 0 0,0 0 0,0 0 0,0 0 0,0 0 0,0 0 0,-1 1 0,1-1 0,0 1 0,-1-1 0,1 1 0,1 1 0,1 5 0,1-1 0,-1 1 0,0-1 0,-1 1 0,0 0 0,0 0 0,3 13 0,3 24 20,-2 0-1,4 73 1,-11 98-312,-32 308-1616,-26 2 351,-166 964 1557,-68-309-1259,276-1128 1242,-61 238-461,65-236 504,3 1 1,2-1-1,1 73 0,6-112 133,1-1 1,1 0-1,0 0 1,1 0 0,0 0-1,1-1 1,1 1-1,8 16 1,-9-23-23,1 1 0,1-1 1,-1 0-1,2 0 0,-1 0 0,1-1 1,0 0-1,0 0 0,0-1 0,1 0 1,0 0-1,1-1 0,14 7 0,-3-3-9,-1-2-1,2 0 1,-1-2-1,1 0 1,24 2-1,111 3 336,-140-10-458,770-24-2128,-564 12 1422,-36 2 131,1781-85-4029,1 42 2870,-872 52 1106,472-7-447,-1103-13 1933,-327 7-87,181-40 0,-270 43 198,0-2-1,-1-2 1,62-29 0,-96 37-689,0 0 0,-1-1 1,0-1-1,0 0 0,0 0 1,-2-1-1,1-1 1,-1 0-1,0-1 0,-1 0 1,-1 0-1,0-1 1,-1 0-1,13-28 0,-12 16-107,-1 0-1,-1-1 1,-2 0-1,4-32 1,0-110 490,-8 135-642,4-300-218,14-263-664,88-210-277,62 9 350,-100 509 783,112-527 0,-168 741 325,-3 0-1,-4 0 0,-3-99 1,-5 135-158,-2 0 1,-2 0-1,-1 0 1,-2 1-1,-2 0 1,-1 0-1,-2 1 1,-23-43-1,16 42-190,-2 0-1,-2 2 1,-1 1-1,-2 1 1,-1 1-1,-2 1 1,-1 2 0,-1 2-1,-53-35 1,32 29-52,-2 3 1,-1 2 0,-1 2 0,-1 4 0,-115-29 0,19 19-765,-270-20-1,-165 32-1477,-624 51-2163,-1 51 3643,-946 147-851,15 105 1846,1946-298 156,-736 112 4504,814-136-2843,87-10-5592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29.979"/>
    </inkml:context>
    <inkml:brush xml:id="br0">
      <inkml:brushProperty name="width" value="0.05" units="cm"/>
      <inkml:brushProperty name="height" value="0.05" units="cm"/>
    </inkml:brush>
  </inkml:definitions>
  <inkml:trace contextRef="#ctx0" brushRef="#br0">419 269 24575,'-10'-9'0,"-4"-5"0,0 0 0,-1 1 0,-26-17 0,35 27 0,1 0 0,-1 1 0,1-1 0,-1 1 0,0 0 0,0 0 0,0 1 0,0 0 0,-1 0 0,1 0 0,0 1 0,0 0 0,0 0 0,-1 1 0,-9 1 0,7 1 0,0 0 0,0 0 0,0 1 0,0 0 0,1 1 0,0 0 0,0 0 0,0 1 0,1 0 0,0 0 0,0 1 0,0 0 0,1 0 0,0 0 0,-9 16 0,2-3 0,2 1 0,1 0 0,0 1 0,1 0 0,-6 29 0,9-28 0,1 0 0,2 0 0,0 1 0,2 0 0,0-1 0,2 1 0,0-1 0,2 1 0,8 37 0,-7-47 0,0-1 0,1 0 0,1 0 0,0 0 0,1-1 0,0 0 0,14 18 0,-14-22 0,0 0 0,1 0 0,0-1 0,0 0 0,1-1 0,0 1 0,0-2 0,0 1 0,1-1 0,17 6 0,-13-6 0,1-1 0,-1-1 0,1 0 0,0-1 0,0-1 0,0 0 0,0-1 0,0 0 0,0-1 0,19-4 0,-15 0 0,-1 0 0,1-1 0,-1-1 0,0-1 0,0 0 0,-1-1 0,22-16 0,-18 10 0,-1-1 0,0-1 0,-1-1 0,-2 0 0,0-2 0,0 0 0,-2-1 0,-1 0 0,0-1 0,-2-1 0,0 0 0,10-32 0,-13 27 0,-2 0 0,-1 0 0,-1 0 0,-2-1 0,-1 1 0,-2-55 0,-2 65 0,0 0 0,0 1 0,-2-1 0,0 1 0,-1-1 0,-1 1 0,0 1 0,-2-1 0,0 1 0,0 0 0,-2 1 0,-11-16 0,16 25-38,1 1 0,-1 0 0,0 0 1,-1 0-1,1 1 0,-1 0 0,0 0 0,0 0 0,0 1 0,0 0 0,-1 0 0,1 0 0,-1 1 0,0 0 0,0 0 0,0 1 1,0 0-1,0 0 0,0 1 0,0 0 0,0 0 0,0 0 0,0 1 0,0 0 0,0 0 0,0 1 0,1 0 0,-1 0 0,0 1 1,1 0-1,0 0 0,-1 0 0,1 1 0,1 0 0,-9 6 0,-20 21-6788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0.349"/>
    </inkml:context>
    <inkml:brush xml:id="br0">
      <inkml:brushProperty name="width" value="0.05" units="cm"/>
      <inkml:brushProperty name="height" value="0.05" units="cm"/>
    </inkml:brush>
  </inkml:definitions>
  <inkml:trace contextRef="#ctx0" brushRef="#br0">0 232 24575,'4'-10'0,"-1"0"0,0 0 0,0-1 0,-1 1 0,1-16 0,4-14 0,-5 32 0,0 1 0,0 0 0,0 1 0,1-1 0,0 0 0,1 1 0,7-11 0,-11 15 0,1 1 0,0 0 0,0 0 0,0 0 0,0 0 0,0 1 0,1-1 0,-1 0 0,0 0 0,0 1 0,0-1 0,1 1 0,-1-1 0,0 1 0,1-1 0,-1 1 0,0 0 0,3-1 0,-2 2 0,0-1 0,0 1 0,0-1 0,0 1 0,0 0 0,0-1 0,-1 1 0,1 0 0,0 0 0,-1 0 0,1 1 0,-1-1 0,1 0 0,-1 1 0,1-1 0,-1 1 0,2 2 0,5 8 0,0 0 0,0 1 0,-1 0 0,-1 0 0,0 1 0,-1-1 0,5 20 0,0 12 0,5 46 0,-8-43 0,-2 0 0,-2 1 0,-3 0 0,-9 82 0,48-251 0,-14 41 0,3 1 0,3 1 0,62-105 0,-85 168 0,0 2 0,1-1 0,1 1 0,20-20 0,-27 29 0,0 1 0,0 0 0,0 0 0,0 0 0,0 0 0,0 1 0,0-1 0,1 1 0,-1 0 0,0 0 0,8-1 0,-9 1 0,0 2 0,0-1 0,0 0 0,1 0 0,-1 1 0,0-1 0,0 1 0,0-1 0,0 1 0,0 0 0,0 0 0,0 0 0,0 0 0,0 1 0,0-1 0,-1 0 0,1 1 0,0-1 0,-1 1 0,1-1 0,0 3 0,4 4 0,-1 0 0,0 1 0,0-1 0,-1 1 0,0 0 0,-1 0 0,0 1 0,3 16 0,8 82 0,-14-106 0,14 206-1365,-10-151-5461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0.805"/>
    </inkml:context>
    <inkml:brush xml:id="br0">
      <inkml:brushProperty name="width" value="0.05" units="cm"/>
      <inkml:brushProperty name="height" value="0.05" units="cm"/>
    </inkml:brush>
  </inkml:definitions>
  <inkml:trace contextRef="#ctx0" brushRef="#br0">38 433 24575,'-1'0'0,"-1"0"0,1 0 0,-1 0 0,1 1 0,-1-1 0,1 1 0,0-1 0,-1 1 0,1-1 0,-1 1 0,1 0 0,0 0 0,0 0 0,-1 0 0,1 0 0,0 0 0,0 0 0,0 0 0,0 0 0,0 0 0,0 1 0,0-1 0,1 0 0,-1 1 0,0-1 0,1 0 0,-1 1 0,1-1 0,-1 1 0,1-1 0,0 3 0,-2 6 0,1 0 0,0 0 0,1 18 0,0-14 0,1 77 0,18 123 0,31 88 0,-42-255 0,-5-29 0,-3-12 0,1-1 0,-1 0 0,1 1 0,0-1 0,1 0 0,-1 0 0,1 0 0,0 0 0,1 0 0,4 8 0,-7-13 0,0 0 0,0 0 0,0 0 0,1 0 0,-1 0 0,0 0 0,0 0 0,0 0 0,0 0 0,1 0 0,-1 0 0,0 0 0,0 0 0,0 0 0,1 0 0,-1 0 0,0 0 0,0 0 0,0 0 0,0 0 0,1 0 0,-1 0 0,0 0 0,0 0 0,0 0 0,0-1 0,1 1 0,-1 0 0,0 0 0,0 0 0,0 0 0,0 0 0,0 0 0,0-1 0,1 1 0,-1 0 0,0 0 0,0 0 0,0 0 0,0-1 0,0 1 0,0 0 0,0 0 0,0 0 0,0-1 0,0 1 0,0 0 0,0 0 0,0 0 0,0 0 0,0-1 0,0 1 0,3-13 0,0-50 0,-3 0 0,-13-109 0,3 59 0,10 112 0,-17-326 0,16 221 0,13-115 0,-11 208 0,12-69 0,-12 74 0,2 0 0,-1 0 0,1 1 0,0-1 0,1 1 0,0-1 0,8-11 0,-11 18 0,1-1 0,-1 0 0,0 1 0,1-1 0,0 1 0,-1-1 0,1 1 0,0 0 0,0-1 0,0 1 0,-1 0 0,1 0 0,0 0 0,1 1 0,-1-1 0,0 0 0,0 1 0,0 0 0,3-1 0,-2 1 0,0 1 0,0-1 0,1 1 0,-1-1 0,0 1 0,0 0 0,0 0 0,0 1 0,0-1 0,-1 0 0,6 4 0,3 4 0,-1-1 0,0 2 0,-1-1 0,0 1 0,8 12 0,-4-6 0,-2 2 0,1 0 0,-2 0 0,0 1 0,-2 0 0,0 0 0,-1 1 0,9 40 0,-14-50 0,-1-1 0,0 1 0,0 0 0,-1 0 0,-1 0 0,1 0 0,-1 0 0,-1-1 0,0 1 0,-1 0 0,1-1 0,-2 1 0,1-1 0,-2 0 0,1 0 0,-1-1 0,0 1 0,-1-1 0,0 0 0,0-1 0,-8 8 0,3-5-136,0-2-1,-1 1 1,0-1-1,0-1 1,0 0-1,-1-1 1,0 0-1,-1-1 0,-22 5 1,-9 0-6690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1.137"/>
    </inkml:context>
    <inkml:brush xml:id="br0">
      <inkml:brushProperty name="width" value="0.05" units="cm"/>
      <inkml:brushProperty name="height" value="0.05" units="cm"/>
    </inkml:brush>
  </inkml:definitions>
  <inkml:trace contextRef="#ctx0" brushRef="#br0">1 293 24575,'6'2'0,"-1"-1"0,1 1 0,-1 0 0,1 0 0,-1 1 0,0-1 0,0 1 0,0 0 0,0 1 0,0-1 0,6 7 0,2 0 0,16 13 0,0 1 0,-1 1 0,32 38 0,-50-51 0,0 0 0,-1 1 0,-1 0 0,0 1 0,0 0 0,-2 0 0,1 1 0,-2-1 0,0 2 0,4 22 0,-8-32 0,-1-1 0,0 0 0,0 0 0,0 0 0,-1 0 0,1 0 0,-1 0 0,0 0 0,-1 0 0,1 0 0,-1-1 0,0 1 0,0 0 0,-4 4 0,5-7 0,0-1 0,0 1 0,-1 0 0,1-1 0,-1 1 0,1-1 0,-1 1 0,0-1 0,1 0 0,-1 0 0,0 1 0,0-1 0,0-1 0,0 1 0,0 0 0,0 0 0,0-1 0,0 1 0,0-1 0,-1 0 0,1 0 0,0 1 0,0-1 0,0-1 0,0 1 0,-1 0 0,1 0 0,0-1 0,0 0 0,0 1 0,0-1 0,0 0 0,0 0 0,-3-2 0,1 1 0,0-1 0,0 0 0,0-1 0,0 1 0,1-1 0,-1 1 0,1-1 0,0 0 0,0 0 0,1 0 0,-1-1 0,1 1 0,0-1 0,0 1 0,1-1 0,-1 0 0,1 0 0,0 0 0,-1-8 0,0-4 0,1 0 0,1 0 0,0 0 0,4-24 0,2 9 0,1 1 0,1-1 0,2 2 0,1-1 0,2 2 0,1-1 0,1 2 0,1 0 0,2 1 0,0 0 0,2 2 0,1 0 0,1 2 0,1 0 0,1 1 0,46-31 0,-19 23-1365,-6 11-5461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1.503"/>
    </inkml:context>
    <inkml:brush xml:id="br0">
      <inkml:brushProperty name="width" value="0.05" units="cm"/>
      <inkml:brushProperty name="height" value="0.05" units="cm"/>
    </inkml:brush>
  </inkml:definitions>
  <inkml:trace contextRef="#ctx0" brushRef="#br0">48 214 24575,'-2'0'0,"1"0"0,-1 1 0,1-1 0,-1 1 0,1-1 0,0 1 0,-1 0 0,1-1 0,0 1 0,-1 0 0,1 0 0,0 0 0,0 0 0,0 0 0,-1 0 0,1 0 0,0 0 0,1 1 0,-1-1 0,0 0 0,0 1 0,0-1 0,1 0 0,-1 1 0,1-1 0,-1 1 0,1-1 0,0 1 0,-1 2 0,0 0 0,1-1 0,-1 0 0,1 1 0,0-1 0,0 1 0,0-1 0,0 1 0,1-1 0,-1 0 0,1 1 0,0-1 0,2 5 0,0-4 0,0 0 0,0 0 0,1 0 0,-1 0 0,1-1 0,0 0 0,0 0 0,0 0 0,1 0 0,-1-1 0,1 1 0,-1-1 0,1 0 0,8 2 0,1 0 0,0-1 0,1 0 0,25 2 0,-31-5 0,0 0 0,0 0 0,0-1 0,0 0 0,0-1 0,-1 1 0,1-2 0,0 1 0,-1-1 0,0-1 0,14-7 0,-18 9 0,0-1 0,0 0 0,-1 1 0,1-1 0,-1-1 0,0 1 0,0 0 0,0-1 0,0 0 0,-1 1 0,1-1 0,-1 0 0,0 0 0,0-1 0,0 1 0,-1 0 0,0-1 0,1 1 0,-2 0 0,1-1 0,0 0 0,-1 1 0,0-1 0,0-5 0,-2-3 0,0 1 0,-1 0 0,0-1 0,-1 1 0,0 1 0,-1-1 0,-1 1 0,-12-21 0,12 23 0,0 0 0,-1 0 0,0 1 0,0 0 0,-1 0 0,0 0 0,0 1 0,-1 1 0,0-1 0,-14-6 0,20 11 0,-1 1 0,1-1 0,-1 1 0,0 0 0,1 1 0,-1-1 0,0 0 0,0 1 0,1 0 0,-1 0 0,0 0 0,0 1 0,1-1 0,-1 1 0,0 0 0,1 0 0,-1 0 0,0 0 0,1 0 0,0 1 0,-1 0 0,1 0 0,0 0 0,0 0 0,0 0 0,0 1 0,0-1 0,0 1 0,1 0 0,-3 3 0,-4 6 0,1-1 0,0 2 0,0-1 0,2 1 0,-1 0 0,-6 22 0,6-12 0,0 0 0,2 0 0,1 0 0,0 1 0,2 0 0,1 0 0,1 0 0,0-1 0,7 40 0,-4-50 0,0 1 0,1 0 0,0-1 0,1 0 0,0 0 0,1 0 0,0 0 0,1-1 0,1 0 0,0-1 0,1 0 0,0 0 0,0-1 0,1 0 0,0 0 0,1-1 0,20 13 0,-16-14-682,29 12-1,12-1-6143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2.105"/>
    </inkml:context>
    <inkml:brush xml:id="br0">
      <inkml:brushProperty name="width" value="0.05" units="cm"/>
      <inkml:brushProperty name="height" value="0.05" units="cm"/>
    </inkml:brush>
  </inkml:definitions>
  <inkml:trace contextRef="#ctx0" brushRef="#br0">156 321 24575,'-8'-25'0,"-2"1"0,0 0 0,-2 1 0,0 0 0,-2 1 0,0 0 0,-32-35 0,28 39 0,10 13 0,7 5 0,1 0 0,0 1 0,0-1 0,0 0 0,0 0 0,-1 0 0,1 0 0,0 0 0,0 0 0,0 0 0,0 0 0,0 1 0,0-1 0,-1 0 0,1 0 0,0 0 0,0 0 0,0 0 0,0 1 0,0-1 0,0 0 0,0 0 0,0 0 0,0 0 0,0 1 0,0-1 0,0 0 0,0 0 0,0 0 0,0 0 0,0 1 0,0-1 0,0 0 0,0 0 0,0 0 0,0 0 0,0 1 0,0-1 0,0 0 0,0 0 0,0 0 0,0 0 0,1 0 0,-1 1 0,9 30 0,2-1 0,27 56 0,7 16 0,-14-4 0,9 25 0,-40-123 0,0 1 0,0-1 0,0 1 0,0-1 0,0 1 0,0-1 0,1 1 0,-1-1 0,0 1 0,0-1 0,0 0 0,1 1 0,-1-1 0,0 1 0,1-1 0,-1 0 0,0 1 0,1-1 0,-1 0 0,1 1 0,-1-1 0,0 0 0,1 1 0,-1-1 0,1 0 0,-1 0 0,1 0 0,-1 0 0,1 1 0,7-14 0,0-37 0,-7 40 0,5-34 0,2 1 0,2 0 0,1 0 0,3 1 0,36-77 0,-46 112 0,0 1 0,0-1 0,1 1 0,-1 1 0,11-11 0,-14 15 0,-1 0 0,1 1 0,0-1 0,0 0 0,0 1 0,0-1 0,0 0 0,0 1 0,0-1 0,0 1 0,0 0 0,0-1 0,0 1 0,0 0 0,0-1 0,0 1 0,0 0 0,0 0 0,0 0 0,0 0 0,1 0 0,-1 0 0,0 0 0,0 1 0,0-1 0,0 0 0,0 0 0,0 1 0,0-1 0,0 1 0,0-1 0,0 1 0,0-1 0,0 1 0,0 0 0,0 0 0,-1-1 0,1 1 0,0 0 0,0 0 0,-1 0 0,1 0 0,-1 0 0,1 0 0,-1 0 0,1 0 0,0 1 0,3 9 0,-1 0 0,1 0 0,-2 0 0,0 0 0,0 1 0,-1-1 0,0 0 0,-2 15 0,3 17 0,-1-22 0,-1-13 0,1 0 0,-1 1 0,1-1 0,0 0 0,1 0 0,0 0 0,1-1 0,-1 1 0,7 12 0,-9-19 0,1-1 0,0 1 0,0 0 0,-1 0 0,1-1 0,0 1 0,0 0 0,0-1 0,0 1 0,0-1 0,0 1 0,0-1 0,0 1 0,0-1 0,0 0 0,0 0 0,0 1 0,0-1 0,0 0 0,0 0 0,0 0 0,0 0 0,0 0 0,0 0 0,0-1 0,0 1 0,0 0 0,0 0 0,0-1 0,0 1 0,0-1 0,0 1 0,0-1 0,0 1 0,0-1 0,1 0 0,4-3 0,-1 0 0,1-1 0,-1 1 0,6-8 0,9-13 0,0-1 0,-2-1 0,26-53 0,1 0 0,-36 65 0,33-47 0,-38 56 0,0 1 0,1-1 0,0 1 0,0 1 0,0-1 0,0 1 0,1 0 0,7-4 0,-12 7 0,0 1 0,0-1 0,0 1 0,0-1 0,0 1 0,0 0 0,0-1 0,0 1 0,1 0 0,-1 0 0,0 0 0,0 0 0,0 0 0,0 0 0,1 0 0,-1 0 0,0 1 0,0-1 0,0 0 0,0 1 0,0-1 0,2 1 0,-1 1 0,0-1 0,-1 1 0,1-1 0,-1 1 0,1 0 0,-1-1 0,0 1 0,1 0 0,-1 0 0,0 0 0,1 3 0,2 7 0,-1 0 0,0 0 0,2 19 0,-3-20 0,5 46 0,8 39 0,-12-84 0,0 0 0,1 0 0,0-1 0,0 1 0,10 15 0,-12-24 0,-1-1 0,1 1 0,-1-1 0,1 0 0,0 1 0,0-1 0,0 0 0,0 0 0,0 0 0,0-1 0,1 1 0,-1-1 0,0 1 0,1-1 0,0 0 0,-1 1 0,1-2 0,0 1 0,-1 0 0,1 0 0,0-1 0,0 1 0,0-1 0,-1 0 0,1 0 0,4-1 0,3-1 0,0 0 0,0-1 0,0-1 0,-1 0 0,18-10 0,11-3 0,-21 13 342,-17 4-378,1 0 0,-1 0 1,0 0-1,1 0 1,-1 0-1,0 0 1,0 0-1,1 0 1,-1 0-1,0 0 0,1 1 1,-1-1-1,0 0 1,1 0-1,-1 0 1,0 0-1,0 0 1,1 1-1,-1-1 1,0 0-1,0 0 0,0 1 1,1-1-1,-1 0 1,0 0-1,0 1 1,0-1-1,0 0 1,1 1-1,-1-1 0,0 0 1,0 0-1,0 1 1,0-1-1,0 0 1,0 1-1,0-1 1,0 0-1,0 1 0,0-1 1,0 0-1,0 1 1,0-1-1,0 0 1,0 1-1,0-1 1,-1 1-1,-2 9-6790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2.689"/>
    </inkml:context>
    <inkml:brush xml:id="br0">
      <inkml:brushProperty name="width" value="0.05" units="cm"/>
      <inkml:brushProperty name="height" value="0.05" units="cm"/>
    </inkml:brush>
  </inkml:definitions>
  <inkml:trace contextRef="#ctx0" brushRef="#br0">429 217 24575,'5'-3'0,"0"-1"0,0 1 0,0-1 0,0 0 0,-1 0 0,0-1 0,0 1 0,0-1 0,0 0 0,3-7 0,-1 2 0,-1 0 0,0 0 0,-1-1 0,5-16 0,-8 24 0,0 0 0,0 0 0,-1 0 0,1 0 0,-1 0 0,0 0 0,0 0 0,0 0 0,0 0 0,0 0 0,-1 0 0,1 1 0,-1-1 0,0 0 0,0 0 0,0 0 0,0 0 0,-1 1 0,1-1 0,-1 1 0,0-1 0,1 1 0,-1 0 0,-2-3 0,0 2 0,0 1 0,0-1 0,0 1 0,0 0 0,0 0 0,0 0 0,-1 0 0,1 1 0,0-1 0,-1 1 0,0 1 0,1-1 0,-1 1 0,1-1 0,-6 1 0,-11 2 0,0 0 0,0 1 0,1 1 0,-1 1 0,1 0 0,0 2 0,-28 13 0,25-9 0,0 1 0,1 1 0,1 1 0,0 1 0,-34 32 0,49-41 0,0-1 0,1 1 0,0 1 0,0-1 0,0 1 0,1 0 0,0 0 0,0 0 0,1 0 0,0 1 0,0-1 0,1 1 0,0 0 0,0 0 0,1 0 0,0 0 0,0 0 0,1 0 0,0 0 0,0 0 0,1 0 0,0 0 0,0 0 0,1 0 0,0 0 0,1-1 0,-1 1 0,2-1 0,-1 1 0,1-1 0,0 0 0,10 12 0,0-1 0,1-1 0,1-1 0,0-1 0,1 0 0,1-1 0,30 18 0,127 59 0,-84-46 0,-81-40 0,-1 0 0,0 0 0,0 1 0,11 10 0,-19-15 0,1 0 0,-1 0 0,0-1 0,0 1 0,0 0 0,0 0 0,0 1 0,-1-1 0,1 0 0,0 0 0,0 0 0,-1 1 0,1-1 0,-1 0 0,1 0 0,-1 1 0,1-1 0,-1 1 0,0-1 0,0 0 0,0 1 0,0-1 0,0 1 0,0-1 0,0 0 0,0 1 0,0-1 0,-1 1 0,1-1 0,-1 0 0,1 1 0,-1-1 0,1 0 0,-1 0 0,0 1 0,1-1 0,-1 0 0,0 0 0,0 0 0,0 0 0,0 0 0,0 0 0,-1 1 0,-6 3 0,0 0 0,0 0 0,0-1 0,0 0 0,-1 0 0,0-1 0,0 0 0,0 0 0,-17 2 0,-7-1 0,-47 1 0,52-4 86,-1-2-1,1-1 0,-37-7 1,57 8-181,1 0 0,-1-1 0,1-1 0,-1 1 1,1-1-1,0 0 0,0-1 0,1 0 0,-1 0 0,1 0 1,-1-1-1,1 0 0,1 0 0,-1 0 0,1-1 1,0 0-1,-5-6 0,-5-22-6731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2.884"/>
    </inkml:context>
    <inkml:brush xml:id="br0">
      <inkml:brushProperty name="width" value="0.05" units="cm"/>
      <inkml:brushProperty name="height" value="0.05" units="cm"/>
    </inkml:brush>
  </inkml:definitions>
  <inkml:trace contextRef="#ctx0" brushRef="#br0">0 104 24575,'79'-31'0,"150"-37"0,-225 67 0,24-3 0,-28 4 0,1 0 0,-1 0 0,1 0 0,-1 0 0,1 1 0,-1-1 0,1 0 0,-1 0 0,0 0 0,1 0 0,-1 0 0,1 1 0,-1-1 0,1 0 0,-1 0 0,0 1 0,1-1 0,-1 0 0,1 1 0,-1-1 0,0 0 0,1 1 0,-1-1 0,0 1 0,0-1 0,1 1 0,-1-1 0,0 0 0,0 1 0,0-1 0,0 1 0,1-1 0,-1 1 0,0-1 0,0 1 0,0-1 0,0 1 0,0-1 0,0 1 0,0-1 0,0 1 0,-1-1 0,1 1 0,0-1 0,0 1 0,0-1 0,-1 1 0,-5 18 0,-2 0 0,-1-1 0,-17 30 0,-4 6 0,1 10 0,2 0 0,3 2 0,3 1 0,3 0 0,-14 111 0,27-117-1365,5-11-5461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3.265"/>
    </inkml:context>
    <inkml:brush xml:id="br0">
      <inkml:brushProperty name="width" value="0.05" units="cm"/>
      <inkml:brushProperty name="height" value="0.05" units="cm"/>
    </inkml:brush>
  </inkml:definitions>
  <inkml:trace contextRef="#ctx0" brushRef="#br0">61 120 24575,'-4'-31'0,"4"31"0,0-1 0,0 1 0,0 0 0,-1-1 0,1 1 0,0-1 0,0 1 0,0 0 0,0-1 0,-1 1 0,1 0 0,0-1 0,0 1 0,-1 0 0,1-1 0,0 1 0,-1 0 0,1 0 0,0-1 0,-1 1 0,1 0 0,0 0 0,-1 0 0,0-1 0,0 2 0,1-1 0,-1 0 0,0 1 0,1-1 0,-1 0 0,0 1 0,1-1 0,-1 1 0,1-1 0,-1 1 0,1-1 0,-1 1 0,1-1 0,-1 1 0,1 0 0,-1-1 0,1 1 0,0 0 0,-1 1 0,-5 9 0,0 1 0,1-1 0,0 2 0,1-1 0,1 0 0,0 1 0,0 0 0,1-1 0,1 1 0,0 0 0,2 23 0,0-27 0,0 0 0,0 0 0,2 0 0,-1 0 0,1-1 0,0 1 0,1-1 0,-1 1 0,2-1 0,-1 0 0,1-1 0,1 1 0,-1-1 0,1 0 0,0 0 0,1-1 0,9 8 0,-4-6 0,0 0 0,0-1 0,1 0 0,0-1 0,0 0 0,1-1 0,-1-1 0,1 0 0,0-1 0,0 0 0,0-1 0,27 0 0,-32-2 0,0 0 0,0-1 0,0 0 0,0-1 0,-1 0 0,1 0 0,0-1 0,-1 0 0,1 0 0,-1-1 0,0 0 0,0-1 0,-1 0 0,1 0 0,-1 0 0,0-1 0,0 0 0,-1-1 0,0 1 0,0-1 0,6-9 0,-3 0 0,-1-1 0,0 0 0,-1 0 0,-1 0 0,0-1 0,5-35 0,-6 16 0,-1-1 0,-2-51 0,-2 86 0,0-2 0,1 0 0,-2 0 0,1 0 0,0 0 0,-1 1 0,0-1 0,0 0 0,-1 1 0,1-1 0,-4-6 0,5 10 0,0 1 0,-1 0 0,1-1 0,0 1 0,-1 0 0,1-1 0,0 1 0,0 0 0,-1 0 0,1-1 0,0 1 0,-1 0 0,1 0 0,0 0 0,-1-1 0,1 1 0,-1 0 0,1 0 0,0 0 0,-1 0 0,1 0 0,-1 0 0,1 0 0,0 0 0,-1 0 0,1 0 0,-1 0 0,1 0 0,0 0 0,-1 0 0,1 0 0,-1 0 0,1 1 0,0-1 0,-1 0 0,1 0 0,0 0 0,-1 1 0,1-1 0,0 0 0,-1 1 0,-12 15 0,7-3 0,0 0 0,0 0 0,1 1 0,0 0 0,2 0 0,-4 18 0,-6 90 0,12-117 0,-1 44 86,1-1-1,2 0 0,9 57 1,-4-74-371,0 0 1,2 0-1,1-1 1,1 0-1,27 53 1,-8-34-6542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3.503"/>
    </inkml:context>
    <inkml:brush xml:id="br0">
      <inkml:brushProperty name="width" value="0.05" units="cm"/>
      <inkml:brushProperty name="height" value="0.05" units="cm"/>
    </inkml:brush>
  </inkml:definitions>
  <inkml:trace contextRef="#ctx0" brushRef="#br0">60 23 24575,'-2'-3'0,"0"0"0,-1 1 0,0 0 0,0 0 0,1 0 0,-1 0 0,-6-3 0,8 5 0,1 0 0,-1-1 0,0 1 0,1 0 0,-1 0 0,0 0 0,0 0 0,1 0 0,-1 0 0,0 0 0,1 0 0,-1 0 0,0 0 0,0 0 0,1 0 0,-1 1 0,0-1 0,1 0 0,-1 0 0,1 1 0,-1-1 0,0 1 0,1-1 0,-1 0 0,1 1 0,-1-1 0,1 1 0,-1-1 0,1 1 0,-1 0 0,1-1 0,-1 1 0,1-1 0,0 1 0,-1 0 0,1-1 0,0 1 0,0 0 0,0-1 0,-1 1 0,1 0 0,0-1 0,0 2 0,-4 19 0,2 0 0,0 0 0,1 1 0,3 33 0,0-6 0,-2-14 0,-1 40 0,4 0 0,14 78 0,-8-115-1365,0-10-5461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3.800"/>
    </inkml:context>
    <inkml:brush xml:id="br0">
      <inkml:brushProperty name="width" value="0.05" units="cm"/>
      <inkml:brushProperty name="height" value="0.05" units="cm"/>
    </inkml:brush>
  </inkml:definitions>
  <inkml:trace contextRef="#ctx0" brushRef="#br0">3 522 24575,'-1'-62'0,"0"24"0,1 0 0,9-69 0,-8 105 0,-1-1 0,1 0 0,-1 0 0,1 1 0,0-1 0,0 1 0,0-1 0,0 1 0,1-1 0,-1 1 0,1 0 0,-1-1 0,1 1 0,0 0 0,0 0 0,0 0 0,0 0 0,0 1 0,0-1 0,4-1 0,-1 1 0,1 0 0,-1 0 0,0 1 0,1 0 0,0 1 0,-1-1 0,1 1 0,0 0 0,5 1 0,42 2 0,-17 0 0,46-3 0,-72 0 0,0-1 0,-1-1 0,1 1 0,-1-2 0,0 1 0,1-1 0,-1-1 0,-1 1 0,16-10 0,-20 10 0,0 0 0,0 0 0,-1-1 0,1 0 0,-1 0 0,0 0 0,0 0 0,0 0 0,0 0 0,-1-1 0,0 0 0,0 1 0,0-1 0,0 0 0,-1 0 0,1-5 0,-1 2 0,0-1 0,0 1 0,0 0 0,-2 0 0,1 0 0,-1 0 0,0 0 0,0 0 0,-4-12 0,4 18 0,0 0 0,0-1 0,0 1 0,-1 0 0,1 0 0,0-1 0,-1 1 0,-1-2 0,2 4 0,1 0 0,0 0 0,-1-1 0,1 1 0,0 0 0,-1 0 0,1-1 0,0 1 0,-1 0 0,1 0 0,0 0 0,-1-1 0,1 1 0,-1 0 0,1 0 0,0 0 0,-1 0 0,1 0 0,-1 0 0,1 0 0,-1 0 0,1 0 0,0 0 0,-1 0 0,1 0 0,-1 0 0,1 1 0,0-1 0,-1 0 0,1 0 0,0 0 0,-1 1 0,1-1 0,0 0 0,-1 0 0,1 1 0,0-1 0,-1 0 0,1 0 0,0 1 0,0-1 0,-1 0 0,1 1 0,0-1 0,0 0 0,0 1 0,-1-1 0,1 1 0,0-1 0,0 0 0,0 1 0,0-1 0,0 1 0,0-1 0,0 0 0,0 1 0,0 0 0,-7 29 0,1 0 0,2 1 0,1 0 0,2 46 0,0-66 0,3 45-455,1-1 0,17 85 0,-10-92-6371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4.207"/>
    </inkml:context>
    <inkml:brush xml:id="br0">
      <inkml:brushProperty name="width" value="0.05" units="cm"/>
      <inkml:brushProperty name="height" value="0.05" units="cm"/>
    </inkml:brush>
  </inkml:definitions>
  <inkml:trace contextRef="#ctx0" brushRef="#br0">115 340 24575,'-2'-2'0,"0"-1"0,-1 1 0,1 0 0,-1 0 0,0 0 0,1 0 0,-1 1 0,0-1 0,0 1 0,0 0 0,0 0 0,0 0 0,0 0 0,-1 0 0,1 1 0,0-1 0,0 1 0,-4 0 0,5 0 0,-1 1 0,1 0 0,0-1 0,-1 1 0,1 0 0,0 0 0,0 0 0,0 0 0,0 1 0,0-1 0,0 0 0,0 1 0,1 0 0,-1-1 0,0 1 0,1 0 0,-1 0 0,1 0 0,0 0 0,0 0 0,0 0 0,0 0 0,0 0 0,0 1 0,-1 3 0,-1 8 0,0 0 0,0-1 0,2 1 0,0 0 0,0 1 0,3 22 0,16 89 0,-10-85 0,1 15 0,-8-55 0,0-4 0,1-14 0,0-25 0,4-30 0,2 0 0,4 0 0,35-116 0,-7 72 0,-34 101 0,1 1 0,0-1 0,2 1 0,-1 1 0,16-18 0,-23 29 0,0 0 0,0 1 0,1 0 0,-1-1 0,1 1 0,0 0 0,-1-1 0,1 1 0,0 0 0,-1 0 0,1 1 0,0-1 0,0 0 0,0 1 0,3-2 0,-4 2 0,0 0 0,1 1 0,-1-1 0,0 0 0,1 0 0,-1 0 0,0 1 0,0-1 0,1 1 0,-1-1 0,0 1 0,0 0 0,0-1 0,0 1 0,1 0 0,-1 0 0,0 0 0,0 1 0,4 3 0,-1 1 0,0 0 0,0 0 0,0 1 0,-1-1 0,0 1 0,3 9 0,6 24 0,-1 1 0,7 49 0,4 88 0,-16-123 0,27 292-1365,-29-313-5461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4.844"/>
    </inkml:context>
    <inkml:brush xml:id="br0">
      <inkml:brushProperty name="width" value="0.05" units="cm"/>
      <inkml:brushProperty name="height" value="0.05" units="cm"/>
    </inkml:brush>
  </inkml:definitions>
  <inkml:trace contextRef="#ctx0" brushRef="#br0">7 380 24575,'-7'-1'0,"8"-2"0,13-4 0,25-7 0,61-15 0,-43 14 0,0-3 0,-1-2 0,65-34 0,-114 51 0,0-1 0,0-1 0,-1 1 0,0-1 0,0-1 0,0 1 0,0-1 0,-1 0 0,0 0 0,7-11 0,-12 17 0,0 0 0,0 0 0,0 0 0,0 0 0,0 0 0,0 0 0,0 0 0,0 0 0,0 0 0,0 0 0,0 0 0,0 0 0,0 0 0,1 1 0,-1-1 0,0 0 0,0 0 0,0 0 0,0 0 0,0 0 0,0 0 0,0 0 0,0 0 0,0 0 0,0 0 0,0 0 0,0 0 0,0 0 0,0 0 0,0 0 0,1 0 0,-1 0 0,0 0 0,0 0 0,0 0 0,0 0 0,0 0 0,0 0 0,0 0 0,0 0 0,0 0 0,0 0 0,0 0 0,0 0 0,0 0 0,1 0 0,-1 0 0,0 0 0,0 0 0,0 0 0,0 0 0,0 0 0,0 0 0,0-1 0,0 1 0,0 0 0,0 0 0,0 0 0,0 0 0,0 0 0,0 0 0,0 0 0,0 0 0,2 11 0,-1 14 0,-4 123 0,4 229 0,6-341 0,-7-35 0,1 0 0,-1-1 0,0 1 0,0 0 0,1-1 0,-1 1 0,0 0 0,1-1 0,-1 1 0,1 0 0,-1-1 0,1 1 0,-1-1 0,1 1 0,-1-1 0,1 1 0,0 0 0,0-2 0,-1 1 0,1 0 0,-1 0 0,1 0 0,0 0 0,-1-1 0,1 1 0,-1 0 0,1 0 0,-1-1 0,0 1 0,1-1 0,-1 1 0,1 0 0,-1-1 0,0 1 0,1-1 0,-1 1 0,0-1 0,1 1 0,-1-1 0,0 1 0,0-1 0,1 1 0,-1-1 0,0 1 0,0-2 0,5-10 0,-1-1 0,0 0 0,0-1 0,-2 1 0,2-15 0,1-72 0,-4 76 0,0-18 0,0-23 0,2 1 0,25-128 0,-27 184 0,2 1 0,-1 0 0,1-1 0,4-6 0,-7 13 0,0 0 0,0 1 0,1-1 0,-1 0 0,0 1 0,1-1 0,-1 0 0,1 1 0,-1-1 0,1 1 0,-1-1 0,1 1 0,-1-1 0,1 1 0,-1-1 0,1 1 0,0 0 0,-1-1 0,1 1 0,0 0 0,-1-1 0,1 1 0,0 0 0,-1 0 0,1 0 0,0 0 0,-1 0 0,1-1 0,0 1 0,0 0 0,-1 1 0,1-1 0,0 0 0,0 0 0,-1 0 0,1 0 0,0 1 0,-1-1 0,1 0 0,0 0 0,-1 1 0,1-1 0,-1 1 0,1-1 0,0 1 0,-1-1 0,1 1 0,-1-1 0,1 1 0,-1-1 0,1 1 0,-1-1 0,0 1 0,1 0 0,-1 0 0,7 10 0,0-1 0,-1 1 0,0 0 0,-1 0 0,4 13 0,17 63 0,-10-29 0,-12-42 0,34 95 0,-31-95 0,0 1 0,1-1 0,1-1 0,14 20 0,-22-33 0,1 0 0,-1 0 0,0 0 0,1-1 0,-1 1 0,1-1 0,0 1 0,-1-1 0,1 0 0,0 1 0,0-1 0,0 0 0,0 0 0,0-1 0,0 1 0,0 0 0,0 0 0,0-1 0,0 0 0,0 1 0,0-1 0,1 0 0,1 0 0,-1-1 0,-1 0 0,1 0 0,-1 0 0,1 0 0,-1 0 0,0-1 0,0 1 0,0-1 0,0 1 0,0-1 0,0 0 0,0 0 0,0 0 0,-1 0 0,1 0 0,-1 0 0,0-1 0,1 1 0,0-3 0,8-17 0,-2 0 0,0-1 0,-1 0 0,-1 0 0,5-40 0,1-120 0,-11 152 0,1-2 0,-2 0 0,-6-49 0,6 79 68,0 2-136,0 0-1,0 0 1,0 0 0,0 0 0,-1 0-1,1 0 1,0 0 0,0 0 0,-1 0-1,1 0 1,0 1 0,-1-1 0,1 0 0,-1 0-1,1 0 1,-1 0 0,1 1 0,-1-1-1,0 0 1,0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5.204"/>
    </inkml:context>
    <inkml:brush xml:id="br0">
      <inkml:brushProperty name="width" value="0.05" units="cm"/>
      <inkml:brushProperty name="height" value="0.05" units="cm"/>
    </inkml:brush>
  </inkml:definitions>
  <inkml:trace contextRef="#ctx0" brushRef="#br0">1 287 24575,'0'401'0,"1"-379"0,2-17 0,0-14 0,11-62 0,7-109 0,0-2 0,-13 131 0,2 1 0,29-84 0,-23 105 0,-5 20 0,-11 9 0,1 0 0,-1 0 0,1 1 0,-1-1 0,0 0 0,1 0 0,-1 0 0,1 0 0,-1 1 0,1-1 0,-1 0 0,0 0 0,1 1 0,-1-1 0,0 0 0,1 1 0,-1-1 0,0 0 0,1 1 0,-1-1 0,0 1 0,0-1 0,1 0 0,-1 1 0,0-1 0,0 1 0,0-1 0,0 1 0,0 0 0,4 12 0,-1 0 0,-1 1 0,0-1 0,-1 1 0,0-1 0,-2 18 0,1 0 0,-2 396-1365,2-356-5461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5.365"/>
    </inkml:context>
    <inkml:brush xml:id="br0">
      <inkml:brushProperty name="width" value="0.05" units="cm"/>
      <inkml:brushProperty name="height" value="0.05" units="cm"/>
    </inkml:brush>
  </inkml:definitions>
  <inkml:trace contextRef="#ctx0" brushRef="#br0">1 53 24575,'0'-3'0,"0"-5"0,3 0 0,5 1 0,3 1 0,7 2 0,6 2 0,5-2 0,8 0 0,3 0 0,-5 1-8191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5.749"/>
    </inkml:context>
    <inkml:brush xml:id="br0">
      <inkml:brushProperty name="width" value="0.05" units="cm"/>
      <inkml:brushProperty name="height" value="0.05" units="cm"/>
    </inkml:brush>
  </inkml:definitions>
  <inkml:trace contextRef="#ctx0" brushRef="#br0">217 682 24575,'-1'-1'0,"0"0"0,1 1 0,-1-1 0,0 0 0,1 0 0,-1 0 0,1 1 0,-1-1 0,1 0 0,-1 0 0,1 0 0,0 0 0,-1 0 0,1 0 0,0 0 0,0 0 0,0 0 0,0 0 0,0 0 0,0 0 0,0 0 0,0 0 0,0 0 0,0 0 0,0 0 0,1 0 0,-1 0 0,0 0 0,1 0 0,-1 0 0,1 0 0,-1 0 0,1 0 0,0 1 0,-1-1 0,1 0 0,0 0 0,-1 1 0,1-1 0,0 0 0,0 1 0,0-1 0,-1 1 0,1-1 0,0 1 0,0-1 0,0 1 0,0 0 0,0-1 0,0 1 0,0 0 0,0 0 0,0 0 0,0 0 0,0 0 0,0 0 0,0 0 0,0 0 0,0 0 0,2 1 0,2 1 0,-1 1 0,0 0 0,0 0 0,0 0 0,0 1 0,0-1 0,0 1 0,-1 0 0,0 0 0,0 0 0,0 0 0,0 1 0,2 4 0,4 10 0,13 38 0,-11-22 0,-3 1 0,-1 0 0,-1 1 0,-2-1 0,-2 1 0,-2 0 0,-4 41 0,-46 256 0,-41 41 0,-21-6 0,40-140 0,64-201 0,3-15 0,0 1 0,1 0 0,1 0 0,1 0 0,0 0 0,-1 21 0,3-33 0,1-1 0,-1 1 0,0 0 0,0 0 0,1 0 0,-1 0 0,1 0 0,0 0 0,0-1 0,-1 1 0,1 0 0,0-1 0,0 1 0,1-1 0,-1 1 0,0-1 0,0 1 0,1-1 0,-1 0 0,1 1 0,-1-1 0,1 0 0,0 0 0,-1 0 0,1 0 0,0-1 0,0 1 0,0 0 0,3 0 0,4 1 0,1-1 0,-1 0 0,1-1 0,17-1 0,-23 1 0,299-33 33,-105 9-221,573-33-1500,4 26 771,479-52 732,-1140 70-177,0-5 1,185-54-1,-297 71 373,24-8 369,51-23 0,-72 29-257,1 0 1,-1 0-1,1 0 1,-1-1-1,0 0 1,-1 0-1,1 0 1,-1-1-1,1 1 1,-1-1 0,-1 0-1,1 0 1,-1-1-1,5-9 1,-7 12-92,-1 0 0,1 0 0,0 0 1,-1-1-1,0 1 0,0 0 0,0-1 0,0 1 1,-1 0-1,1 0 0,-1-1 0,0 1 0,0 0 0,0 0 1,0 0-1,-1 0 0,1 0 0,-1 0 0,1 0 1,-1 1-1,0-1 0,0 1 0,-3-3 0,-7-7 120,1 1 0,-2 0 0,-18-12 0,18 13-126,-22-15-26,-122-99 0,136 105 0,1-1 0,1-1 0,1 0 0,1-2 0,-16-28 0,19 26 0,1-1 0,2-1 0,0 0 0,2 0 0,1-1 0,1 0 0,-5-47 0,9 37 0,2 1 0,1-1 0,2 0 0,2 0 0,11-45 0,2 14 0,4 2 0,3 0 0,3 2 0,2 0 0,72-112 0,88-87 0,-54 83 0,-132 175 0,10-11 0,-2-1 0,12-23 0,-21 37 0,0 0 0,-1 0 0,1 0 0,-1 0 0,0 0 0,0 0 0,0 0 0,0 0 0,-1 0 0,1 0 0,-1 0 0,0-1 0,-1 1 0,1 0 0,-1 0 0,0 0 0,-2-8 0,1 9 0,0 0 0,0 0 0,0 1 0,0-1 0,0 1 0,-1-1 0,1 1 0,-1 0 0,0 0 0,1 0 0,-1 0 0,0 1 0,0-1 0,0 1 0,-1-1 0,-2 0 0,-8-2 0,0 1 0,-21-3 0,32 6 0,-66-6 0,0 4 0,-135 13 0,151-7 0,-971 80-2386,908-76 2386,-706 63 14,10 57-86,730-111 29,0 4 1,1 4-1,-96 43 1,170-64 196,0-1 0,1 1-1,-1 0 1,1 0 0,-7 7 0,13-11-116,-1 1-1,0 0 1,0-1 0,0 1 0,0 0 0,1 0 0,-1 0-1,0-1 1,1 1 0,-1 0 0,1 0 0,-1 0-1,1 0 1,-1 0 0,1 0 0,0 1 0,0-1-1,-1 0 1,1 0 0,0 0 0,0 0 0,0 0 0,0 0-1,0 0 1,0 0 0,0 0 0,1 1 0,-1-1-1,0 0 1,1 0 0,-1 0 0,0 0 0,1 0 0,0 0-1,-1 0 1,1 0 0,-1-1 0,1 1 0,0 0-1,0 0 1,-1 0 0,2 0 0,0 1-85,2 1-161,1 1-1,-1 0 0,-1 0 0,1 1 0,4 5 0,-2 2-6617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6.312"/>
    </inkml:context>
    <inkml:brush xml:id="br0">
      <inkml:brushProperty name="width" value="0.05" units="cm"/>
      <inkml:brushProperty name="height" value="0.05" units="cm"/>
    </inkml:brush>
  </inkml:definitions>
  <inkml:trace contextRef="#ctx0" brushRef="#br0">266 295 24575,'13'-13'0,"0"-2"0,-1 1 0,0-2 0,-1 1 0,-1-1 0,-1-1 0,0 0 0,-1 0 0,0-1 0,-2 0 0,7-28 0,-13 43 0,1 0 0,-1 0 0,0 0 0,1 0 0,-2 0 0,1 0 0,0 0 0,0 0 0,-1 0 0,0 0 0,0 0 0,0 0 0,0 0 0,-2-3 0,2 4 0,0 0 0,-1 0 0,0 1 0,1-1 0,-1 0 0,0 1 0,0-1 0,0 1 0,0 0 0,0 0 0,-1 0 0,1 0 0,0 0 0,0 0 0,-1 0 0,1 1 0,0-1 0,-4 1 0,-5-1 0,0 0 0,0 1 0,-1 1 0,1 0 0,0 0 0,0 1 0,0 1 0,0 0 0,0 0 0,1 1 0,0 0 0,-1 1 0,-13 9 0,7-4 0,1 1 0,1 0 0,0 2 0,1 0 0,0 0 0,0 1 0,-11 17 0,20-24 0,0 0 0,0 1 0,1-1 0,0 1 0,0 0 0,1 0 0,0 1 0,1-1 0,-1 1 0,2-1 0,-2 11 0,3-12 0,0-1 0,0 1 0,1 0 0,0-1 0,0 1 0,1-1 0,0 1 0,0-1 0,0 0 0,1 1 0,0-1 0,0 0 0,0-1 0,1 1 0,5 6 0,2-1 0,0 0 0,0 0 0,1-1 0,0-1 0,1 0 0,0 0 0,1-2 0,-1 0 0,1 0 0,1-1 0,16 5 0,13 1 0,1-1 0,65 6 0,-130-17 0,0 1 0,0 1 0,1 0 0,-23 7 0,6-1 0,1 2 0,-41 17 0,55-18 0,-39 24 0,55-30 0,0 0 0,0 1 0,1-1 0,-1 1 0,1 0 0,0 1 0,0-1 0,0 1 0,1 0 0,-1 0 0,1 0 0,-4 10 0,6-13 0,0 0 0,1 0 0,0 0 0,-1 1 0,1-1 0,0 0 0,0 0 0,0 0 0,1 1 0,-1-1 0,0 0 0,1 0 0,-1 0 0,1 0 0,0 0 0,0 0 0,0 0 0,0 0 0,0 0 0,0 0 0,0 0 0,1 0 0,-1-1 0,1 1 0,-1 0 0,1-1 0,3 3 0,2 1 0,-1-1 0,1 0 0,1 0 0,-1-1 0,0 0 0,13 4 0,5-2-227,-1 0-1,1-2 1,0-1-1,0-1 1,50-5-1,-3-2-6598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6.547"/>
    </inkml:context>
    <inkml:brush xml:id="br0">
      <inkml:brushProperty name="width" value="0.05" units="cm"/>
      <inkml:brushProperty name="height" value="0.05" units="cm"/>
    </inkml:brush>
  </inkml:definitions>
  <inkml:trace contextRef="#ctx0" brushRef="#br0">237 106 24575,'-1'-3'0,"0"-1"0,0 0 0,0 1 0,-1-1 0,1 1 0,-1 0 0,0-1 0,0 1 0,-4-5 0,-3-5 0,5 7 0,1 0 0,-1 0 0,0 0 0,-1 0 0,-8-8 0,12 13 0,0 0 0,0 0 0,-1 0 0,1 1 0,0-1 0,-1 0 0,1 0 0,-1 1 0,1-1 0,-1 1 0,1-1 0,-1 1 0,1 0 0,-1-1 0,1 1 0,-1 0 0,0 0 0,1 0 0,-1 0 0,1 0 0,-1 1 0,1-1 0,-1 0 0,1 1 0,-1-1 0,1 1 0,-1 0 0,1-1 0,0 1 0,-1 0 0,1 0 0,-2 1 0,-5 5 0,0 0 0,0 1 0,0 0 0,1 1 0,1 0 0,-11 17 0,6-8 0,2 2 0,-12 30 0,16-34 0,0-1 0,1 1 0,1 0 0,0 0 0,1 1 0,1-1 0,1 29 0,1-38 0,0 0 0,0 0 0,1 0 0,-1-1 0,1 1 0,1 0 0,-1-1 0,1 0 0,1 1 0,-1-1 0,1-1 0,0 1 0,0 0 0,0-1 0,1 0 0,0 0 0,0 0 0,0-1 0,1 1 0,10 5 0,-4-4-136,1-1-1,-1 0 1,2 0-1,-1-1 1,0-1-1,1 0 1,0-1-1,-1-1 0,16 1 1,20-3-6690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6.757"/>
    </inkml:context>
    <inkml:brush xml:id="br0">
      <inkml:brushProperty name="width" value="0.05" units="cm"/>
      <inkml:brushProperty name="height" value="0.05" units="cm"/>
    </inkml:brush>
  </inkml:definitions>
  <inkml:trace contextRef="#ctx0" brushRef="#br0">77 124 24575,'-10'-11'0,"1"1"0,0-1 0,0-1 0,1 0 0,1 0 0,0 0 0,-9-23 0,15 27 0,3 8 0,7 12 0,56 144 0,-14-29 0,-41-104 0,2-1 0,1 0 0,19 26 0,-24-39-341,0 0 0,0 0-1,12 9 1,-2-4-6485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6.955"/>
    </inkml:context>
    <inkml:brush xml:id="br0">
      <inkml:brushProperty name="width" value="0.05" units="cm"/>
      <inkml:brushProperty name="height" value="0.05" units="cm"/>
    </inkml:brush>
  </inkml:definitions>
  <inkml:trace contextRef="#ctx0" brushRef="#br0">102 81 24575,'-3'-3'0,"-1"-4"0,-6-5 0,-5-2 0,-2 1 0,-2-1 0,-1 2 0,6 6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7.359"/>
    </inkml:context>
    <inkml:brush xml:id="br0">
      <inkml:brushProperty name="width" value="0.05" units="cm"/>
      <inkml:brushProperty name="height" value="0.05" units="cm"/>
    </inkml:brush>
  </inkml:definitions>
  <inkml:trace contextRef="#ctx0" brushRef="#br0">90 12 24575,'0'0'0,"0"0"0,0-1 0,0 1 0,0-1 0,0 1 0,0-1 0,-1 1 0,1-1 0,0 1 0,0-1 0,0 1 0,0 0 0,-1-1 0,1 1 0,0-1 0,0 1 0,-1 0 0,1-1 0,0 1 0,-1 0 0,1-1 0,0 1 0,-1 0 0,1-1 0,0 1 0,-1 0 0,1 0 0,-1-1 0,1 1 0,-1 0 0,1 0 0,0 0 0,-1 0 0,1 0 0,-1 0 0,1 0 0,-1 0 0,1 0 0,-1 0 0,1 0 0,-1 0 0,1 0 0,-1 0 0,1 0 0,0 0 0,-1 0 0,1 0 0,-1 1 0,1-1 0,-1 0 0,1 0 0,0 1 0,-1-1 0,1 0 0,-1 1 0,-2 0 0,1 1 0,-1-1 0,0 1 0,1 0 0,0 0 0,-1 0 0,-2 3 0,0 4 0,-1 0 0,2 0 0,-1 0 0,1 1 0,1 0 0,-1 0 0,2 0 0,-3 15 0,-4 86 0,9-111 0,0 65 0,2-1 0,3 0 0,18 79 0,63 183 0,-42-208-1365,-26-78-5461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7.558"/>
    </inkml:context>
    <inkml:brush xml:id="br0">
      <inkml:brushProperty name="width" value="0.05" units="cm"/>
      <inkml:brushProperty name="height" value="0.05" units="cm"/>
    </inkml:brush>
  </inkml:definitions>
  <inkml:trace contextRef="#ctx0" brushRef="#br0">1 16 24575,'0'-4'0,"0"-3"0,0 2 0,0 5 0,0 6 0,0 5 0,0 7 0,3 3 0,1 8 0,3 4 0,4 5 0,2 0 0,3 1 0,2 0 0,0-1 0,1-3 0,-3-8-8191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7.705"/>
    </inkml:context>
    <inkml:brush xml:id="br0">
      <inkml:brushProperty name="width" value="0.05" units="cm"/>
      <inkml:brushProperty name="height" value="0.05" units="cm"/>
    </inkml:brush>
  </inkml:definitions>
  <inkml:trace contextRef="#ctx0" brushRef="#br0">61 163 24575,'-3'-9'0,"-4"-13"0,-4-9 0,-4-1 0,1 0 0,7 10 0,3 8-8191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8.109"/>
    </inkml:context>
    <inkml:brush xml:id="br0">
      <inkml:brushProperty name="width" value="0.05" units="cm"/>
      <inkml:brushProperty name="height" value="0.05" units="cm"/>
    </inkml:brush>
  </inkml:definitions>
  <inkml:trace contextRef="#ctx0" brushRef="#br0">28 310 24575,'0'1'0,"-1"0"0,1 0 0,0 0 0,-1 0 0,1 0 0,-1-1 0,0 1 0,1 0 0,-1 0 0,0 0 0,0 0 0,1-1 0,-1 1 0,0 0 0,0-1 0,-1 2 0,-11 10 0,13-9 0,-1 0 0,0 0 0,1-1 0,0 1 0,-1 0 0,1 0 0,0-1 0,1 1 0,-1 0 0,0 0 0,2 2 0,9 36 0,-6-25 0,4 14 0,114 453 0,-123-483 0,4 22 0,-1-15 0,-2-10 0,-9-174 0,0 65 0,-1-44 0,1 40 0,10-147 0,-2 260 0,0-9 0,1 1 0,0 0 0,0 0 0,2 0 0,-1 0 0,1 0 0,1 0 0,0 1 0,7-15 0,-10 24 0,-1 0 0,1 0 0,-1 0 0,1 0 0,0 0 0,-1 0 0,1 0 0,0 0 0,0 0 0,0 0 0,0 0 0,0 1 0,0-1 0,0 0 0,0 1 0,0-1 0,0 0 0,0 1 0,0 0 0,1-1 0,-1 1 0,0 0 0,0-1 0,0 1 0,1 0 0,-1 0 0,0 0 0,0 0 0,1 0 0,-1 0 0,0 1 0,0-1 0,1 0 0,-1 1 0,0-1 0,0 0 0,0 1 0,0 0 0,0-1 0,0 1 0,0 0 0,0-1 0,0 1 0,0 0 0,0 0 0,1 1 0,3 3 0,-1 1 0,1 0 0,-1-1 0,0 1 0,-1 1 0,5 10 0,-4-6-68,-1 1 0,0-1-1,-1 1 1,0-1 0,-1 1 0,0 0-1,-1 0 1,-1 0 0,0-1 0,0 1-1,-1 0 1,0-1 0,-1 1 0,-1-1-1,1 0 1,-2 0 0,0 0-1,0 0 1,-9 12 0,-6 7-6758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8.422"/>
    </inkml:context>
    <inkml:brush xml:id="br0">
      <inkml:brushProperty name="width" value="0.05" units="cm"/>
      <inkml:brushProperty name="height" value="0.05" units="cm"/>
    </inkml:brush>
  </inkml:definitions>
  <inkml:trace contextRef="#ctx0" brushRef="#br0">93 12 24575,'6'-6'0,"1"0"0,-10 21 0,-7 17 0,1-8 0,2 1 0,-6 37 0,12-52 0,0-1 0,1 1 0,0-1 0,0 0 0,1 1 0,1-1 0,-1 0 0,2 1 0,-1-1 0,6 13 0,-1-8 0,1 0 0,14 19 0,-14-21 0,0-1 0,-1 1 0,7 16 0,-13-26 8,0 0 0,0 0 0,-1 0 0,1 0 1,-1 0-1,1 0 0,-1 0 0,0 0 0,1 0 0,-1 0 0,0 0 0,-1 0 0,1 0 0,0 0 0,-1 0 0,1 0 0,-1-1 0,1 1 0,-1 0 0,-1 3 1,0-3 3,1 0 0,-1 0 0,0 0 1,0-1-1,0 1 0,0 0 1,0-1-1,-1 1 0,1-1 0,0 0 1,-1 1-1,1-1 0,-4 1 1,-8 1-346,1 0 1,-1-1-1,1-1 1,-23 1 0,36-2 287,-29 0-6781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8.797"/>
    </inkml:context>
    <inkml:brush xml:id="br0">
      <inkml:brushProperty name="width" value="0.05" units="cm"/>
      <inkml:brushProperty name="height" value="0.05" units="cm"/>
    </inkml:brush>
  </inkml:definitions>
  <inkml:trace contextRef="#ctx0" brushRef="#br0">83 278 24575,'-5'3'0,"-1"1"0,1-1 0,0 0 0,-1-1 0,0 1 0,1-1 0,-1 0 0,-8 1 0,-11 4 0,70-9 0,-15-5 0,1 0 0,-2-2 0,1-1 0,-1-2 0,0 0 0,-2-2 0,28-18 0,-50 28 0,0 1 0,-1-1 0,1 0 0,-1 0 0,0-1 0,-1 1 0,1-1 0,-1 0 0,0 1 0,0-2 0,0 1 0,-1 0 0,0-1 0,3-8 0,-4 10 0,0 0 0,-1 1 0,0-1 0,0 0 0,0 1 0,0-1 0,0 0 0,-1 1 0,1-1 0,-1 1 0,0-1 0,0 1 0,-1-1 0,1 1 0,-1-1 0,1 1 0,-1 0 0,0 0 0,0 0 0,0 0 0,-1 0 0,1 0 0,-7-4 0,3 2 0,0 1 0,0 0 0,-1 0 0,1 0 0,-1 1 0,0 0 0,-1 0 0,1 0 0,0 1 0,-1 1 0,1-1 0,-1 1 0,1 0 0,-1 1 0,0 0 0,1 0 0,-1 0 0,0 1 0,1 1 0,-1-1 0,-14 6 0,14-4 0,0 0 0,0 0 0,0 1 0,0 1 0,1-1 0,-1 1 0,1 1 0,0-1 0,1 1 0,0 1 0,0-1 0,0 1 0,0 0 0,1 0 0,0 0 0,1 1 0,0 0 0,-6 15 0,6-12 17,2 0 0,-1 0 0,1 1 1,1-1-1,0 1 0,1 0 0,0-1 0,1 1 0,0-1 0,1 1 0,0-1 0,1 0 0,0 1 0,0-1 0,2-1 0,-1 1 0,1-1 0,1 1 1,12 16-1,-6-10-188,2 0 0,0-1 1,1-1-1,1 0 0,0-1 1,1-1-1,0 0 0,1-1 1,35 16-1,2-4-6655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9.758"/>
    </inkml:context>
    <inkml:brush xml:id="br0">
      <inkml:brushProperty name="width" value="0.05" units="cm"/>
      <inkml:brushProperty name="height" value="0.05" units="cm"/>
    </inkml:brush>
  </inkml:definitions>
  <inkml:trace contextRef="#ctx0" brushRef="#br0">133 1469 24575,'-31'1'0,"11"-1"0,0 0 0,-30-4 0,38 0 0,17 1 0,23-1 0,418-3-983,-269 9 418,19-2-235,1270-4-5452,1-28 4037,-23-38 397,-9-60 1687,-702 7 3795,-714 118-3128,77-22 992,-86 23-1100,1 0-1,-1-1 0,0 0 1,0 0-1,-1-1 0,13-11 0,-21 17-386,0-1 0,0 0 0,0 1 0,-1-1 0,1 0 0,0 0 0,0 0 0,0 0 0,-1 1 0,1-1 0,-1 0 0,1 0-1,-1-1 1,1 1 0,-1 0 0,1 0 0,-1 0 0,0 0 0,0 0 0,1 0 0,-1 0 0,0-1 0,0 1 0,0 0-1,-1-2 1,1 2 49,-1-1-1,0 1 1,0-1-1,0 1 1,0-1-1,0 1 1,0 0-1,-1 0 1,1 0-1,0-1 1,-1 1-1,1 0 1,0 0-1,-4-1 1,-5-2 237,0-1 1,0 2 0,-1 0 0,-10-2-1,-64-8-327,59 10 0,0-1 0,0-1 0,-31-10 0,52 13 0,0-1 0,0 1 0,0-1 0,1 0 0,-1 0 0,1 0 0,0-1 0,0 0 0,0 0 0,0 0 0,1 0 0,-1 0 0,1-1 0,0 1 0,1-1 0,-1 0 0,1 0 0,0 0 0,0 0 0,1 0 0,-2-7 0,-1-9 0,1-1 0,1 1 0,1-43 0,43-464 0,-32 445 0,-9 72 0,3-23 0,-4 32 0,0 1 0,0 0 0,0-1 0,0 1 0,0 0 0,-1-1 0,1 1 0,0 0 0,0-1 0,-1 1 0,1 0 0,-1 0 0,0-1 0,1 1 0,-1 0 0,0 0 0,1 0 0,-3-2 0,2 2 12,1 1-1,-1 0 1,1 0 0,-1 0-1,0-1 1,1 1-1,-1 0 1,0 0-1,1 0 1,-1 0 0,1 0-1,-1 0 1,0 0-1,1 0 1,-1 1-1,0-1 1,1 0 0,-1 0-1,1 0 1,-1 1-1,0-1 1,1 0-1,-1 1 1,1-1 0,-1 0-1,1 1 1,-1-1-1,0 1 1,-13 16-1160,12-15 595,-10 13-6273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51.252"/>
    </inkml:context>
    <inkml:brush xml:id="br0">
      <inkml:brushProperty name="width" value="0.05" units="cm"/>
      <inkml:brushProperty name="height" value="0.05" units="cm"/>
    </inkml:brush>
  </inkml:definitions>
  <inkml:trace contextRef="#ctx0" brushRef="#br0">4991 1293 24575,'-1'0'0,"1"-1"0,0 0 0,-1 0 0,1 0 0,-1 0 0,1 1 0,-1-1 0,1 0 0,-1 1 0,1-1 0,-1 0 0,0 1 0,1-1 0,-1 1 0,0-1 0,0 1 0,0-1 0,1 1 0,-1-1 0,0 1 0,0 0 0,0 0 0,0-1 0,1 1 0,-1 0 0,0 0 0,0 0 0,0 0 0,0 0 0,-1 0 0,-28 0 0,-16 9 0,-47 15 0,17-4 0,-464 64-466,308-55 166,-1047 108-1530,868-103 1716,-246 16-306,1-33 164,565-20 1103,-113-19-1,149 13-423,-1-4 1,2-1-1,-65-27 0,112 37-423,0 1 0,1-1 0,-1 0 0,1-1 0,0 0 0,0 0 0,-9-10 0,-34-47 0,41 51 0,-9-14 0,1-1 0,1-1 0,2-1 0,0 0 0,2 0 0,1-1 0,2 0 0,-6-36 0,-1-33 0,-3-116 0,14 152 0,-84-660 0,79 656-1365,9 51-5461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52.461"/>
    </inkml:context>
    <inkml:brush xml:id="br0">
      <inkml:brushProperty name="width" value="0.05" units="cm"/>
      <inkml:brushProperty name="height" value="0.05" units="cm"/>
    </inkml:brush>
  </inkml:definitions>
  <inkml:trace contextRef="#ctx0" brushRef="#br0">49 311 24575,'-1'-79'0,"3"-90"0,-1 161 0,0 0 0,1 1 0,0-1 0,1 0 0,0 1 0,4-9 0,-16 34 0,1 0 0,0 1 0,1 0 0,-8 35 0,7-12 0,-4 55 0,11-55 84,1 1 0,2-1 0,15 81 0,42 123-1248,-49-208 627,-1-6-6289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5.043"/>
    </inkml:context>
    <inkml:brush xml:id="br0">
      <inkml:brushProperty name="width" value="0.05" units="cm"/>
      <inkml:brushProperty name="height" value="0.05" units="cm"/>
    </inkml:brush>
  </inkml:definitions>
  <inkml:trace contextRef="#ctx0" brushRef="#br0">0 1 24575,'9'1'0,"0"0"0,0 1 0,0 1 0,11 4 0,-6-2 0,0 0 0,24 3 0,54 0 0,-43-5 0,54 11 0,-98-13 0,1 1 0,-1-1 0,0 1 0,1 0 0,-1 0 0,0 0 0,0 1 0,-1 0 0,6 4 0,-8-6 0,-1 0 0,1 1 0,-1-1 0,0 1 0,0-1 0,0 1 0,0 0 0,0-1 0,0 1 0,0 0 0,0 0 0,-1-1 0,1 1 0,-1 0 0,1 0 0,-1 0 0,0 0 0,0 0 0,0 0 0,0 0 0,0 0 0,0 0 0,0 0 0,-1-1 0,1 1 0,-1 0 0,1 0 0,-1 0 0,-1 2 0,-8 14 0,0-1 0,-2 0 0,0-1 0,0-1 0,-2 0 0,-22 20 0,-4 5 0,25-23 0,-3 2 0,-18 24 0,32-38 0,1 0 0,-1 0 0,1 0 0,1 0 0,-1 0 0,1 1 0,0-1 0,0 1 0,0 0 0,-1 11 0,3-15 0,0 0 0,1-1 0,-1 1 0,0 0 0,1-1 0,-1 1 0,1 0 0,0-1 0,-1 1 0,1-1 0,0 1 0,0-1 0,0 0 0,0 1 0,0-1 0,0 0 0,0 1 0,1-1 0,-1 0 0,0 0 0,1 0 0,-1 0 0,1 0 0,-1-1 0,1 1 0,-1 0 0,1-1 0,-1 1 0,1-1 0,0 1 0,-1-1 0,4 0 0,6 2 0,1 0 0,-1-2 0,19 0 0,-27 0 0,36-3-1365,-2-2-5461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5.211"/>
    </inkml:context>
    <inkml:brush xml:id="br0">
      <inkml:brushProperty name="width" value="0.05" units="cm"/>
      <inkml:brushProperty name="height" value="0.05" units="cm"/>
    </inkml:brush>
  </inkml:definitions>
  <inkml:trace contextRef="#ctx0" brushRef="#br0">22 17 24575,'-3'3'0,"-4"1"0,-1 3 0,4 0 0,9-1 0,7-1 0,10-5 0,8-6 0,9-1 0,7-3 0,4-3 0,-6 1-8191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5.932"/>
    </inkml:context>
    <inkml:brush xml:id="br0">
      <inkml:brushProperty name="width" value="0.05" units="cm"/>
      <inkml:brushProperty name="height" value="0.05" units="cm"/>
    </inkml:brush>
  </inkml:definitions>
  <inkml:trace contextRef="#ctx0" brushRef="#br0">52 204 24575,'-1'10'0,"0"1"0,-1 0 0,-3 14 0,-2 8 0,-1 16 0,-19 64 0,33-153 0,7-3 0,40-124 0,-38 125 0,41-76 0,-53 113 0,0 0 0,0 0 0,1 1 0,-1-1 0,1 1 0,0 0 0,7-5 0,-11 8 0,1 1 0,-1-1 0,1 1 0,0-1 0,0 1 0,-1 0 0,1-1 0,0 1 0,0 0 0,-1 0 0,1 0 0,0-1 0,0 1 0,-1 0 0,1 0 0,0 0 0,0 0 0,0 0 0,-1 1 0,1-1 0,0 0 0,0 0 0,0 1 0,1 0 0,-1 0 0,0 0 0,0 0 0,0 1 0,1-1 0,-1 0 0,-1 1 0,1-1 0,0 0 0,0 1 0,0-1 0,-1 1 0,1 0 0,-1-1 0,1 1 0,-1 1 0,5 18 0,-2 1 0,-1-1 0,0 36 0,-2-28 0,6 38 0,-5-58 0,1 10 0,-6-21 0,-6-9 0,10 10 0,0 1 0,0 0 0,0-1 0,-1 1 0,1-1 0,0 1 0,0 0 0,-1-1 0,1 1 0,0 0 0,0-1 0,-1 1 0,1 0 0,0-1 0,-1 1 0,1 0 0,0 0 0,-1 0 0,1-1 0,0 1 0,-1 0 0,1 0 0,-1 0 0,1 0 0,0 0 0,-1-1 0,1 1 0,-1 0 0,1 0 0,-1 0 0,1 0 0,0 0 0,-1 0 0,1 1 0,-1-1 0,1 0 0,-1 0 0,0 1 0,0 0 0,1 1 0,-1-1 0,0 0 0,1 0 0,-1 1 0,1-1 0,0 0 0,-1 0 0,1 1 0,0-1 0,0 2 0,-1 50 0,1-46 0,1 69-1365,-1-59-5461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6.113"/>
    </inkml:context>
    <inkml:brush xml:id="br0">
      <inkml:brushProperty name="width" value="0.05" units="cm"/>
      <inkml:brushProperty name="height" value="0.05" units="cm"/>
    </inkml:brush>
  </inkml:definitions>
  <inkml:trace contextRef="#ctx0" brushRef="#br0">8 107 24575,'-3'0'0,"-1"-3"0,3-5 0,5-3 0,8-3 0,9-3 0,6-1 0,9-1 0,-3 3-8191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6.695"/>
    </inkml:context>
    <inkml:brush xml:id="br0">
      <inkml:brushProperty name="width" value="0.05" units="cm"/>
      <inkml:brushProperty name="height" value="0.05" units="cm"/>
    </inkml:brush>
  </inkml:definitions>
  <inkml:trace contextRef="#ctx0" brushRef="#br0">13 167 24575,'0'1'0,"-1"-1"0,0 0 0,1 0 0,-1 1 0,0-1 0,1 0 0,-1 1 0,0-1 0,1 1 0,-1-1 0,1 0 0,-1 1 0,1-1 0,-1 1 0,1 0 0,0-1 0,-1 1 0,1-1 0,-1 1 0,1 0 0,0-1 0,0 1 0,-1 0 0,1-1 0,0 1 0,0 0 0,0 0 0,0-1 0,0 1 0,0 0 0,0-1 0,0 1 0,0 0 0,0-1 0,0 1 0,1 0 0,-1 0 0,0 0 0,7 31 0,-6-30 0,5 20 0,8 24 0,-1 2 0,7 63 0,-20-109 0,0 1 0,0-1 0,0 0 0,0 1 0,0-1 0,0 1 0,-1-1 0,1 1 0,-1-1 0,-1 3 0,2-5 0,0 0 0,0 0 0,0 1 0,0-1 0,0 0 0,0 0 0,0 0 0,0 0 0,0 0 0,-1 0 0,1 0 0,0 0 0,0 0 0,0 1 0,0-1 0,0 0 0,0 0 0,0 0 0,-1 0 0,1 0 0,0 0 0,0 0 0,0 0 0,0 0 0,0 0 0,-1 0 0,1 0 0,0 0 0,0 0 0,0 0 0,0 0 0,0 0 0,-1 0 0,1 0 0,0 0 0,0 0 0,0 0 0,0 0 0,0-1 0,0 1 0,-1 0 0,1 0 0,0 0 0,0 0 0,0 0 0,0 0 0,0 0 0,0-1 0,-8-15 0,-1-19 0,2 0 0,1 0 0,-1-62 0,7 81 0,1 1 0,0 0 0,1 0 0,1 0 0,0 0 0,1 0 0,1 1 0,11-27 0,-13 35 0,1-1 0,-1 1 0,1 0 0,0 0 0,0 0 0,0 1 0,1-1 0,0 1 0,0 0 0,1 0 0,-1 1 0,1 0 0,0 0 0,0 0 0,0 0 0,1 1 0,-1 0 0,1 1 0,0 0 0,13-4 0,-16 6 0,0-1 0,-1 1 0,1 0 0,-1 0 0,1 0 0,-1 0 0,1 1 0,-1 0 0,1-1 0,-1 1 0,1 0 0,-1 1 0,0-1 0,1 1 0,-1-1 0,0 1 0,0 0 0,0 0 0,0 0 0,-1 1 0,1-1 0,0 0 0,-1 1 0,0 0 0,1 0 0,-1 0 0,-1 0 0,1 0 0,0 0 0,-1 0 0,1 1 0,-1-1 0,0 0 0,0 1 0,0-1 0,-1 1 0,1-1 0,-1 1 0,0 0 0,0-1 0,0 1 0,0-1 0,-1 1 0,1-1 0,-1 1 0,-2 4 0,-15 31 0,15-34 0,0 0 0,0 1 0,0 0 0,1 0 0,0 0 0,0 0 0,-1 6 0,3-11 0,0 1 0,0-1 0,0 0 0,1 1 0,-1-1 0,0 0 0,1 1 0,-1-1 0,1 0 0,-1 0 0,1 0 0,0 1 0,0-1 0,-1 0 0,1 0 0,0 0 0,0 0 0,0 0 0,0 0 0,0 0 0,0-1 0,0 1 0,0 0 0,3 0 0,35 16 0,-21-11 0,-13-3 0,0-1 0,0 1 0,0 0 0,-1 0 0,1 0 0,-1 1 0,1-1 0,5 8 0,-9-10 0,0 0 0,0 0 0,-1 1 0,1-1 0,0 1 0,-1-1 0,1 0 0,-1 1 0,1-1 0,-1 1 0,0-1 0,1 1 0,-1-1 0,0 1 0,0-1 0,0 1 0,0-1 0,-1 1 0,1-1 0,0 1 0,-1-1 0,1 1 0,0-1 0,-1 1 0,0-1 0,1 0 0,-1 1 0,0-1 0,0 0 0,0 0 0,0 0 0,0 1 0,0-1 0,0 0 0,0 0 0,-2 1 0,-5 4-124,0 0 0,-1-1 0,1 0 0,-1-1 0,0 1 0,0-2-1,0 1 1,-1-1 0,1-1 0,-17 3 0,4-2-6702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7.082"/>
    </inkml:context>
    <inkml:brush xml:id="br0">
      <inkml:brushProperty name="width" value="0.05" units="cm"/>
      <inkml:brushProperty name="height" value="0.05" units="cm"/>
    </inkml:brush>
  </inkml:definitions>
  <inkml:trace contextRef="#ctx0" brushRef="#br0">0 158 24575,'1'0'0,"0"0"0,0 0 0,-1 1 0,1-1 0,0 1 0,0-1 0,-1 1 0,1-1 0,0 1 0,-1-1 0,1 1 0,0 0 0,-1-1 0,1 1 0,-1 0 0,1-1 0,-1 1 0,1 0 0,-1 0 0,0-1 0,1 1 0,-1 0 0,0 0 0,0 0 0,1 0 0,-1-1 0,0 3 0,3 27 0,-2-27 0,-1-1 0,2 30 0,0 0 0,-2 1 0,-7 51 0,1-69 0,6-15 0,0 0 0,0 0 0,-1 0 0,1 0 0,0 0 0,0 0 0,0 0 0,0 0 0,0 0 0,-1 0 0,1 0 0,0 0 0,0 0 0,0 0 0,0 0 0,0 0 0,-1 0 0,1 0 0,0 0 0,0 0 0,0 0 0,0 0 0,0-1 0,-1 1 0,1 0 0,0 0 0,0 0 0,0 0 0,0 0 0,0 0 0,0 0 0,0-1 0,0 1 0,0 0 0,0 0 0,0 0 0,-1 0 0,1-1 0,0 1 0,0 0 0,0 0 0,0 0 0,0 0 0,0 0 0,0-1 0,-4-30 0,4 2 0,1 0 0,2-1 0,1 1 0,1 1 0,2-1 0,1 1 0,1 0 0,1 0 0,1 1 0,18-29 0,-27 53 0,-1 0 0,1 1 0,0-1 0,0 1 0,0 0 0,0-1 0,0 1 0,1 0 0,-1 0 0,5-3 0,-6 5 0,0-1 0,0 1 0,0 0 0,1-1 0,-1 1 0,0 0 0,0 0 0,0 0 0,0 0 0,1 0 0,-1 0 0,0 0 0,0 0 0,0 0 0,1 0 0,-1 1 0,0-1 0,0 0 0,0 1 0,0-1 0,0 1 0,0 0 0,0-1 0,0 1 0,0 0 0,0-1 0,0 1 0,0 0 0,0 0 0,0 1 0,8 10 0,-1 0 0,-1 0 0,0 1 0,-1 0 0,0 0 0,-1 0 0,5 21 0,6 13 0,37 75-1365,-37-88-5461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7.222"/>
    </inkml:context>
    <inkml:brush xml:id="br0">
      <inkml:brushProperty name="width" value="0.05" units="cm"/>
      <inkml:brushProperty name="height" value="0.05" units="cm"/>
    </inkml:brush>
  </inkml:definitions>
  <inkml:trace contextRef="#ctx0" brushRef="#br0">1 76 24575,'3'-3'0,"4"-4"0,8-4 0,6-4 0,7 2 0,5-1 0,-4 2-8191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7.635"/>
    </inkml:context>
    <inkml:brush xml:id="br0">
      <inkml:brushProperty name="width" value="0.05" units="cm"/>
      <inkml:brushProperty name="height" value="0.05" units="cm"/>
    </inkml:brush>
  </inkml:definitions>
  <inkml:trace contextRef="#ctx0" brushRef="#br0">21 258 24575,'5'-1'0,"-5"1"0,1 0 0,-1 0 0,1 0 0,-1 0 0,0 0 0,1 0 0,-1 0 0,1 0 0,-1 1 0,0-1 0,1 0 0,-1 0 0,1 0 0,-1 0 0,0 1 0,1-1 0,-1 0 0,0 0 0,1 1 0,-1-1 0,0 0 0,1 0 0,-1 1 0,0-1 0,0 0 0,1 1 0,-1-1 0,0 1 0,0-1 0,0 0 0,0 1 0,1-1 0,-1 1 0,0 0 0,9 15 0,-1 1 0,0 0 0,-1 0 0,-1 0 0,-1 1 0,0 0 0,-2 1 0,0-1 0,-1 0 0,0 30 0,-2-47 0,1 1 0,-1 0 0,0 0 0,-1-1 0,1 1 0,0 0 0,0-1 0,-1 1 0,1 0 0,-1-1 0,1 1 0,-1 0 0,0-1 0,0 1 0,1-1 0,-1 1 0,0-1 0,-1 0 0,1 1 0,0-1 0,0 0 0,0 0 0,-1 0 0,1 1 0,-3 0 0,3-2 0,-1 0 0,1 0 0,-1 0 0,1 0 0,-1 0 0,1-1 0,-1 1 0,1 0 0,-1-1 0,1 1 0,-1-1 0,1 0 0,0 1 0,-1-1 0,1 0 0,0 0 0,0 0 0,-1 0 0,1 0 0,0 0 0,0 0 0,0 0 0,0 0 0,0-1 0,0 1 0,1 0 0,-1-1 0,-1-1 0,-4-9 0,1 0 0,0 0 0,0 0 0,1-1 0,1 1 0,0-1 0,1 0 0,-1-17 0,2-109 0,1 125 0,1-11 0,0 1 0,2 0 0,6-27 0,-8 46 0,1-1 0,-1 1 0,1 0 0,0-1 0,0 1 0,1 0 0,-1 0 0,1 0 0,0 0 0,1 1 0,-1-1 0,1 1 0,0 0 0,0 0 0,0 0 0,0 0 0,1 1 0,0 0 0,6-4 0,-6 6 0,-1 0 0,1 0 0,0 0 0,-1 0 0,1 1 0,0 0 0,0 0 0,0 0 0,-1 0 0,1 1 0,0 0 0,-1 0 0,1 0 0,0 1 0,-1-1 0,0 1 0,1 0 0,-1 1 0,0-1 0,0 1 0,4 3 0,5 3 0,-1 2 0,0 0 0,0 0 0,19 25 0,-24-27 0,-1 1 0,0-1 0,0 1 0,0 1 0,-1-1 0,-1 1 0,0-1 0,3 15 0,-6-20 0,0 1 0,0-1 0,-1 0 0,0 1 0,0-1 0,0 1 0,-1-1 0,1 0 0,-1 1 0,-1-1 0,1 0 0,-1 0 0,0 0 0,0 0 0,0 0 0,-1 0 0,0-1 0,0 1 0,-5 6 0,1-4-136,0 0-1,0-1 1,0 0-1,-1 0 1,0-1-1,0 0 1,0 0-1,-1-1 0,-16 6 1,-4-1-6690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7.816"/>
    </inkml:context>
    <inkml:brush xml:id="br0">
      <inkml:brushProperty name="width" value="0.05" units="cm"/>
      <inkml:brushProperty name="height" value="0.05" units="cm"/>
    </inkml:brush>
  </inkml:definitions>
  <inkml:trace contextRef="#ctx0" brushRef="#br0">0 12 24575,'3'3'0,"5"5"0,3 0 0,7-1 0,2-2 0,6-1 0,3-2 0,4-4 0,2-5 0,1-4 0,2-4 0,-7 1-8191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8.353"/>
    </inkml:context>
    <inkml:brush xml:id="br0">
      <inkml:brushProperty name="width" value="0.05" units="cm"/>
      <inkml:brushProperty name="height" value="0.05" units="cm"/>
    </inkml:brush>
  </inkml:definitions>
  <inkml:trace contextRef="#ctx0" brushRef="#br0">143 108 24575,'4'-43'0,"-2"33"0,-1 1 0,0-1 0,-1-12 0,0 22 0,0-1 0,0 1 0,0-1 0,0 1 0,0-1 0,0 1 0,0-1 0,0 1 0,-1-1 0,1 1 0,0-1 0,0 1 0,0-1 0,0 1 0,-1-1 0,1 1 0,0-1 0,-1 1 0,1 0 0,0-1 0,-1 1 0,1-1 0,0 1 0,-1 0 0,1-1 0,-1 1 0,1 0 0,0 0 0,-2-1 0,1 1 0,1 0 0,-1 0 0,0 1 0,0-1 0,0 0 0,0 1 0,1-1 0,-1 0 0,0 1 0,0-1 0,0 1 0,1-1 0,-1 1 0,0 0 0,0 0 0,-23 30 0,8-3 0,1 0 0,1 0 0,2 2 0,1 0 0,1 0 0,1 1 0,-7 59 0,15-81 0,0 0 0,1 0 0,0 0 0,0 0 0,1 0 0,0 0 0,1 0 0,0 0 0,0-1 0,1 1 0,7 14 0,-8-18 0,1-1 0,-1-1 0,1 1 0,0 0 0,0-1 0,0 1 0,0-1 0,1 0 0,0 0 0,-1 0 0,1-1 0,0 1 0,0-1 0,0 0 0,1 0 0,-1 0 0,0-1 0,1 1 0,-1-1 0,1 0 0,-1-1 0,1 1 0,0-1 0,6 0 0,-3 0 0,0-1 0,0 0 0,0 0 0,-1-1 0,1 0 0,-1-1 0,1 1 0,-1-2 0,0 1 0,0-1 0,0 0 0,0 0 0,-1 0 0,0-1 0,0 0 0,0-1 0,0 1 0,5-8 0,-5 4 0,0 1 0,0-1 0,-1 0 0,0 0 0,-1-1 0,1 1 0,-2-1 0,0 0 0,0 0 0,-1 0 0,0-1 0,0 1 0,-1-13 0,-2-8 0,-1 29 0,1 20 0,1 0 69,0 0-1,2 0 0,0 0 0,7 28 1,-7-37-212,0-1 1,1 0 0,0 0 0,1 0-1,-1 0 1,2-1 0,-1 0 0,1 1 0,0-1-1,0-1 1,11 11 0,0-5-6684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8.536"/>
    </inkml:context>
    <inkml:brush xml:id="br0">
      <inkml:brushProperty name="width" value="0.05" units="cm"/>
      <inkml:brushProperty name="height" value="0.05" units="cm"/>
    </inkml:brush>
  </inkml:definitions>
  <inkml:trace contextRef="#ctx0" brushRef="#br0">1 138 24575,'0'-6'0,"0"-9"0,0-8 0,0-6 0,0-1 0,0 7 0,0 11 0,3 14 0,1 16 0,0 11 0,2 10 0,0 7 0,3 7 0,-1 2 0,2-1 0,-1-4 0,1-7 0,-1-11-8191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8.935"/>
    </inkml:context>
    <inkml:brush xml:id="br0">
      <inkml:brushProperty name="width" value="0.05" units="cm"/>
      <inkml:brushProperty name="height" value="0.05" units="cm"/>
    </inkml:brush>
  </inkml:definitions>
  <inkml:trace contextRef="#ctx0" brushRef="#br0">44 125 24575,'-11'0'0,"-16"1"0,21-3 0,12-1 0,183-41 0,-71 19 0,104-26 0,-463 99 0,238-47 0,-1-1 0,1 1 0,0 0 0,0 0 0,0 0 0,-1 1 0,1-1 0,1 1 0,-1-1 0,-4 4 0,6-4 0,0 0 0,0 1 0,0-1 0,0 1 0,0-1 0,0 1 0,0 0 0,0-1 0,0 1 0,1 0 0,-1 0 0,1-1 0,-1 1 0,1 0 0,0 0 0,0 0 0,0 0 0,0-1 0,0 4 0,19 197 0,-18-176 39,12 191-1443,-10-186-5422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9.363"/>
    </inkml:context>
    <inkml:brush xml:id="br0">
      <inkml:brushProperty name="width" value="0.05" units="cm"/>
      <inkml:brushProperty name="height" value="0.05" units="cm"/>
    </inkml:brush>
  </inkml:definitions>
  <inkml:trace contextRef="#ctx0" brushRef="#br0">198 182 24575,'1'-39'0,"1"24"0,-2 1 0,0-1 0,-1 1 0,-5-29 0,6 41 0,0 0 0,-1 0 0,1 0 0,-1 0 0,0 0 0,0 0 0,0 0 0,0 0 0,0 1 0,0-1 0,0 0 0,-1 0 0,1 1 0,-1-1 0,1 1 0,-1-1 0,1 1 0,-1 0 0,0 0 0,0 0 0,1 0 0,-1 0 0,0 0 0,0 0 0,0 0 0,0 1 0,0-1 0,-1 1 0,1-1 0,0 1 0,0 0 0,0 0 0,0 0 0,0 0 0,0 0 0,0 1 0,-1-1 0,1 1 0,0-1 0,0 1 0,-2 1 0,-5 1 0,1 1 0,0 0 0,1 0 0,-1 1 0,1 0 0,0 1 0,0-1 0,-10 12 0,12-12 0,1 0 0,-1 0 0,1 0 0,1 1 0,-1-1 0,1 1 0,0 0 0,0 0 0,1 0 0,-1 0 0,1 1 0,1-1 0,-1 1 0,1-1 0,0 1 0,1 0 0,0-1 0,0 1 0,0-1 0,1 1 0,0 0 0,0-1 0,0 1 0,1-1 0,0 0 0,0 1 0,1-1 0,0 0 0,0 0 0,0-1 0,1 1 0,0-1 0,0 0 0,0 1 0,8 5 0,9 9 0,1-2 0,1 0 0,40 23 0,-30-21 0,32 28 0,-61-45 0,0 0 0,-1 0 0,1 1 0,-1-1 0,0 1 0,0 0 0,0 0 0,4 8 0,-7-10 0,1 0 0,-1-1 0,1 1 0,-1 0 0,0-1 0,1 1 0,-1 0 0,0 0 0,0 0 0,0-1 0,-1 1 0,1 0 0,0 0 0,-1-1 0,1 1 0,-1 0 0,0-1 0,1 1 0,-1 0 0,0-1 0,0 1 0,0-1 0,0 1 0,0-1 0,0 0 0,-3 3 0,-4 3 0,0-1 0,-1 0 0,1 0 0,-1-1 0,0 0 0,-1 0 0,1-1 0,-1-1 0,-13 4 0,7-3 0,0 0 0,-1-1 0,1-1 0,-1-1 0,-18 0 0,2-6-1365,6-2-5461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09.718"/>
    </inkml:context>
    <inkml:brush xml:id="br0">
      <inkml:brushProperty name="width" value="0.05" units="cm"/>
      <inkml:brushProperty name="height" value="0.05" units="cm"/>
    </inkml:brush>
  </inkml:definitions>
  <inkml:trace contextRef="#ctx0" brushRef="#br0">95 173 24575,'0'-1'0,"-1"-1"0,1 1 0,-1 0 0,1 0 0,-1 0 0,0-1 0,1 1 0,-1 0 0,0 0 0,0 0 0,0 0 0,0 0 0,0 0 0,0 0 0,0 0 0,0 1 0,0-1 0,0 0 0,0 1 0,-1-1 0,1 1 0,-2-1 0,-28-10 0,21 9 0,7 2 0,0 0 0,1-1 0,-1 1 0,1-1 0,-1 0 0,0 0 0,1 0 0,-1 0 0,1 0 0,-3-3 0,6 1 0,8 0 0,9 1 0,37-2 0,0-3 0,59-14 0,-112 21 0,0 0 0,0-1 0,0 1 0,0-1 0,0 0 0,0 1 0,-1-1 0,1 0 0,0 0 0,0 0 0,-1-1 0,1 1 0,0 0 0,-1 0 0,1-1 0,-1 1 0,0-1 0,1 0 0,-1 1 0,0-1 0,1-3 0,-2 4 0,0-1 0,0 1 0,0-1 0,0 0 0,0 1 0,-1-1 0,1 1 0,0-1 0,-1 0 0,0 1 0,1-1 0,-1 1 0,0 0 0,0-1 0,0 1 0,0 0 0,0-1 0,0 1 0,0 0 0,0 0 0,0 0 0,-1 0 0,1 0 0,0 0 0,-1 0 0,1 0 0,-3 0 0,-1-3 0,-1 2 0,1-1 0,0 0 0,-1 1 0,0 0 0,0 0 0,1 1 0,-1 0 0,0 0 0,0 0 0,-9 0 0,13 2 0,-1-1 0,0 0 0,1 1 0,0-1 0,-1 1 0,1 0 0,-1 0 0,1 0 0,0 0 0,-1 0 0,1 1 0,0-1 0,0 0 0,0 1 0,0 0 0,0 0 0,1-1 0,-1 1 0,0 0 0,1 0 0,0 0 0,-1 1 0,1-1 0,0 0 0,0 0 0,0 1 0,0-1 0,0 1 0,0 4 0,-4 26 0,2-1 0,1 1 0,2 0 0,3 34 0,-1-34 0,21 238-1365,-18-237-5461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0.109"/>
    </inkml:context>
    <inkml:brush xml:id="br0">
      <inkml:brushProperty name="width" value="0.05" units="cm"/>
      <inkml:brushProperty name="height" value="0.05" units="cm"/>
    </inkml:brush>
  </inkml:definitions>
  <inkml:trace contextRef="#ctx0" brushRef="#br0">49 301 24575,'0'-11'0,"-1"16"0,-1 18 0,-10 32 0,-21 108 0,33-149 0,4-16 0,9-23 0,37-126 0,-7 18 0,-29 94 0,0-2 0,3 1 0,24-45 0,-40 82 0,1 1 0,-1-1 0,1 0 0,0 0 0,0 1 0,0 0 0,1-1 0,-1 1 0,1 0 0,-1 0 0,1 0 0,3-2 0,-5 4 0,-1 0 0,1 0 0,0-1 0,-1 1 0,1 0 0,0 0 0,-1 0 0,1 0 0,0 0 0,-1 0 0,1 0 0,0 0 0,-1 1 0,1-1 0,0 0 0,-1 0 0,1 0 0,0 1 0,-1-1 0,1 0 0,-1 1 0,2 0 0,-1 0 0,1 1 0,-1-1 0,0 1 0,0-1 0,0 1 0,0 0 0,0 0 0,0-1 0,0 1 0,0 0 0,0 2 0,7 28 0,-2 0 0,5 62 0,-6-41 0,4 30 243,12 93-1851,-12-128-5218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0.278"/>
    </inkml:context>
    <inkml:brush xml:id="br0">
      <inkml:brushProperty name="width" value="0.05" units="cm"/>
      <inkml:brushProperty name="height" value="0.05" units="cm"/>
    </inkml:brush>
  </inkml:definitions>
  <inkml:trace contextRef="#ctx0" brushRef="#br0">25 71 24575,'-3'-3'0,"-1"-4"0,-3-1 0,0-2 0,4 0 0,5 2 0,10 3 0,8 2 0,7 1 0,8 1 0,5-2 0,5-1 0,4 0 0,-7 2-8191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0.794"/>
    </inkml:context>
    <inkml:brush xml:id="br0">
      <inkml:brushProperty name="width" value="0.05" units="cm"/>
      <inkml:brushProperty name="height" value="0.05" units="cm"/>
    </inkml:brush>
  </inkml:definitions>
  <inkml:trace contextRef="#ctx0" brushRef="#br0">143 127 24575,'-9'-42'0,"3"26"0,6 16 0,0 1 0,0-1 0,0 0 0,0 0 0,0 0 0,0 0 0,0 0 0,0 0 0,0 0 0,0 1 0,0-1 0,0 0 0,0 0 0,0 0 0,0 0 0,0 0 0,0 0 0,0 0 0,0 1 0,0-1 0,0 0 0,0 0 0,0 0 0,0 0 0,0 0 0,0 0 0,0 0 0,0 0 0,-1 1 0,1-1 0,0 0 0,0 0 0,0 0 0,0 0 0,0 0 0,0 0 0,0 0 0,0 0 0,-1 0 0,1 0 0,0 0 0,0 0 0,0 0 0,0 0 0,0 0 0,0 0 0,0 0 0,-1 0 0,1 0 0,0 0 0,0 0 0,0 0 0,0 0 0,0 0 0,0 0 0,0 0 0,-1 0 0,1 0 0,0 0 0,0 0 0,-15 79 0,-3 0 0,-43 118 0,59-189 0,-1 0 0,0 0 0,-1-1 0,-5 10 0,3-12 0,4-11 0,4-14 0,11-61 0,4 0 0,39-112 0,-55 189 0,5-11 0,15-28 0,-20 40 0,0 1 0,1-1 0,-1 1 0,1-1 0,0 1 0,0 0 0,0 0 0,0 0 0,0 0 0,0 0 0,0 0 0,1 0 0,-1 1 0,1 0 0,-1-1 0,1 1 0,0 0 0,4-1 0,-5 2 0,-1 0 0,1 0 0,0 1 0,-1-1 0,1 1 0,0-1 0,-1 1 0,1 0 0,-1-1 0,1 1 0,-1 0 0,1 0 0,-1 0 0,0 0 0,1 0 0,-1 1 0,0-1 0,0 0 0,0 1 0,0-1 0,0 0 0,0 1 0,0-1 0,-1 1 0,1 0 0,0-1 0,0 4 0,3 5 0,-1 1 0,4 20 0,4 50 0,14 62 0,-25-141 0,1 0 0,-1 0 0,1 0 0,-1 0 0,1 0 0,0 0 0,0 0 0,0-1 0,0 1 0,0 0 0,1-1 0,-1 1 0,0 0 0,1-1 0,-1 0 0,1 1 0,0-1 0,2 2 0,-3-3 0,1 1 0,-1-1 0,1 0 0,0 0 0,-1 0 0,1 0 0,-1 0 0,1 0 0,0 0 0,-1 0 0,1 0 0,-1-1 0,1 1 0,-1-1 0,1 1 0,-1-1 0,1 0 0,-1 0 0,1 1 0,-1-1 0,0 0 0,0 0 0,3-2 0,7-7 0,-1-1 0,15-19 0,5-5 0,-22 28 36,-4 3-136,0 0 0,1 0 0,-1-1 0,-1 1 0,1-1 0,-1 0-1,1 0 1,-1 0 0,-1 0 0,1-1 0,-1 1 0,0-1 0,2-9 0,-2 1-6726</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1.759"/>
    </inkml:context>
    <inkml:brush xml:id="br0">
      <inkml:brushProperty name="width" value="0.05" units="cm"/>
      <inkml:brushProperty name="height" value="0.05" units="cm"/>
    </inkml:brush>
  </inkml:definitions>
  <inkml:trace contextRef="#ctx0" brushRef="#br0">123 1 24575,'-13'15'0,"0"2"0,0-1 0,2 2 0,0-1 0,1 2 0,1-1 0,0 1 0,-8 30 0,13-35 0,0 1 0,1-1 0,1 1 0,0 0 0,1 0 0,0 0 0,2 0 0,-1 0 0,2-1 0,3 17 0,-4-25 0,1 0 0,0-1 0,0 1 0,0-1 0,1 1 0,0-1 0,0 0 0,0 0 0,0-1 0,1 1 0,0 0 0,5 4 0,-5-6 0,0 0 0,1-1 0,-1 1 0,0-1 0,1 0 0,0 0 0,-1 0 0,1-1 0,0 0 0,0 0 0,0 0 0,0 0 0,0-1 0,0 0 0,0 0 0,7-1 0,-5 0 0,0 0 0,0 0 0,0-1 0,0 0 0,0-1 0,0 1 0,-1-1 0,1-1 0,-1 1 0,0-1 0,0 0 0,0-1 0,-1 1 0,1-1 0,-1 0 0,0 0 0,-1-1 0,1 0 0,-1 1 0,0-2 0,-1 1 0,1 0 0,-1-1 0,0 1 0,-1-1 0,0 0 0,0 0 0,0 0 0,0-8 0,0 7 0,-1-1 0,0 1 0,-1-1 0,0 1 0,0 0 0,-1-1 0,0 1 0,0-1 0,-1 1 0,0 0 0,0 0 0,-1 0 0,0 0 0,-1 1 0,0-1 0,0 1 0,0 0 0,-1 0 0,0 0 0,-1 0 0,1 1 0,-1 0 0,0 0 0,-12-8 0,14 11-72,0 1 1,0-1-1,0 1 0,-1 0 0,1 0 0,0 0 0,-1 0 0,0 1 1,1 0-1,-1 0 0,0 0 0,0 0 0,1 1 0,-1 0 0,0 0 1,0 0-1,0 1 0,-9 1 0,0 6-6754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2.034"/>
    </inkml:context>
    <inkml:brush xml:id="br0">
      <inkml:brushProperty name="width" value="0.05" units="cm"/>
      <inkml:brushProperty name="height" value="0.05" units="cm"/>
    </inkml:brush>
  </inkml:definitions>
  <inkml:trace contextRef="#ctx0" brushRef="#br0">39 49 24575,'-1'-4'0,"0"0"0,-1 0 0,1 0 0,-1 0 0,0 0 0,0 0 0,-1 0 0,1 1 0,-7-7 0,9 9 0,0 1 0,0 0 0,0 0 0,0 0 0,-1 0 0,1-1 0,0 1 0,0 0 0,0 0 0,0 0 0,0 0 0,-1 0 0,1 0 0,0-1 0,0 1 0,0 0 0,-1 0 0,1 0 0,0 0 0,0 0 0,0 0 0,-1 0 0,1 0 0,0 0 0,0 0 0,0 0 0,-1 0 0,1 0 0,0 0 0,0 0 0,0 0 0,-1 0 0,1 0 0,0 0 0,0 0 0,0 1 0,0-1 0,-1 0 0,1 0 0,0 0 0,0 0 0,0 0 0,0 0 0,-1 1 0,1-1 0,0 0 0,0 0 0,0 0 0,0 0 0,0 1 0,0-1 0,0 0 0,0 0 0,-1 0 0,1 1 0,0-1 0,0 0 0,0 0 0,0 0 0,0 1 0,0-1 0,0 0 0,0 1 0,-2 16 0,2-16 0,-2 259 0,4-139 0,-2-104 0,0 0 0,1 1 0,1-1 0,1 0 0,5 18 0,-8-32 0,1 0 0,0 0 0,0 0 0,0-1 0,0 1 0,1 0 0,-1-1 0,1 1 0,-1-1 0,1 1 0,0-1 0,0 0 0,0 0 0,0 0 0,1 0 0,-1 0 0,0-1 0,1 1 0,-1 0 0,1-1 0,0 0 0,0 0 0,-1 0 0,1 0 0,0 0 0,0 0 0,0-1 0,0 1 0,0-1 0,0 0 0,0 0 0,-1 0 0,1-1 0,0 1 0,0 0 0,0-1 0,0 0 0,3-1 0,8-3-208,0-1 0,0 0-1,-1-1 1,24-17-1,-33 22-114,26-19-6503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2.328"/>
    </inkml:context>
    <inkml:brush xml:id="br0">
      <inkml:brushProperty name="width" value="0.05" units="cm"/>
      <inkml:brushProperty name="height" value="0.05" units="cm"/>
    </inkml:brush>
  </inkml:definitions>
  <inkml:trace contextRef="#ctx0" brushRef="#br0">353 18 24575,'-3'-2'0,"0"0"0,-1 0 0,1 1 0,0-1 0,-1 0 0,1 1 0,0 0 0,-1 0 0,0 0 0,1 0 0,-1 1 0,-4-1 0,-46 1 0,52 0 0,-9 1 0,0 0 0,0 1 0,0 0 0,0 1 0,1 0 0,-1 1 0,1 0 0,0 0 0,0 1 0,0 1 0,1 0 0,-1 0 0,2 1 0,-1 0 0,1 0 0,0 1 0,0 0 0,1 0 0,0 1 0,1 0 0,-1 0 0,2 1 0,0 0 0,0 0 0,0 0 0,1 0 0,1 1 0,-4 19 0,3-8 0,1 0 0,1 1 0,0-1 0,2 1 0,1 0 0,5 27 0,-4-36 0,1 0 0,0 0 0,1 0 0,1-1 0,0 1 0,1-1 0,0-1 0,1 1 0,1-1 0,17 22 0,-22-30-49,1 0 1,-1 0-1,1-1 0,0 1 0,0-1 1,1 0-1,-1 0 0,1 0 0,-1-1 1,1 0-1,0 0 0,0 0 0,0 0 1,0-1-1,0 1 0,0-2 0,0 1 1,1 0-1,-1-1 0,0 0 0,0 0 1,1-1-1,-1 1 0,0-1 0,0 0 0,0 0 1,5-3-1,16-8-6777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2.460"/>
    </inkml:context>
    <inkml:brush xml:id="br0">
      <inkml:brushProperty name="width" value="0.05" units="cm"/>
      <inkml:brushProperty name="height" value="0.05" units="cm"/>
    </inkml:brush>
  </inkml:definitions>
  <inkml:trace contextRef="#ctx0" brushRef="#br0">159 137 24575,'-3'-3'0,"-4"-8"0,-4-4 0,-4-4 0,-5-1 0,-2 3 0,-4 1 0,-1 3 0,8 4 0,10 4 0,13 2 0,15 2 0,17 1 0,14 1 0,12-1 0,5 1 0,0-4 0,-11-1-8191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5.841"/>
    </inkml:context>
    <inkml:brush xml:id="br0">
      <inkml:brushProperty name="width" value="0.05" units="cm"/>
      <inkml:brushProperty name="height" value="0.05" units="cm"/>
    </inkml:brush>
  </inkml:definitions>
  <inkml:trace contextRef="#ctx0" brushRef="#br0">485 647 24575,'-16'-18'0,"15"17"0,1 1 0,0 0 0,-1-1 0,1 1 0,0-1 0,-1 1 0,1-1 0,0 1 0,-1-1 0,1 1 0,0-1 0,0 1 0,0-1 0,0 1 0,-1-1 0,1 1 0,0-1 0,0 1 0,0-1 0,0 0 0,0 1 0,0-1 0,0 1 0,0-1 0,1 1 0,-1-1 0,0 1 0,0-1 0,0 1 0,1-1 0,-1 0 0,0 1 0,0 0 0,1-1 0,-1 1 0,0-1 0,1 1 0,0-1 0,-1 1 0,1 0 0,-1 0 0,1 0 0,-1 0 0,1 0 0,-1 0 0,1 0 0,-1 0 0,1 0 0,-1 0 0,1 0 0,-1 1 0,1-1 0,-1 0 0,1 0 0,-1 0 0,1 1 0,-1-1 0,0 0 0,1 1 0,-1-1 0,1 0 0,-1 1 0,0-1 0,1 0 0,-1 1 0,0-1 0,0 1 0,1-1 0,-1 1 0,0-1 0,0 1 0,1-1 0,-1 1 0,0 0 0,8 19 0,-6-5 0,1-1 0,-2 0 0,0 1 0,-1-1 0,0 1 0,-1-1 0,-1 0 0,-5 23 0,-39 116 0,33-115 0,-184 433 0,16-49 0,166-379 0,-12 53 0,25-84 0,-1 1 0,2-1 0,0 1 0,0-1 0,1 1 0,0-1 0,1 1 0,1-1 0,4 18 0,-4-26 0,-1 0 0,1 1 0,1-1 0,-1 0 0,0 0 0,1 0 0,0-1 0,0 1 0,0-1 0,0 0 0,1 1 0,0-1 0,-1-1 0,1 1 0,0-1 0,0 1 0,0-1 0,0 0 0,1 0 0,-1-1 0,0 1 0,9 0 0,5 2 0,0-2 0,0 0 0,1-1 0,25-3 0,322-45 0,-216 22 0,904-89-2346,7 54-1350,-692 41 3015,3433-125-2868,-2810 111 3426,-4-35 1461,-956 65-759,158-18 526,-141 13 62,84-24 1,-125 29-933,1 0-1,-1 0 1,0 0 0,-1-1 0,9-5 0,-15 8-163,0 0 1,1 0-1,-1 0 1,0 1 0,0-1-1,0 0 1,0 0-1,0 0 1,-1-1-1,1 1 1,0 0 0,0 0-1,-1 0 1,1-1-1,0 1 1,-1 0 0,0-1-1,1 1 1,-1 0-1,0-1 1,1 1-1,-1 0 1,0-1 0,0 1-1,0-1 1,0 1-1,0 0 1,-1-1 0,1 1-1,0 0 1,-1-1-1,1 1 1,-1 0-1,1-1 1,-1 1 0,0 0-1,-1-2 1,-9-12 100,0 0 1,-24-22 0,26 30-145,1 0 0,1-1 1,-1 0-1,2-1 0,-1 0 0,1 0 0,0 0 0,1-1 1,0 1-1,1-1 0,-6-17 0,4-10-29,-3-57 0,1 6 0,-91-389 0,68 346 0,-16-103 0,21 99 0,23 115 0,-2 0 0,0 1 0,-17-38 0,20 52 0,-1 0 0,1 0 0,-1 0 0,-1 1 0,1-1 0,-1 1 0,0-1 0,0 1 0,0 1 0,0-1 0,0 0 0,-1 1 0,0 0 0,0 0 0,0 1 0,0-1 0,0 1 0,-11-3 0,-14 0 0,0 1 0,0 2 0,-44 2 0,33 1 0,-947 52-2296,725-32 1697,-54 3 109,-1677 140-4432,-157 54 4946,1090-110-210,447-52-490,4-30 2591,592-26-1424,-11 0 404,0 0 1,0-2 0,0-1 0,-34-8 0,46 4 106,17 7-975,0-1 0,0 1 0,0 0 0,-1 0 0,1 0 1,0 0-1,0-1 0,0 1 0,0 0 0,0 0 0,0 0 0,0-1 0,-1 1 1,1 0-1,0 0 0,0-1 0,0 1 0,0 0 0,0 0 0,0 0 0,0-1 1,0 1-1,0 0 0,0 0 0,0-1 0,1 1 0,-1 0 0,0 0 0,0 0 1,0-1-1,0 1 0,0 0 0,0 0 0,0 0 0,0-1 0,1 1 0,0-1-112,1 0 0,0 0-1,-1 0 1,1 0-1,0 0 1,0 0-1,0 0 1,-1 1 0,1-1-1,0 1 1,0 0-1,3-1 1,11 0-6741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7.044"/>
    </inkml:context>
    <inkml:brush xml:id="br0">
      <inkml:brushProperty name="width" value="0.05" units="cm"/>
      <inkml:brushProperty name="height" value="0.05" units="cm"/>
    </inkml:brush>
  </inkml:definitions>
  <inkml:trace contextRef="#ctx0" brushRef="#br0">408 4303 24575,'0'0'0,"0"1"0,0-1 0,0 1 0,0-1 0,0 1 0,0-1 0,0 0 0,0 1 0,0-1 0,-1 1 0,1-1 0,0 1 0,0-1 0,0 0 0,-1 1 0,1-1 0,0 1 0,0-1 0,-1 0 0,1 1 0,0-1 0,-1 0 0,1 1 0,-1-1 0,1 0 0,0 0 0,-1 1 0,1-1 0,-1 0 0,1 0 0,-1 0 0,1 0 0,0 1 0,-1-1 0,1 0 0,-1 0 0,1 0 0,-1 0 0,1 0 0,-1 0 0,1 0 0,-1 0 0,1-1 0,-1 1 0,1 0 0,0 0 0,-1 0 0,1 0 0,-1-1 0,0 1 0,-1-1 0,0 0 0,0 0 0,0 0 0,0 0 0,0 0 0,0 0 0,0-1 0,1 1 0,-3-3 0,-8-15 0,1-1 0,1 0 0,1-1 0,-8-25 0,8 21 0,-1-6 0,1 0 0,2 0 0,1 0 0,-4-63 0,13-130 0,57-365-538,-17 212 264,3-456 228,-48 682 34,-7 1 1,-7 0-1,-52-225 1,52 320 124,-2 0 0,-2 2 0,-32-59 0,-99-140 339,140 237-452,5 7 0,1 0 0,-1 0 0,1 0 0,1 0 0,-1-1 0,2 0 0,-1 0 0,1 0 0,0 0 0,-1-11 0,4 18 0,0 1 0,0-1 0,0 1 0,0 0 0,1-1 0,-1 1 0,0-1 0,1 1 0,-1 0 0,1-1 0,-1 1 0,1 0 0,0-1 0,0 1 0,0 0 0,-1 0 0,1 0 0,0 0 0,0 0 0,0 0 0,1 0 0,-1 0 0,0 0 0,0 1 0,0-1 0,1 0 0,-1 1 0,0-1 0,1 1 0,-1-1 0,1 1 0,-1 0 0,3-1 0,6 0 0,-1 0 0,1 0 0,-1 1 0,11 1 0,-14 0 0,166 10 0,141 6 0,861-19-4070,1-56-716,70-35 4262,-1-27 244,-523 49 87,-647 64 196,230-21 1046,-104 14 2632,-161 12-2682,-26 4 760,-25 3-956,-43 2-311,-1-3-1,-59-2 0,67-1-406,30-1-85,-12 1 0,1-1 0,-1-1 0,0-2 0,-42-9 0,68 11-136,0 0-1,0-1 1,0 1-1,0-1 1,0 0-1,1 0 1,-1-1-1,1 1 0,-7-6 1,0-5-6690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7.291"/>
    </inkml:context>
    <inkml:brush xml:id="br0">
      <inkml:brushProperty name="width" value="0.05" units="cm"/>
      <inkml:brushProperty name="height" value="0.05" units="cm"/>
    </inkml:brush>
  </inkml:definitions>
  <inkml:trace contextRef="#ctx0" brushRef="#br0">202 149 24575,'0'-4'0,"-1"0"0,0 0 0,0 1 0,0-1 0,0 0 0,-1 1 0,1-1 0,-1 1 0,0-1 0,0 1 0,0 0 0,-1 0 0,1 0 0,-1 0 0,1 0 0,-5-2 0,-3-4 0,0 1 0,-1 0 0,-16-9 0,-58-23 0,81 35 0,9 4 0,13 2 0,14 7 0,-1 1 0,0 2 0,0 1 0,-1 1 0,0 2 0,-1 0 0,51 39 0,-72-47 0,1 0 0,-2 0 0,1 1 0,-1 0 0,0 0 0,-1 1 0,0 0 0,0 0 0,-1 1 0,0-1 0,-1 1 0,7 20 0,-10-22 0,1 0 0,-1 0 0,-1 0 0,1 1 0,-1-1 0,-1 0 0,1 0 0,-2 0 0,1 1 0,-1-1 0,0 0 0,-1-1 0,1 1 0,-2 0 0,1-1 0,-1 1 0,-7 9 0,-2 1 49,-2-1 0,0 0-1,-1-1 1,0 0 0,-1-2-1,-36 25 1,-122 60-1564,167-95 1324,-61 31-6635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8.392"/>
    </inkml:context>
    <inkml:brush xml:id="br0">
      <inkml:brushProperty name="width" value="0.05" units="cm"/>
      <inkml:brushProperty name="height" value="0.05" units="cm"/>
    </inkml:brush>
  </inkml:definitions>
  <inkml:trace contextRef="#ctx0" brushRef="#br0">5385 75 24575,'1'0'0,"0"0"0,1-1 0,-1 1 0,0 0 0,0-1 0,1 1 0,-1-1 0,0 0 0,0 1 0,1-1 0,-1 0 0,0 0 0,0 0 0,0 0 0,0 0 0,0 0 0,-1 0 0,1 0 0,0 0 0,0 0 0,-1 0 0,1 0 0,0-1 0,-1 1 0,1 0 0,-1-1 0,0 1 0,1 0 0,-1-1 0,0 1 0,0 0 0,0-1 0,0 1 0,0 0 0,0-1 0,0 1 0,0-1 0,-1 1 0,1 0 0,-1 0 0,1-1 0,-1 1 0,1 0 0,-1 0 0,0-1 0,0 0 0,-3-1 0,1 1 0,0 0 0,-1 0 0,0 0 0,1 0 0,-1 0 0,0 1 0,0 0 0,0-1 0,0 2 0,-7-2 0,-51-1 0,42 3 0,-341 9-436,-3 22-226,196-16 549,-673 52-908,-28 2-961,3 24 906,-73 52-165,782-119 1168,56-10 122,-411 49 5412,484-65-4912,21-1-475,1 1-1,-1 0 1,1 0 0,-1 1 0,0 0-1,-10 3 1,16-4-73,1 0 0,-1 0-1,1 1 1,-1-1 0,1 0-1,0 0 1,-1 1 0,1-1-1,-1 0 1,1 1 0,0-1 0,-1 1-1,1-1 1,0 1 0,-1-1-1,1 0 1,0 1 0,-1-1-1,1 1 1,0-1 0,0 1 0,0-1-1,0 1 1,0 0 0,-1-1-1,1 1 1,0-1 0,0 1-1,0-1 1,0 1 0,1-1 0,-1 1-1,0-1 1,0 1 0,0-1-1,0 1 1,0-1 0,1 1-1,-1-1 1,0 1 0,0-1-1,1 1 1,-1-1 0,0 1 0,1-1-1,-1 0 1,1 1 0,-1-1-1,0 0 1,1 1 0,27 26-6,-20-20 3,4 6 2,-1 1 0,0 1 0,-1 0 0,-1 0 0,0 1 0,-1 0 0,9 27 0,30 124 0,-47-166 0,97 479 18,-42-188-126,-3-33-339,84 395 443,-56-344-4,-58-238 41,4 0-1,41 80 1,-62-141-338,1 0 1,14 18-1,-12-21-6521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18.737"/>
    </inkml:context>
    <inkml:brush xml:id="br0">
      <inkml:brushProperty name="width" value="0.05" units="cm"/>
      <inkml:brushProperty name="height" value="0.05" units="cm"/>
    </inkml:brush>
  </inkml:definitions>
  <inkml:trace contextRef="#ctx0" brushRef="#br0">19 53 24575,'-1'0'0,"0"0"0,0 1 0,0-1 0,0 1 0,0-1 0,1 1 0,-1 0 0,0-1 0,0 1 0,1 0 0,-1-1 0,0 1 0,1 0 0,-1 0 0,1-1 0,-1 1 0,1 0 0,-1 0 0,1 0 0,0 0 0,-1 0 0,1 0 0,0 0 0,0 0 0,-1 0 0,1 0 0,0 1 0,-2 29 0,2-25 0,1-1 0,0 1 0,1-1 0,-1 1 0,1-1 0,0 0 0,1 1 0,-1-1 0,1 0 0,0 0 0,0-1 0,0 1 0,1-1 0,0 1 0,-1-1 0,2 0 0,-1 0 0,0-1 0,1 0 0,9 6 0,-2-2 0,0-1 0,0 0 0,1-1 0,-1 0 0,1-1 0,0-1 0,24 4 0,-17-5 0,0-1 0,0-1 0,0 0 0,0-2 0,0 0 0,0-2 0,-1 0 0,1-1 0,-1 0 0,26-13 0,-32 12 0,-1 0 0,0-1 0,0-1 0,-1 0 0,0 0 0,0-1 0,-1-1 0,0 0 0,-1 0 0,0-1 0,0 0 0,-1 0 0,-1-1 0,0 0 0,9-23 0,-15 33 0,0-1 0,0 1 0,0-1 0,0 1 0,-1-1 0,1 0 0,-1 1 0,1-1 0,-1 0 0,0 0 0,-1-4 0,1 7 0,0 0 0,0-1 0,0 1 0,-1 0 0,1-1 0,0 1 0,0 0 0,0 0 0,-1-1 0,1 1 0,0 0 0,0 0 0,-1-1 0,1 1 0,0 0 0,0 0 0,-1 0 0,1-1 0,0 1 0,-1 0 0,1 0 0,0 0 0,-1 0 0,1 0 0,0 0 0,-1 0 0,1 0 0,0 0 0,-1 0 0,1 0 0,0 0 0,-1 0 0,-1 0 0,0 1 0,0-1 0,0 1 0,0 0 0,1 0 0,-1 0 0,0 0 0,0 0 0,-1 2 0,-75 64 263,33-26-1891,-7 3-5198</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7.231"/>
    </inkml:context>
    <inkml:brush xml:id="br0">
      <inkml:brushProperty name="width" value="0.05" units="cm"/>
      <inkml:brushProperty name="height" value="0.05" units="cm"/>
    </inkml:brush>
  </inkml:definitions>
  <inkml:trace contextRef="#ctx0" brushRef="#br0">883 316 24575,'10'772'-924,"-1"-72"-541,-21-2 698,-3-429 776,-67 355 0,47-454-64,-8 0 1,-7-3-1,-81 182 0,-215 311-939,310-598 923,26-44 48,-79 150-295,79-146 445,1 1 1,0 1 0,2 0-1,1 0 1,-4 35-1,9-53-26,1 1-1,-1-1 1,2 0 0,-1 0-1,1 1 1,0-1 0,0 0 0,0 0-1,1 0 1,5 11 0,-5-13-17,1 1 1,-1-1 0,1 0-1,0 0 1,1-1 0,-1 1 0,1-1-1,-1 0 1,1 1 0,0-2-1,0 1 1,1 0 0,-1-1-1,6 2 1,4 2 110,1-1 0,0 0-1,0-1 1,0-1 0,30 2 0,82-5-228,-111 0 58,418-31-677,-150 8 162,1676-16-7782,1 113 5274,266 56 1535,580 26 798,-2257-141 1204,-6-30 1635,-316-6-387,-186 14-1468,0-1 0,-1-3 0,50-18 0,-79 25-66,-1-1-1,1-1 0,-1 0 1,0 0-1,-1-1 0,0 0 1,0-1-1,0 0 0,12-14 1,-18 17-81,0-1 0,0 0-1,0 0 1,-1 0 0,0 0 0,0 0 0,-1-1 0,1 1 0,-1-1 0,-1 0 0,1 1 0,-1-1 0,-1 0 0,1 0 0,-1 0 0,0 0 0,-1 0 0,-1-8 0,-2-7 171,-2 0 1,0 1 0,-1-1-1,-2 2 1,-15-31 0,-66-96 420,65 108-935,-323-544 170,250 393-794,-86-239-1,118 232 641,9-2-1,8-3 1,9-1-1,-22-323 1,51 253 41,12 1 1,72-542-1,-39 627 285,8 2 1,128-351-1,-144 475 206,-14 34 77,-1 0-1,-1-1 0,-2 0 0,6-30 0,-13 55-443,-1 0 0,0 0 0,0 0 0,0 0 0,0 0 0,0 1 0,0-1-1,-1 0 1,0 0 0,1 0 0,-1 0 0,0 1 0,0-1 0,-1 1 0,1-1 0,0 0-1,-4-3 1,3 3-1,-1 1-1,0-1 0,0 1 0,0-1 1,0 1-1,-1 0 0,1 0 0,-1 1 1,1-1-1,-1 1 0,-6-2 0,-7 0 3,-1 0-1,0 1 1,0 1 0,-28 2-1,37-1-10,-628 61-700,303-20-7,-1038 70-2572,-6-35-1508,408-24 3287,573-29 1457,-903 47-443,2-44 153,622-49 1101,5-51 2835,613 65-2155,1-1 549,-63-3 0,118 13-1939,0 0 0,1 0 0,-1 0 1,0 0-1,0 0 0,0 0 0,0 0 0,0 1 1,1-1-1,-1 1 0,0-1 0,0 1 1,1 0-1,-1 0 0,0 0 0,1 0 1,-1 0-1,1 0 0,-1 0 0,-1 2 0,2-1-4,-1 0-1,2 1 0,-1-1 1,0 0-1,0 1 0,1-1 1,-1 0-1,1 1 0,0-1 1,-1 1-1,1-1 0,0 0 1,1 1-1,0 4 0,0 2-53,-1 0 0,1 0 0,-2 0 0,1 0 0,-1 0 0,-1 1 0,1-2 0,-2 1 0,1 0 0,-8 16 0,4-13 0,0-2 0,-1 1 0,-1-1 0,1 0 0,-2 0 0,1-1 0,-14 11 0,2-2 169,5-4-936,-30 22 0,32-29-6059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7.929"/>
    </inkml:context>
    <inkml:brush xml:id="br0">
      <inkml:brushProperty name="width" value="0.05" units="cm"/>
      <inkml:brushProperty name="height" value="0.05" units="cm"/>
    </inkml:brush>
  </inkml:definitions>
  <inkml:trace contextRef="#ctx0" brushRef="#br0">128 128 24575,'-31'1'0,"-57"12"0,84-13 0,-1 2 0,15 0 0,20-2 0,346-29-535,-164 9 57,898-71-887,-1034 85-4448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8.578"/>
    </inkml:context>
    <inkml:brush xml:id="br0">
      <inkml:brushProperty name="width" value="0.05" units="cm"/>
      <inkml:brushProperty name="height" value="0.05" units="cm"/>
    </inkml:brush>
  </inkml:definitions>
  <inkml:trace contextRef="#ctx0" brushRef="#br0">70 710 24575,'-1'-35'0,"-1"23"0,2-1 0,0 1 0,1-1 0,0 1 0,3-15 0,-4 27 0,0 0 0,0 0 0,0-1 0,0 1 0,0 0 0,0 0 0,0 0 0,0-1 0,0 1 0,0 0 0,0 0 0,0 0 0,0-1 0,0 1 0,0 0 0,0 0 0,0 0 0,0 0 0,0-1 0,0 1 0,0 0 0,1 0 0,-1 0 0,0 0 0,0-1 0,0 1 0,0 0 0,0 0 0,1 0 0,-1 0 0,0 0 0,0 0 0,0-1 0,0 1 0,1 0 0,-1 0 0,0 0 0,0 0 0,0 0 0,1 0 0,-1 0 0,0 0 0,0 0 0,0 0 0,1 0 0,-1 0 0,4 11 0,1 21 0,-4 31 0,-2 0 0,-15 98 0,-41 122 0,48-250 0,4-22 0,5-21 0,5-24 0,125-459 0,51 16 0,-170 452 0,0-4 0,2 0 0,1 1 0,1 1 0,23-31 0,-37 55 0,1 1 0,0 0 0,0-1 0,0 1 0,0 0 0,0 1 0,0-1 0,0 0 0,1 0 0,-1 1 0,1 0 0,-1-1 0,4 0 0,-5 2 0,0 0 0,1 0 0,-1 0 0,0 1 0,0-1 0,0 0 0,1 0 0,-1 1 0,0-1 0,0 1 0,0-1 0,0 1 0,0 0 0,0-1 0,0 1 0,0 0 0,0 0 0,0-1 0,0 1 0,0 0 0,-1 0 0,1 0 0,0 0 0,-1 0 0,1 0 0,0 0 0,-1 1 0,0-1 0,1 0 0,-1 0 0,1 2 0,6 19 0,-1-1 0,-1 2 0,-1-1 0,0 0 0,-1 27 0,0-14 0,2 17 14,45 360 310,-38-347-665,3-1 1,3-1-1,2 0 0,38 76 1,-38-100-6486</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9.040"/>
    </inkml:context>
    <inkml:brush xml:id="br0">
      <inkml:brushProperty name="width" value="0.05" units="cm"/>
      <inkml:brushProperty name="height" value="0.05" units="cm"/>
    </inkml:brush>
  </inkml:definitions>
  <inkml:trace contextRef="#ctx0" brushRef="#br0">167 330 24575,'-65'-61'0,"-21"-22"0,84 81 0,0 0 0,1 0 0,-1 0 0,0 0 0,1-1 0,-1 1 0,1-1 0,-1-2 0,2 4 0,0 0 0,-1 1 0,1-1 0,1 0 0,-1 1 0,0-1 0,0 0 0,0 1 0,0-1 0,0 1 0,0-1 0,1 0 0,-1 1 0,0-1 0,1 1 0,-1-1 0,0 1 0,1-1 0,-1 1 0,1-1 0,-1 1 0,1-1 0,-1 1 0,1-1 0,-1 1 0,1 0 0,-1-1 0,1 1 0,-1 0 0,1-1 0,0 1 0,-1 0 0,1 0 0,0 0 0,-1 0 0,1-1 0,-1 1 0,1 0 0,1 0 0,25-4 0,0 2 0,0 0 0,53 4 0,-10 0 0,284-16 0,-255 5 0,151-35 0,-241 41 0,34-9 0,-41 12 0,0-1 0,1 0 0,-1 0 0,0 0 0,0 0 0,0-1 0,0 1 0,-1-1 0,1 1 0,0-1 0,0 1 0,-1-1 0,1 0 0,-1 0 0,2-2 0,-3 4 0,0-1 0,0 1 0,0-1 0,1 1 0,-1-1 0,0 1 0,0-1 0,0 1 0,0-1 0,0 0 0,0 1 0,0-1 0,0 1 0,0-1 0,0 1 0,-1-1 0,1 1 0,0-1 0,0 0 0,0 1 0,-1-1 0,1 1 0,0 0 0,-1-1 0,1 1 0,-1-1 0,-16-10 0,-21 2 0,33 9 0,0-1 0,-1 1 0,1 0 0,-1 1 0,1-1 0,0 1 0,-1 0 0,1 1 0,0-1 0,0 1 0,0 0 0,0 0 0,0 1 0,0-1 0,-5 5 0,4-2 0,0 0 0,0 1 0,1 0 0,-1 0 0,1 1 0,1-1 0,-1 1 0,1 0 0,-4 9 0,-3 11 0,2 0 0,1 1 0,1 0 0,-5 46 0,6-29 0,-1 45 0,7-77 0,0 0 0,1-1 0,0 1 0,1 0 0,1-1 0,0 0 0,0 1 0,9 17 0,-11-26 0,1 0 0,0 0 0,1-1 0,-1 1 0,1-1 0,-1 0 0,1 1 0,0-1 0,0 0 0,1-1 0,-1 1 0,1 0 0,-1-1 0,1 0 0,0 0 0,6 2 0,-5-2 0,0-1 0,1 0 0,-1 0 0,0-1 0,1 0 0,-1 0 0,1 0 0,-1 0 0,0-1 0,1 0 0,7-2 0,4-3 0,-1-1 0,0 0 0,-1-1 0,1-1 0,-1 0 0,-1-1 0,14-13 0,-7 6 0,-1-2 0,-1-1 0,0 0 0,-2-2 0,25-39 0,-35 50 0,0 0 0,-1-1 0,-1 0 0,0 0 0,-1 0 0,0-1 0,-1 1 0,0-1 0,-1 0 0,0 0 0,-1 0 0,-1 0 0,0 0 0,-2-14 0,1 21 0,0 1 0,-1 0 0,1 0 0,-1 0 0,0 0 0,0 0 0,0 1 0,-1-1 0,1 0 0,-1 1 0,0 0 0,-1 0 0,1 0 0,-1 0 0,0 0 0,0 1 0,0-1 0,0 1 0,0 0 0,-1 1 0,0-1 0,-6-2 0,4 2 0,0 1 0,-1 1 0,1-1 0,0 1 0,0 0 0,-1 1 0,1 0 0,-1 0 0,1 1 0,0-1 0,0 2 0,-1-1 0,1 1 0,0 0 0,-10 4 0,12-4-91,1-1 0,0 1 0,0 0 0,0 0 0,0 0 0,0 1 0,0 0 0,0-1 0,1 1 0,-1 0 0,1 1 0,0-1 0,0 0 0,-3 6 0,1 5-6735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9.337"/>
    </inkml:context>
    <inkml:brush xml:id="br0">
      <inkml:brushProperty name="width" value="0.05" units="cm"/>
      <inkml:brushProperty name="height" value="0.05" units="cm"/>
    </inkml:brush>
  </inkml:definitions>
  <inkml:trace contextRef="#ctx0" brushRef="#br0">430 76 24575,'0'-3'0,"0"0"0,0-1 0,-1 1 0,1-1 0,-1 1 0,1 0 0,-1-1 0,-1 1 0,1 0 0,0 0 0,-1 0 0,1 0 0,-1 0 0,0 0 0,0 0 0,0 0 0,0 1 0,-1-1 0,-4-3 0,4 4 0,1 1 0,-1 0 0,1-1 0,-1 1 0,0 0 0,1 1 0,-1-1 0,0 0 0,0 1 0,0-1 0,1 1 0,-1 0 0,0 0 0,0 0 0,0 0 0,0 1 0,0-1 0,1 1 0,-1 0 0,0 0 0,0 0 0,1 0 0,-1 0 0,-2 2 0,-11 7 0,0 0 0,2 1 0,-1 0 0,1 1 0,1 1 0,-12 14 0,-64 90 0,71-90 0,0 0 0,3 1 0,0 0 0,1 1 0,2 1 0,-16 60 0,26-78 0,0-1 0,1 1 0,0-1 0,1 1 0,0 0 0,1-1 0,0 1 0,1-1 0,5 19 0,-4-21 0,0-1 0,1 1 0,0-1 0,1 0 0,0-1 0,0 1 0,1-1 0,-1 0 0,2 0 0,-1-1 0,1 0 0,0 0 0,14 9 0,-6-6 0,1-1 0,0 0 0,0-2 0,1 0 0,0 0 0,0-2 0,0 0 0,1-1 0,-1 0 0,1-2 0,24 0 0,-19-2 0,1-1 0,-1 0 0,0-2 0,0-1 0,0-1 0,-1 0 0,0-2 0,24-12 0,2-8-1365,-11 1-5461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39.904"/>
    </inkml:context>
    <inkml:brush xml:id="br0">
      <inkml:brushProperty name="width" value="0.05" units="cm"/>
      <inkml:brushProperty name="height" value="0.05" units="cm"/>
    </inkml:brush>
  </inkml:definitions>
  <inkml:trace contextRef="#ctx0" brushRef="#br0">40 721 24575,'1'91'0,"4"1"0,29 160 0,-23-197 0,-60-240 0,34 122 0,4-1 0,3-1 0,2 1 0,5-109 0,4 129 0,2 0 0,2 1 0,1-1 0,3 1 0,1 1 0,3 0 0,34-71 0,-37 90 0,2 1 0,28-38 0,-36 53 0,1-1 0,0 1 0,0 1 0,0-1 0,1 1 0,-1 1 0,2-1 0,-1 1 0,0 1 0,15-7 0,-20 10 0,1 0 0,-1 0 0,0 1 0,1-1 0,-1 1 0,1-1 0,-1 1 0,1 0 0,-1 0 0,1 1 0,-1-1 0,1 1 0,-1-1 0,0 1 0,1 0 0,-1 1 0,5 1 0,-3 0 0,-1 0 0,0 0 0,0 1 0,0-1 0,-1 1 0,1 0 0,-1-1 0,0 2 0,0-1 0,4 9 0,0 1 0,-1 1 0,-1 0 0,0 0 0,-1 0 0,-1 0 0,3 30 0,-5-21 0,-1 0 0,-2 0 0,0-1 0,-1 1 0,-1-1 0,-1 1 0,-2-1 0,0-1 0,-1 1 0,-1-2 0,-2 1 0,-18 30 0,5-16 0,-2-1 0,-1-2 0,-1 0 0,-2-2 0,-67 54 0,90-80 0,1-1 0,1 1 0,-1 0 0,1 0 0,-1 0 0,-3 7 0,8-11 0,0 0 0,0 1 0,0-1 0,1 1 0,-1-1 0,0 1 0,1 0 0,-1-1 0,1 1 0,0 0 0,-1-1 0,1 1 0,0 0 0,0-1 0,0 1 0,0 0 0,0-1 0,1 1 0,-1 0 0,0-1 0,1 1 0,-1 0 0,1-1 0,0 1 0,0-1 0,-1 1 0,2 1 0,11 13 0,0 0 0,0-1 0,32 26 0,-2-1 0,24 32 0,108 155 0,-171-222 11,4 8-240,1-1-1,1 0 1,0 0 0,0-1-1,13 10 1,-6-9-6597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0.073"/>
    </inkml:context>
    <inkml:brush xml:id="br0">
      <inkml:brushProperty name="width" value="0.05" units="cm"/>
      <inkml:brushProperty name="height" value="0.05" units="cm"/>
    </inkml:brush>
  </inkml:definitions>
  <inkml:trace contextRef="#ctx0" brushRef="#br0">0 282 24575,'27'-101'0,"-17"59"0,15-42 0,-22 77 0,0 1 0,0-1 0,1 1 0,7-10 0,-11 15 0,0 0 0,1 0 0,-1 1 0,1-1 0,-1 0 0,1 1 0,-1-1 0,1 0 0,-1 1 0,1-1 0,0 1 0,-1-1 0,1 1 0,0-1 0,-1 1 0,1 0 0,0-1 0,0 1 0,0 0 0,-1-1 0,1 1 0,0 0 0,0 0 0,0 0 0,-1 0 0,1 0 0,0 0 0,0 0 0,0 0 0,0 0 0,-1 0 0,1 0 0,0 1 0,0-1 0,0 0 0,-1 1 0,1-1 0,0 0 0,0 1 0,-1-1 0,1 1 0,0-1 0,-1 1 0,1-1 0,0 1 0,-1 0 0,1-1 0,-1 1 0,1 0 0,0 1 0,2 4 0,1 1 0,-1-1 0,-1 1 0,1 0 0,-1 0 0,0 0 0,-1 0 0,2 10 0,1 65 0,-3-57 0,-1 113 321,3 47-2007,1-142-5140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0.215"/>
    </inkml:context>
    <inkml:brush xml:id="br0">
      <inkml:brushProperty name="width" value="0.05" units="cm"/>
      <inkml:brushProperty name="height" value="0.05" units="cm"/>
    </inkml:brush>
  </inkml:definitions>
  <inkml:trace contextRef="#ctx0" brushRef="#br0">136 64 24575,'-3'-6'0,"-4"-9"0,-4-1 0,-7 1 0,-3 4 0,-1 10 0,0 8 0,4 7 0,4 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0.533"/>
    </inkml:context>
    <inkml:brush xml:id="br0">
      <inkml:brushProperty name="width" value="0.05" units="cm"/>
      <inkml:brushProperty name="height" value="0.05" units="cm"/>
    </inkml:brush>
  </inkml:definitions>
  <inkml:trace contextRef="#ctx0" brushRef="#br0">169 72 24575,'4'0'0,"0"-1"0,-1 0 0,1 0 0,0-1 0,0 1 0,-1-1 0,1 0 0,-1 0 0,6-4 0,-7 5 0,0 0 0,-1 0 0,1 0 0,-1-1 0,1 1 0,-1 0 0,1-1 0,-1 1 0,0 0 0,0-1 0,0 0 0,0 1 0,0-1 0,0 0 0,0 1 0,0-1 0,-1 0 0,1 0 0,-1 0 0,1 1 0,-1-4 0,0 4 0,-1 0 0,0 0 0,1 0 0,-1-1 0,0 1 0,0 0 0,0 0 0,0 0 0,0 1 0,0-1 0,0 0 0,0 0 0,0 0 0,0 1 0,0-1 0,-1 1 0,1-1 0,0 1 0,0-1 0,-1 1 0,1 0 0,0 0 0,-1-1 0,1 1 0,-2 0 0,-36 1 0,28 0 0,1 1 0,0 0 0,0 1 0,0 0 0,0 1 0,1 0 0,-1 0 0,1 1 0,0 0 0,-12 10 0,17-12 0,0 1 0,0 0 0,0-1 0,1 1 0,0 0 0,-1 1 0,1-1 0,1 1 0,-1-1 0,1 1 0,0 0 0,0 0 0,0 0 0,1 0 0,-1 0 0,1 0 0,1 0 0,-1 1 0,1-1 0,0 0 0,0 0 0,1 8 0,1-3 0,0 0 0,1 0 0,0 0 0,1-1 0,0 1 0,1-1 0,0 0 0,8 11 0,56 67 0,-21-30 0,-36-41 0,-1 0 0,0 0 0,-1 2 0,0-1 0,6 20 0,-14-33 0,-1 1 0,0 1 0,1-1 0,-2 0 0,1 0 0,-1 0 0,1 0 0,-1 1 0,-1-1 0,0 8 0,0-9 0,0-1 0,-1 0 0,1 1 0,-1-1 0,1 0 0,-1 0 0,0 0 0,0 0 0,0 0 0,-1-1 0,1 1 0,0-1 0,-1 1 0,0-1 0,0 0 0,0 0 0,-4 2 0,2-1-72,-1 0 1,0-1-1,0 0 0,0 0 0,0 0 0,-1-1 0,1 0 0,0 0 1,-1 0-1,1-1 0,0 0 0,-1-1 0,1 1 0,0-1 0,-1 0 1,1-1-1,0 1 0,-12-6 0,-5-5-6754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0.926"/>
    </inkml:context>
    <inkml:brush xml:id="br0">
      <inkml:brushProperty name="width" value="0.05" units="cm"/>
      <inkml:brushProperty name="height" value="0.05" units="cm"/>
    </inkml:brush>
  </inkml:definitions>
  <inkml:trace contextRef="#ctx0" brushRef="#br0">75 326 24575,'0'5'0,"-1"-1"0,0 1 0,0-1 0,0 0 0,-1 1 0,0-1 0,0 0 0,0 0 0,0 0 0,0 0 0,-1 0 0,0 0 0,0-1 0,0 1 0,0-1 0,-5 3 0,5-2 0,-1 0 0,0-1 0,1 1 0,0 0 0,0 1 0,0-1 0,0 0 0,1 1 0,0 0 0,-3 7 0,5-12 0,0 1 0,0-1 0,-1 1 0,1 0 0,0-1 0,0 1 0,1 0 0,-1-1 0,0 1 0,0-1 0,0 1 0,0-1 0,0 1 0,1 0 0,-1-1 0,0 1 0,0-1 0,1 1 0,-1-1 0,0 1 0,1-1 0,-1 1 0,1-1 0,-1 0 0,1 1 0,0 0 0,19 6 0,25-4 0,-43-3 0,36-2 0,-1-2 0,1-2 0,-1-1 0,0-2 0,0-1 0,64-29 0,-87 33 0,0-1 0,0-1 0,-1 0 0,0-1 0,-1 0 0,1-1 0,-2 0 0,0-1 0,10-12 0,-16 17 0,0-1 0,0 0 0,-1-1 0,0 1 0,0-1 0,-1 1 0,0-1 0,-1 0 0,1-1 0,-2 1 0,1 0 0,-1 0 0,0-1 0,-1 1 0,0-1 0,0 1 0,-1-1 0,-1-7 0,0 8 0,0 1 0,0-1 0,0 1 0,-1 0 0,0 0 0,0 0 0,0 1 0,-1-1 0,0 1 0,-1 0 0,1 0 0,-1 0 0,-1 0 0,1 1 0,-1 0 0,1 0 0,-10-5 0,9 7 0,1 0 0,-1 0 0,0 1 0,0 0 0,0 0 0,0 0 0,0 1 0,0 0 0,0 0 0,0 1 0,-1 0 0,1 0 0,0 0 0,0 1 0,0 0 0,-1 0 0,1 0 0,0 1 0,0 0 0,1 0 0,-10 4 0,1 2 0,1 1 0,0 0 0,0 0 0,1 1 0,0 1 0,1 0 0,0 1 0,1 0 0,0 0 0,-13 23 0,5-4 0,2 0 0,1 2 0,-18 55 0,26-65 0,1 0 0,1 0 0,1 1 0,1-1 0,0 1 0,3 43 0,1-56 0,1-1 0,-1 0 0,2 0 0,-1 0 0,2 0 0,-1-1 0,10 18 0,-9-20 0,0-1 0,0 0 0,1 0 0,0-1 0,0 1 0,1-1 0,-1 0 0,1-1 0,0 1 0,0-1 0,1 0 0,6 3 0,-3-3 31,0 0 0,0-1 0,1 0 0,-1-1 0,1 0 0,0 0 0,-1-1 0,1-1 1,0 0-1,18-2 0,-8-1-373,0-1 1,0-1 0,0-1-1,27-11 1,-3-3-6485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1.837"/>
    </inkml:context>
    <inkml:brush xml:id="br0">
      <inkml:brushProperty name="width" value="0.05" units="cm"/>
      <inkml:brushProperty name="height" value="0.05" units="cm"/>
    </inkml:brush>
  </inkml:definitions>
  <inkml:trace contextRef="#ctx0" brushRef="#br0">19 338 24575,'-14'-20'0,"13"19"0,0 0 0,1 1 0,0-1 0,-1 0 0,1 0 0,-1 0 0,1 0 0,0 0 0,0 0 0,0 0 0,-1 0 0,1 0 0,0 0 0,0 0 0,0 0 0,0 0 0,1 0 0,-1 1 0,0-1 0,1-2 0,-1 3 0,0 0 0,0 0 0,0 0 0,0-1 0,0 1 0,1 0 0,-1 0 0,0 0 0,0 0 0,0 0 0,0 0 0,1 0 0,-1 0 0,0 0 0,0 0 0,0 0 0,0 0 0,1 0 0,-1 0 0,0 0 0,0 0 0,0 0 0,0 0 0,1 0 0,-1 0 0,0 0 0,0 0 0,0 0 0,0 0 0,1 0 0,-1 0 0,0 0 0,0 0 0,0 0 0,0 0 0,0 1 0,1-1 0,-1 0 0,0 0 0,0 0 0,0 0 0,8 11 0,2 11 0,2 15 0,-2 0 0,8 59 0,1 79 0,-18-167 0,6 145 0,-7-151 0,-3-5 0,-3-13 0,-7-24 0,-1-11 0,3-1 0,2 0 0,3-1 0,0-78 0,7 103 0,1 0 0,2 0 0,0 0 0,10-29 0,-8 38 0,1 1 0,1 0 0,0 0 0,1 1 0,1 0 0,20-26 0,-21 32 0,1 0 0,1 1 0,0 1 0,0 0 0,0 0 0,1 1 0,0 1 0,1 0 0,0 0 0,0 1 0,0 1 0,1 1 0,0-1 0,0 2 0,0 0 0,22-1 0,-19 2 0,0 2 0,0 0 0,0 1 0,0 1 0,0 0 0,0 2 0,0 0 0,0 0 0,-1 2 0,0 0 0,0 1 0,-1 0 0,23 15 0,-31-18 0,-1 1 0,0-1 0,-1 1 0,1 1 0,-1-1 0,0 1 0,0-1 0,-1 2 0,1-1 0,-1 0 0,-1 1 0,1 0 0,-1 0 0,3 10 0,-4-10 0,-1-1 0,0 1 0,-1 0 0,1 0 0,-1 0 0,-1 0 0,1-1 0,-1 1 0,0 0 0,-1 0 0,0-1 0,0 1 0,0-1 0,-1 1 0,0-1 0,-4 7 0,0-2 0,0 0 0,-1 0 0,-1 0 0,0-1 0,-16 14 0,-57 38 0,10-7 0,71-54 0,0 0 0,0-1 0,0 1 0,0 0 0,0 0 0,0 0 0,1 0 0,-1 0 0,0 0 0,1 0 0,-1 0 0,1 0 0,-1 0 0,1 0 0,-1 3 0,1-4 0,0 1 0,0-1 0,0 1 0,0-1 0,0 1 0,1-1 0,-1 1 0,0-1 0,0 1 0,0-1 0,1 1 0,-1-1 0,0 1 0,1-1 0,-1 0 0,0 1 0,1-1 0,-1 0 0,1 1 0,-1-1 0,1 0 0,-1 0 0,0 1 0,1-1 0,0 0 0,5 2 0,0 0 0,0-1 0,1 1 0,10-1 0,-8 0 0,27 3 0,129 20 0,-145-20 0,0 2 0,0 0 0,0 1 0,-1 1 0,35 19 0,-50-24 0,0 0 0,0 0 0,0 0 0,0 0 0,-1 0 0,0 1 0,1 0 0,-1 0 0,0 0 0,3 6 0,-5-9 0,-1 1 0,1 0 0,0 0 0,-1 0 0,1 0 0,-1 0 0,0-1 0,1 1 0,-1 0 0,0 0 0,0 0 0,0 0 0,-1 0 0,1 0 0,0 0 0,-1 0 0,1 0 0,-1 0 0,0-1 0,0 1 0,1 0 0,-1 0 0,0-1 0,0 1 0,-1 0 0,1-1 0,0 1 0,-2 1 0,-5 4 0,-1-1 0,1 1 0,-1-2 0,0 1 0,0-1 0,0-1 0,-1 1 0,-11 2 0,-12 3 0,-40 7 0,39-10 0,0-3 0,-53 2 0,72-6 0,0-1 0,0 0 0,0-1 0,0 0 0,1-1 0,-1-1 0,1-1 0,-18-7 0,28 10-227,1 0-1,-1 0 1,0-1-1,1 1 1,-6-6-1,-7-12-6598</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2.155"/>
    </inkml:context>
    <inkml:brush xml:id="br0">
      <inkml:brushProperty name="width" value="0.05" units="cm"/>
      <inkml:brushProperty name="height" value="0.05" units="cm"/>
    </inkml:brush>
  </inkml:definitions>
  <inkml:trace contextRef="#ctx0" brushRef="#br0">0 111 24575,'38'-13'0,"1"1"0,0 3 0,1 0 0,0 3 0,46-2 0,-45 9 0,39 7 0,14 1 0,-90-9 0,108 1 0,-98-2 0,1 0 0,0-1 0,-1-1 0,0 0 0,21-7 0,-35 9 0,1 1 0,0 0 0,0 0 0,-1 0 0,1-1 0,0 1 0,-1 0 0,1-1 0,0 1 0,-1-1 0,1 1 0,0-1 0,-1 1 0,1-1 0,-1 1 0,1-1 0,-1 0 0,0 1 0,1-1 0,-1 0 0,1 1 0,-1-2 0,0 1 0,0 1 0,0-1 0,0 0 0,-1 1 0,1-1 0,0 1 0,0-1 0,-1 1 0,1-1 0,0 1 0,-1-1 0,1 1 0,-1-1 0,1 1 0,0-1 0,-1 1 0,1-1 0,-1 1 0,0 0 0,0-1 0,-4-2 0,-1 0 0,1 1 0,-1 0 0,-8-3 0,-2 1 0,-1 0 0,0 1 0,0 1 0,0 1 0,-33 1 0,44 0 0,0 1 0,0 0 0,0 0 0,0 0 0,0 1 0,0 0 0,0 0 0,0 0 0,1 1 0,-1-1 0,1 2 0,0-1 0,0 0 0,0 1 0,0 0 0,1 0 0,0 1 0,0-1 0,-7 11 0,4-4 0,2 2 0,-1-1 0,2 1 0,0-1 0,0 1 0,1 0 0,1 1 0,0-1 0,1 0 0,0 21 0,3 0 0,0 0 0,16 65 0,-10-66-682,19 50-1,-7-36-6143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49:42.585"/>
    </inkml:context>
    <inkml:brush xml:id="br0">
      <inkml:brushProperty name="width" value="0.05" units="cm"/>
      <inkml:brushProperty name="height" value="0.05" units="cm"/>
    </inkml:brush>
  </inkml:definitions>
  <inkml:trace contextRef="#ctx0" brushRef="#br0">60 352 24575,'0'-9'0,"1"0"0,-1 1 0,-1-1 0,1 1 0,-1-1 0,-1 1 0,-2-9 0,4 17 0,0 0 0,0 0 0,0 0 0,0 0 0,0 0 0,0 0 0,-1 0 0,1 0 0,0 1 0,0-1 0,0 0 0,0 0 0,0 0 0,0 0 0,0 0 0,0 0 0,0 0 0,-1 0 0,1 0 0,0 0 0,0 0 0,0 0 0,0 0 0,0 0 0,0 0 0,0 0 0,-1 0 0,1 0 0,0 0 0,0 0 0,0 0 0,0 0 0,0 0 0,0 0 0,0 0 0,0 0 0,0 0 0,-1-1 0,1 1 0,0 0 0,0 0 0,0 0 0,0 0 0,0 0 0,0 0 0,0 0 0,0 0 0,0 0 0,0 0 0,0 0 0,0-1 0,0 1 0,0 0 0,0 0 0,0 0 0,0 0 0,0 0 0,0 0 0,-1 0 0,1 0 0,1-1 0,-1 1 0,0 0 0,0 0 0,0 0 0,0 0 0,0 0 0,0 0 0,-4 12 0,1 20 0,2 10 0,1 0 0,3 1 0,1-1 0,2 0 0,2-1 0,2 1 0,29 76 0,-24-94 0,-15-24 0,0 0 0,0 0 0,0 0 0,0 0 0,0-1 0,0 1 0,0 0 0,0 0 0,0 0 0,0 0 0,0 0 0,0 0 0,0 0 0,0 0 0,0 0 0,0 0 0,0 0 0,0 0 0,0 0 0,0 0 0,1 0 0,-1 0 0,0 0 0,0-1 0,0 1 0,0 0 0,0 0 0,0 0 0,0 0 0,0 0 0,0 0 0,0 0 0,0 0 0,0 0 0,0 0 0,0 0 0,1 0 0,-1 0 0,0 0 0,0 0 0,0 0 0,0 0 0,0 0 0,0 0 0,0 0 0,0 0 0,0 1 0,0-1 0,0 0 0,0 0 0,0 0 0,0 0 0,0 0 0,1 0 0,-1 0 0,0 0 0,0 0 0,0 0 0,0 0 0,0 0 0,0 0 0,0 0 0,0 0 0,0 1 0,-4-17 0,-26-60 0,9 26 0,2 0 0,2-2 0,-15-81 0,30 119 0,0-1 0,1 0 0,1 0 0,0 1 0,1-1 0,0 0 0,1 0 0,1 1 0,1 0 0,0-1 0,0 1 0,2 0 0,-1 1 0,2-1 0,0 1 0,1 1 0,15-22 0,-14 25 0,-1 0 0,2 1 0,-1-1 0,1 2 0,0-1 0,1 1 0,-1 1 0,2 0 0,-1 1 0,0 0 0,1 0 0,0 1 0,0 1 0,23-4 0,-24 6 0,-1 0 0,1 0 0,0 1 0,0 1 0,0-1 0,0 2 0,0 0 0,0 0 0,-1 1 0,1 0 0,-1 1 0,0 0 0,0 0 0,0 1 0,-1 1 0,1-1 0,9 10 0,-15-12 0,0 0 0,-1 1 0,1-1 0,-1 1 0,0 0 0,0 0 0,0 0 0,-1 0 0,0 0 0,1 1 0,-1-1 0,-1 1 0,3 7 0,-4-9 0,1 0 0,-1-1 0,0 1 0,0 0 0,-1 0 0,1-1 0,0 1 0,-1 0 0,0-1 0,1 1 0,-1 0 0,0-1 0,-1 1 0,1-1 0,0 1 0,-1-1 0,1 0 0,-1 0 0,0 0 0,0 1 0,1-2 0,-1 1 0,-1 0 0,1 0 0,-4 2 0,-4 2 47,0 0-1,-1-1 0,1-1 1,-1 1-1,0-2 0,-15 4 1,-72 9-846,70-12-92,-38 5-5935</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2.448"/>
    </inkml:context>
    <inkml:brush xml:id="br0">
      <inkml:brushProperty name="width" value="0.05" units="cm"/>
      <inkml:brushProperty name="height" value="0.05" units="cm"/>
    </inkml:brush>
  </inkml:definitions>
  <inkml:trace contextRef="#ctx0" brushRef="#br0">90 75 24575,'-4'-4'0,"1"0"0,0 0 0,0 0 0,1-1 0,-4-6 0,6 9 0,-2-1 0,1 0 0,0 1 0,0-1 0,-1 1 0,1-1 0,-1 1 0,0 0 0,0 0 0,1 0 0,-2 0 0,1 0 0,0 0 0,0 0 0,0 1 0,-1-1 0,1 1 0,-1 0 0,-4-2 0,6 2 0,0 1 0,0 0 0,0 1 0,0-1 0,1 0 0,-1 0 0,0 0 0,0 0 0,0 1 0,0-1 0,1 0 0,-1 1 0,0-1 0,0 0 0,1 1 0,-1-1 0,0 1 0,1 0 0,-1-1 0,0 1 0,1-1 0,-1 1 0,1 0 0,-1-1 0,1 1 0,-1 0 0,1 0 0,0 0 0,-1-1 0,1 1 0,0 0 0,-1 0 0,1 0 0,0 1 0,-5 33 0,5-34 0,-1 49 0,3 0 0,11 72 0,-4-55 0,3 35 75,17 187 166,-24-207-1082,-9 123 1,0-165-5986</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2.997"/>
    </inkml:context>
    <inkml:brush xml:id="br0">
      <inkml:brushProperty name="width" value="0.05" units="cm"/>
      <inkml:brushProperty name="height" value="0.05" units="cm"/>
    </inkml:brush>
  </inkml:definitions>
  <inkml:trace contextRef="#ctx0" brushRef="#br0">24 650 24575,'-4'-7'0,"1"-1"0,0 1 0,0-1 0,0 0 0,1 0 0,0 0 0,1-1 0,0 1 0,0 0 0,1-1 0,0 1 0,1-9 0,0 12 0,0-1 0,0 0 0,1 1 0,0 0 0,0-1 0,0 1 0,1 0 0,0 0 0,0 0 0,0 0 0,0 1 0,1-1 0,0 1 0,0 0 0,0 0 0,0 0 0,1 1 0,6-5 0,7-2 0,0 0 0,0 1 0,1 1 0,29-8 0,84-14 0,-112 27 0,503-76-1773,9 26-1087,-407 42 2424,2435-179-5414,6 167 6386,-2507 25-404,-19-2 1270,1 2 0,76 14 0,-116-16-1278,0 0 1,0 0-1,0 1 1,0-1-1,0 0 1,0 1-1,0-1 1,0 0-1,0 1 1,0-1-1,0 1 1,0 0-1,0-1 1,-1 1-1,1 0 1,0 0-1,1 0 1,-2 0-71,0-1 1,0 1-1,0-1 1,0 1-1,0-1 1,-1 0-1,1 1 1,0-1-1,0 1 1,0-1-1,0 1 1,0-1 0,-1 0-1,1 1 1,0-1-1,0 1 1,0-1-1,-1 0 1,1 1-1,0-1 1,-1 0-1,1 1 1,0-1-1,-1 0 1,1 0-1,-1 1 1,1-1-1,-8 5 297,1-1-1,-1-1 1,-10 5-1,9-4-242,-9 3-37,1 2 1,0 0-1,1 1 0,0 1 1,0 0-1,-15 16 0,23-19-48,0 0-1,1 1 1,0 0-1,1 0 0,0 1 1,0 0-1,1 0 1,0 1-1,1-1 0,0 1 1,-4 20-1,1 4-22,3 2 0,-1 58 0,11 76 0,-5-149 0,76 675 0,-34-374 0,-41-305 0,1 0 0,0 30 0,-3-44 0,0 0 0,-1 0 0,1-1 0,-1 1 0,1 0 0,-1-1 0,0 1 0,0 0 0,-1-1 0,1 1 0,-1-1 0,0 0 0,0 1 0,-2 2 0,3-5 17,0 0 0,0 0 0,0 0 1,-1 0-1,1 0 0,0-1 0,-1 1 0,1 0 0,0-1 0,-1 1 0,1-1 0,-1 1 0,1-1 0,-1 1 0,1-1 0,-1 0 0,1 0 0,-1 0 1,-1 0-1,-27-7-1724,5-3-5119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4.292"/>
    </inkml:context>
    <inkml:brush xml:id="br0">
      <inkml:brushProperty name="width" value="0.05" units="cm"/>
      <inkml:brushProperty name="height" value="0.05" units="cm"/>
    </inkml:brush>
  </inkml:definitions>
  <inkml:trace contextRef="#ctx0" brushRef="#br0">369 236 24575,'2'-1'0,"0"1"0,0-1 0,0 1 0,0-1 0,0 0 0,0 0 0,0 0 0,-1 0 0,1 0 0,0-1 0,0 1 0,-1-1 0,3-2 0,18-22 0,-15 16 0,-1 1 0,-1-1 0,0 0 0,0-1 0,-1 1 0,4-16 0,-6 22 0,-1 0 0,0 0 0,-1 1 0,1-1 0,-1 0 0,1 0 0,-1 0 0,0 0 0,-1 0 0,1 0 0,-1 0 0,1 1 0,-1-1 0,0 0 0,-1 0 0,1 1 0,-1-1 0,1 1 0,-1-1 0,0 1 0,-5-6 0,4 6 0,1 1 0,-1 1 0,0-1 0,0 0 0,0 1 0,0-1 0,0 1 0,-1 0 0,1 0 0,0 0 0,-1 1 0,1-1 0,0 1 0,-1 0 0,1 0 0,0 0 0,-1 0 0,1 0 0,0 1 0,-1 0 0,1 0 0,-5 1 0,-5 3 0,1-1 0,0 2 0,1-1 0,-18 13 0,4-1 0,2 1 0,0 1 0,1 1 0,1 1 0,1 1 0,0 0 0,2 2 0,1 0 0,1 1 0,1 1 0,1 0 0,2 1 0,0 0 0,-10 39 0,20-55 0,-1 0 0,1 0 0,1 0 0,0 0 0,1 1 0,0-1 0,1 0 0,0 1 0,3 10 0,-3-18 0,0 0 0,0-1 0,0 1 0,0-1 0,1 1 0,-1-1 0,1 0 0,0 0 0,0 0 0,0 0 0,1 0 0,-1 0 0,1 0 0,-1-1 0,1 1 0,0-1 0,0 0 0,0 1 0,0-2 0,1 1 0,-1 0 0,0-1 0,1 1 0,-1-1 0,1 0 0,0 0 0,-1 0 0,1-1 0,0 1 0,5-1 0,2-1 0,0 0 0,-1 0 0,1-1 0,-1-1 0,1 0 0,-1 0 0,0-1 0,0-1 0,0 1 0,-1-1 0,0-1 0,10-7 0,8-8 0,0 0 0,34-38 0,-43 39 0,0 0 0,-2-1 0,0-1 0,-1 0 0,-1-1 0,15-36 0,-22 45 0,-6 18 0,-9 27 0,-5 21 0,1 0 0,-5 61 0,16-105-105,1 0 0,-1 0 0,1-1 0,0 1 0,1 0 0,0 0 0,0-1 0,0 1 0,1-1 0,1 1 0,-1-1 0,5 9 0,8 5-6721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4.718"/>
    </inkml:context>
    <inkml:brush xml:id="br0">
      <inkml:brushProperty name="width" value="0.05" units="cm"/>
      <inkml:brushProperty name="height" value="0.05" units="cm"/>
    </inkml:brush>
  </inkml:definitions>
  <inkml:trace contextRef="#ctx0" brushRef="#br0">0 146 24575,'0'-145'0,"2"253"0,26 179 0,-27-281 0,3 21 0,-4-26 0,0 1 0,1-1 0,-1 0 0,0 0 0,0 0 0,-1 1 0,1-1 0,0 0 0,0 0 0,-1 0 0,1 1 0,0-1 0,-1 0 0,1 0 0,-1 0 0,0 1 0,0-3 0,1 1 0,-1-1 0,0 0 0,1 0 0,-1 0 0,1 0 0,-1 1 0,1-1 0,0 0 0,-1 0 0,1 0 0,0 0 0,0 0 0,0 0 0,0-1 0,-1-11 0,0 1 0,1 0 0,1 0 0,0 0 0,1 0 0,0 0 0,1 0 0,1 0 0,-1 1 0,2-1 0,-1 1 0,2 0 0,0 1 0,0-1 0,0 1 0,2 0 0,-1 0 0,1 1 0,0 0 0,17-13 0,-22 20 0,0-1 0,1 1 0,0 0 0,-1 0 0,1 0 0,0 1 0,0-1 0,0 1 0,0 0 0,0 0 0,0 0 0,0 1 0,1-1 0,-1 1 0,0 0 0,0 0 0,0 1 0,1-1 0,-1 1 0,0 0 0,0 0 0,0 0 0,0 1 0,0-1 0,0 1 0,-1 0 0,1 0 0,0 0 0,-1 1 0,0-1 0,1 1 0,2 3 0,2 2 0,-1 0 0,0 0 0,-1 1 0,0 0 0,0 1 0,-1-1 0,0 1 0,-1 0 0,0 0 0,0 0 0,3 17 0,-5-16 0,0-1 0,-1 1 0,0 0 0,-1 0 0,0 0 0,-1 0 0,0 0 0,0 0 0,-6 18 0,5-22 0,-1-1 0,0 0 0,1 0 0,-2 0 0,1 0 0,-1-1 0,0 1 0,0-1 0,-1 0 0,1 0 0,-1-1 0,0 1 0,0-1 0,-1 0 0,1 0 0,-1-1 0,-6 3 0,5-2-54,1-1-1,-1 0 0,0-1 1,0 0-1,0 0 1,0 0-1,0-1 0,0 0 1,0 0-1,-1-1 1,1 0-1,0 0 0,0-1 1,-1 0-1,1 0 0,0-1 1,0 0-1,0 0 1,0 0-1,0-1 0,1 0 1,-1 0-1,1-1 1,-9-6-1,-5-9-6771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5.632"/>
    </inkml:context>
    <inkml:brush xml:id="br0">
      <inkml:brushProperty name="width" value="0.05" units="cm"/>
      <inkml:brushProperty name="height" value="0.05" units="cm"/>
    </inkml:brush>
  </inkml:definitions>
  <inkml:trace contextRef="#ctx0" brushRef="#br0">247 385 24575,'1'-4'0,"0"0"0,1 0 0,-1 0 0,1 0 0,0 0 0,0 0 0,0 0 0,1 1 0,3-5 0,1-2 0,4-5 0,26-27 0,-26 31 0,-1 0 0,-1 0 0,0-1 0,11-18 0,-19 29 0,-1 0 0,1-1 0,0 1 0,0-1 0,-1 1 0,1 0 0,-1-1 0,0 0 0,1 1 0,-1-1 0,0 1 0,0-1 0,0 1 0,0-1 0,0 0 0,0 1 0,0-1 0,0 1 0,-1-1 0,1 1 0,-1-1 0,1 1 0,-1-1 0,-1-1 0,1 1 0,-1 1 0,1-1 0,-1 1 0,0 0 0,0-1 0,0 1 0,0 0 0,0 0 0,0 1 0,0-1 0,0 0 0,0 1 0,0-1 0,0 1 0,0-1 0,-1 1 0,-3 0 0,-4 0 0,-1 1 0,1 0 0,0 1 0,-1 0 0,1 0 0,0 1 0,0 1 0,-11 5 0,0 1 0,1 0 0,-33 25 0,38-24 0,0 1 0,1 0 0,1 1 0,0 1 0,-15 20 0,22-25 0,0 1 0,0-1 0,1 1 0,0 0 0,1 0 0,0 0 0,1 1 0,0-1 0,0 1 0,-1 17 0,4-25 0,0 0 0,0 1 0,0-1 0,0 0 0,0 0 0,1 1 0,-1-1 0,1 0 0,0 0 0,0 1 0,0-1 0,0 0 0,1 0 0,-1 0 0,1 0 0,0-1 0,0 1 0,0 0 0,0-1 0,0 1 0,1-1 0,4 4 0,-4-4 0,1 0 0,-1-1 0,1 1 0,0-1 0,-1 0 0,1 0 0,0 0 0,0 0 0,0-1 0,-1 1 0,1-1 0,0 0 0,0 0 0,0-1 0,0 1 0,0-1 0,-1 0 0,1 0 0,4-2 0,1 0 0,0-1 0,0-1 0,0 1 0,-1-2 0,0 1 0,0-1 0,0 0 0,-1-1 0,0 0 0,8-9 0,5-10 0,29-47 0,-46 68 0,10-10 0,-13 15 0,0 0 0,1 0 0,-1 0 0,0-1 0,0 1 0,1 0 0,-1 0 0,0 0 0,0 0 0,1 0 0,-1 0 0,0 0 0,0 0 0,1 0 0,-1 0 0,0 0 0,1 0 0,-1 1 0,0-1 0,0 0 0,1 0 0,-1 0 0,0 0 0,0 0 0,1 0 0,-1 1 0,0-1 0,0 0 0,0 0 0,1 0 0,-1 1 0,0-1 0,0 0 0,0 1 0,2 2 0,0 1 0,-1 0 0,0 0 0,0 0 0,0 0 0,1 5 0,-1 1 0,5 17 0,1 0 0,14 39 0,-17-56 0,0-1 0,1 0 0,0 0 0,0 0 0,1 0 0,0-1 0,1 0 0,0 0 0,0-1 0,9 8 0,-13-13 0,-1 0 0,1 0 0,0 0 0,-1-1 0,1 1 0,0-1 0,0 1 0,0-1 0,0 0 0,0 0 0,1-1 0,-1 1 0,0-1 0,0 1 0,1-1 0,-1 0 0,0 0 0,0 0 0,1-1 0,-1 1 0,0-1 0,0 0 0,0 0 0,0 0 0,0 0 0,0-1 0,0 1 0,0-1 0,0 1 0,0-1 0,3-3 0,0-1 0,0 0 0,0-1 0,0 1 0,-1-1 0,0-1 0,-1 1 0,1-1 0,-1 1 0,-1-1 0,5-16 0,1-12 0,-2 0 0,-1-1 0,0-38 0,3-17 0,-4 70 0,0 17 0,2 13 0,1 15 0,-1 1 0,-1 0 0,-1 0 0,3 40 0,-3-19 0,15 196 0,-32-508 0,9 226 0,3 0 0,6-61 0,-5 88 0,2 1 0,-1-1 0,2 1 0,0 0 0,0 0 0,1 0 0,1 0 0,0 1 0,1 0 0,0 0 0,12-14 0,-16 22 0,1 1 0,0-1 0,0 1 0,0 0 0,0 0 0,0 0 0,1 0 0,-1 1 0,1 0 0,-1 0 0,1 0 0,0 1 0,0-1 0,0 1 0,0 0 0,0 1 0,0-1 0,0 1 0,10 1 0,-11-1 0,-1 1 0,1-1 0,0 1 0,0 1 0,-1-1 0,1 0 0,0 1 0,-1 0 0,1 0 0,-1 0 0,0 0 0,0 0 0,0 1 0,0 0 0,0-1 0,0 1 0,-1 0 0,0 0 0,1 0 0,-1 1 0,0-1 0,0 1 0,-1-1 0,1 1 0,-1-1 0,2 6 0,-2-5 11,0 0 0,0 0-1,-1 0 1,1 1 0,-1-1-1,0 0 1,0 0 0,-1 1-1,1-1 1,-1 0 0,0 0-1,0 0 1,0 0 0,0 0-1,-3 5 1,0-3 8,1 0 0,-1-1 0,0 1 0,0-1 0,-1 0 0,0 0 0,0-1 0,-9 8 0,-5 0-361,0-1 1,-1-1 0,0 0-1,-37 11 1,27-11-6485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6.211"/>
    </inkml:context>
    <inkml:brush xml:id="br0">
      <inkml:brushProperty name="width" value="0.05" units="cm"/>
      <inkml:brushProperty name="height" value="0.05" units="cm"/>
    </inkml:brush>
  </inkml:definitions>
  <inkml:trace contextRef="#ctx0" brushRef="#br0">129 151 24575,'22'-10'0,"-11"5"0,-1 0 0,1 0 0,-1-1 0,14-10 0,-23 15 0,1 0 0,-1 0 0,1-1 0,-1 1 0,1-1 0,-1 1 0,0-1 0,0 1 0,0-1 0,0 0 0,0 1 0,0-1 0,0 0 0,-1 0 0,1 0 0,-1 0 0,1 0 0,-1 1 0,0-1 0,1 0 0,-1 0 0,0 0 0,0 0 0,-1 0 0,1 0 0,0 0 0,-1 0 0,1 0 0,-1 0 0,1 0 0,-1 1 0,-2-4 0,2 2 0,-2 0 0,1 0 0,0 0 0,0 0 0,-1 0 0,0 1 0,1-1 0,-1 1 0,0 0 0,0-1 0,-1 1 0,1 1 0,0-1 0,-1 0 0,1 1 0,-1 0 0,1 0 0,-1 0 0,1 0 0,-1 0 0,0 1 0,1 0 0,-1 0 0,0 0 0,0 0 0,1 0 0,-8 2 0,4 0 0,1-1 0,-1 1 0,0 0 0,1 0 0,0 1 0,0 0 0,0 0 0,0 0 0,0 1 0,0 0 0,1 0 0,0 1 0,0-1 0,-7 9 0,7-6 0,0 1 0,1 0 0,0-1 0,0 2 0,1-1 0,0 0 0,0 1 0,1-1 0,0 1 0,-1 16 0,3-22 0,0-1 0,0 1 0,0 0 0,1 0 0,-1 0 0,1 0 0,-1 0 0,1-1 0,0 1 0,0 0 0,0-1 0,1 1 0,-1-1 0,1 1 0,2 2 0,-2-3 0,0 0 0,0 0 0,1-1 0,-1 1 0,0-1 0,1 1 0,0-1 0,-1 0 0,1 0 0,0 0 0,-1 0 0,1-1 0,0 1 0,0-1 0,0 0 0,0 0 0,-1 0 0,6 0 0,-3 0 0,0-1 0,0 0 0,0 0 0,0 0 0,0 0 0,0-1 0,-1 0 0,1 0 0,9-5 0,-4 0 0,0-1 0,15-14 0,-6 5 0,-17 15 0,0 0 0,1 0 0,-1 0 0,1 1 0,-1-1 0,1 1 0,0 0 0,-1-1 0,1 1 0,0 0 0,0 1 0,4-2 0,-5 2 0,-1 0 0,1 0 0,-1 0 0,1 1 0,0-1 0,-1 0 0,1 1 0,-1-1 0,1 1 0,-1 0 0,0-1 0,1 1 0,-1 0 0,0 0 0,1 0 0,-1 0 0,0 0 0,0 0 0,0 0 0,0 0 0,0 0 0,0 1 0,0-1 0,0 0 0,0 3 0,6 9 0,-1 0 0,-1 0 0,0 1 0,-1 0 0,-1 0 0,2 16 0,6 88 0,-10-109 0,1 36 0,-6 81 0,2-110 0,0 0 0,-1-1 0,0 0 0,-2 0 0,0 0 0,0 0 0,-1-1 0,-15 25 0,18-35 0,1 0 0,-1 0 0,0 0 0,-1-1 0,1 0 0,-1 1 0,1-1 0,-1 0 0,0-1 0,0 1 0,0-1 0,-1 0 0,1 0 0,0 0 0,-1 0 0,0-1 0,1 0 0,-1 0 0,0 0 0,1 0 0,-7-1 0,7 0 0,0-1 0,-1 1 0,1-1 0,0 0 0,0 0 0,0-1 0,0 1 0,0-1 0,0 0 0,0 0 0,0 0 0,0 0 0,1-1 0,-1 0 0,1 1 0,0-1 0,0 0 0,0-1 0,0 1 0,1-1 0,-1 1 0,1-1 0,-3-5 0,1-2 0,-1 0 0,1 0 0,1-1 0,0 0 0,1 1 0,0-1 0,1 0 0,0 0 0,1 0 0,0 0 0,1 0 0,0 0 0,4-14 0,0 7 0,0 0 0,0 0 0,2 1 0,1 0 0,0 1 0,1-1 0,16-22 0,-12 23-85,1 1 0,1 1-1,0 0 1,0 1 0,2 0-1,0 2 1,0 0 0,1 1-1,1 0 1,0 2 0,0 0-1,1 1 1,0 1 0,0 1-1,22-4 1,3 3-6741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6.399"/>
    </inkml:context>
    <inkml:brush xml:id="br0">
      <inkml:brushProperty name="width" value="0.05" units="cm"/>
      <inkml:brushProperty name="height" value="0.05" units="cm"/>
    </inkml:brush>
  </inkml:definitions>
  <inkml:trace contextRef="#ctx0" brushRef="#br0">76 12 24575,'-3'0'0,"-4"0"0,-1-3 0,-3-1 0,-1 0 0,0 4 0,3 5 0,2 4 0,3 8 0,2 7 0,2 6 0,3 3 0,1 3 0,1-2 0,-2 0 0,0-3 0,-2-3 0,0-7-8191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6.552"/>
    </inkml:context>
    <inkml:brush xml:id="br0">
      <inkml:brushProperty name="width" value="0.05" units="cm"/>
      <inkml:brushProperty name="height" value="0.05" units="cm"/>
    </inkml:brush>
  </inkml:definitions>
  <inkml:trace contextRef="#ctx0" brushRef="#br0">0 171 24575,'0'-10'0,"0"-9"0,0-7 0,0-6 0,0-1 0,3 5 0,5 12 0,3 10 0,0 7-8191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6.722"/>
    </inkml:context>
    <inkml:brush xml:id="br0">
      <inkml:brushProperty name="width" value="0.05" units="cm"/>
      <inkml:brushProperty name="height" value="0.05" units="cm"/>
    </inkml:brush>
  </inkml:definitions>
  <inkml:trace contextRef="#ctx0" brushRef="#br0">0 5 24575,'0'-3'0,"0"2"0,3 4 0,1 8 0,3 9 0,1 7 0,1 8 0,0 7 0,-2 7 0,1 0 0,-1 2 0,-1 2 0,-3-9-8191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6.878"/>
    </inkml:context>
    <inkml:brush xml:id="br0">
      <inkml:brushProperty name="width" value="0.05" units="cm"/>
      <inkml:brushProperty name="height" value="0.05" units="cm"/>
    </inkml:brush>
  </inkml:definitions>
  <inkml:trace contextRef="#ctx0" brushRef="#br0">0 204 24575,'0'-10'0,"0"-5"0,0-8 0,3-2 0,5 0 0,6 1 0,8 1 0,6 5 0,5 6 0,2 1 0,3 2 0,0 4 0,-6 2-8191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7.348"/>
    </inkml:context>
    <inkml:brush xml:id="br0">
      <inkml:brushProperty name="width" value="0.05" units="cm"/>
      <inkml:brushProperty name="height" value="0.05" units="cm"/>
    </inkml:brush>
  </inkml:definitions>
  <inkml:trace contextRef="#ctx0" brushRef="#br0">58 240 24575,'-13'-10'0,"14"23"0,0-3 0,22 189 0,-19-146 0,-7 94 0,2-134 0,0 2 0,0 0 0,-1 0 0,0-1 0,-2 1 0,1-1 0,-10 22 0,13-36 0,0-1 0,0 1 0,0 0 0,0-1 0,0 1 0,0-1 0,0 1 0,0 0 0,-1-1 0,1 1 0,0 0 0,0-1 0,0 1 0,-1 0 0,1 0 0,0-1 0,0 1 0,-1 0 0,1 0 0,0-1 0,0 1 0,-1 0 0,1 0 0,0 0 0,-1-1 0,1 1 0,0 0 0,-1 0 0,1 0 0,0 0 0,-1 0 0,1 0 0,-1 0 0,1 0 0,0 0 0,-1 0 0,1 0 0,0 0 0,-1 0 0,1 0 0,0 0 0,-1 0 0,1 0 0,-1 0 0,1 0 0,0 1 0,-1-1 0,1 0 0,0 0 0,0 0 0,-1 1 0,1-1 0,0 0 0,-1 0 0,1 1 0,0-1 0,0 0 0,0 1 0,-1-1 0,1 0 0,0 1 0,0-1 0,0 0 0,0 1 0,0-1 0,-1 0 0,1 1 0,0 0 0,-8-34 0,8 30 0,-9-51 0,4 1 0,1-1 0,4-55 0,5 28 0,20-106 0,-23 179 0,3-21 0,17-53 0,-20 75 0,0 0 0,1 1 0,0-1 0,0 1 0,1 0 0,0 0 0,0 0 0,0 1 0,1-1 0,-1 1 0,1 0 0,0 0 0,11-7 0,-13 11 0,-1 0 0,1 0 0,-1 0 0,1 1 0,0-1 0,0 0 0,-1 1 0,1 0 0,0 0 0,0 0 0,-1 0 0,1 0 0,0 0 0,0 1 0,-1-1 0,1 1 0,0 0 0,-1 0 0,1 0 0,-1 0 0,1 0 0,-1 1 0,1-1 0,-1 1 0,0-1 0,0 1 0,3 2 0,4 5 0,1 0 0,-2 1 0,1 0 0,9 16 0,-5-7 0,-1 0 0,-1 2 0,13 34 0,-20-47 0,-1 1 0,-1 0 0,1 0 0,-2 1 0,1-1 0,-1 0 0,0 1 0,-1-1 0,0 0 0,-1 1 0,-3 14 0,3-19-80,-1-1 0,0 1-1,0-1 1,0 1 0,-1-1-1,1 0 1,-1 0 0,0 0-1,-1 0 1,1-1 0,0 1 0,-1-1-1,0 0 1,0 0 0,0 0-1,-8 4 1,-12 4-6746</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7.615"/>
    </inkml:context>
    <inkml:brush xml:id="br0">
      <inkml:brushProperty name="width" value="0.05" units="cm"/>
      <inkml:brushProperty name="height" value="0.05" units="cm"/>
    </inkml:brush>
  </inkml:definitions>
  <inkml:trace contextRef="#ctx0" brushRef="#br0">0 79 24575,'29'-34'0,"-24"27"0,1 0 0,-1 1 0,1-1 0,9-6 0,-15 12 0,1 1 0,-1-1 0,1 1 0,-1 0 0,1-1 0,0 1 0,-1 0 0,1 0 0,-1-1 0,1 1 0,0 0 0,-1 0 0,1 0 0,-1-1 0,1 1 0,0 0 0,-1 0 0,1 0 0,0 0 0,-1 0 0,1 0 0,-1 1 0,1-1 0,0 0 0,-1 0 0,1 0 0,1 1 0,-1 0 0,0 0 0,0 0 0,0 0 0,0 0 0,0 0 0,-1 1 0,1-1 0,0 0 0,0 0 0,-1 1 0,1-1 0,0 2 0,2 7 0,-1 0 0,3 20 0,-4-21 0,15 123 0,-11-78 0,23 102 0,-27-152-151,0 0-1,0 0 0,1-1 0,-1 1 1,1 0-1,0-1 0,0 0 1,5 6-1,3 1-6674</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8.149"/>
    </inkml:context>
    <inkml:brush xml:id="br0">
      <inkml:brushProperty name="width" value="0.05" units="cm"/>
      <inkml:brushProperty name="height" value="0.05" units="cm"/>
    </inkml:brush>
  </inkml:definitions>
  <inkml:trace contextRef="#ctx0" brushRef="#br0">1 102 24575,'-1'-1'0,"1"0"0,0 0 0,0 0 0,0 0 0,0 0 0,1 0 0,-1-1 0,0 1 0,0 0 0,0 0 0,1 0 0,-1 0 0,1 0 0,-1 1 0,1-1 0,-1 0 0,1 0 0,0-1 0,0 2 0,-1 0 0,0 0 0,1-1 0,-1 1 0,1 0 0,-1 0 0,1 0 0,-1 0 0,1 0 0,-1 0 0,1 0 0,-1 0 0,1 0 0,-1 0 0,1 1 0,-1-1 0,0 0 0,1 0 0,-1 0 0,1 1 0,-1-1 0,1 0 0,-1 0 0,0 1 0,1-1 0,0 1 0,2 1 0,-1 1 0,1 0 0,0 0 0,-1 0 0,0 0 0,1 1 0,-1-1 0,1 5 0,3 10 0,0 0 0,-2 0 0,4 38 0,7 25 0,-13-73 0,0 0 0,1 0 0,0-1 0,1 1 0,-1-1 0,1 0 0,9 12 0,-12-18 0,0 1 0,0-1 0,0 0 0,1 1 0,-1-1 0,0 0 0,1 0 0,-1 1 0,0-1 0,1 0 0,0 0 0,-1-1 0,1 1 0,-1 0 0,1-1 0,0 1 0,0-1 0,-1 1 0,1-1 0,0 0 0,0 1 0,0-1 0,-1 0 0,1 0 0,0-1 0,0 1 0,2-1 0,0 0 0,-1-1 0,0 0 0,0 0 0,0 0 0,0 0 0,0 0 0,-1-1 0,1 1 0,-1-1 0,1 1 0,-1-1 0,0 0 0,2-4 0,8-13 0,-2 0 0,0 0 0,-1-1 0,10-37 0,10-90 0,-29 148 0,3-40 342,-3 38-432,0 0 0,0 0 0,0 0 0,-1 1 0,1-1 1,0 0-1,-1 0 0,0 1 0,1-1 0,-1 0 1,0 0-1,0 1 0,0-1 0,0 1 0,0-1 0,0 1 1,0-1-1,-3-1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8.792"/>
    </inkml:context>
    <inkml:brush xml:id="br0">
      <inkml:brushProperty name="width" value="0.05" units="cm"/>
      <inkml:brushProperty name="height" value="0.05" units="cm"/>
    </inkml:brush>
  </inkml:definitions>
  <inkml:trace contextRef="#ctx0" brushRef="#br0">234 70 24575,'3'-3'0,"1"-1"0,0-1 0,0 1 0,0-1 0,-1 0 0,4-7 0,-6 12 0,-1-1 0,1 0 0,-1 0 0,0 0 0,0 1 0,1-1 0,-1 0 0,0 0 0,0 0 0,0 0 0,0 0 0,0 1 0,0-1 0,0 0 0,0 0 0,0 0 0,0 0 0,-1 0 0,1 0 0,0 1 0,0-1 0,-1 0 0,1 0 0,-1 1 0,1-1 0,-1 0 0,1 0 0,-1 1 0,1-1 0,-1 0 0,0 1 0,1-1 0,-1 1 0,0-1 0,1 1 0,-1-1 0,0 1 0,0 0 0,1-1 0,-1 1 0,0 0 0,0-1 0,0 1 0,0 0 0,0 0 0,-1 0 0,-2-1 0,0 1 0,0-1 0,-1 1 0,1 0 0,0 1 0,-1-1 0,1 1 0,0 0 0,0 0 0,0 0 0,0 0 0,0 1 0,0-1 0,0 1 0,0 0 0,0 1 0,-4 3 0,-1 0 0,1 1 0,-1 0 0,1 0 0,1 1 0,-12 15 0,13-14 0,1 0 0,0-1 0,1 2 0,0-1 0,0 0 0,1 1 0,0 0 0,1 0 0,0 0 0,-1 19 0,2-25 0,1-1 0,0 1 0,0-1 0,0 1 0,1-1 0,-1 1 0,1-1 0,0 1 0,0-1 0,0 0 0,0 1 0,1-1 0,-1 0 0,1 0 0,0 0 0,0 0 0,0 0 0,0-1 0,0 1 0,1 0 0,-1-1 0,1 0 0,0 0 0,0 0 0,-1 0 0,1 0 0,1 0 0,-1-1 0,0 1 0,0-1 0,0 0 0,1 0 0,-1 0 0,6 0 0,15 1 0,-18-2 0,0 0 0,0 1 0,0 0 0,0 0 0,7 2 0,-12-3 0,1 1 0,0 0 0,-1 0 0,0-1 0,1 1 0,-1 0 0,1 0 0,-1 0 0,0 1 0,0-1 0,1 0 0,-1 0 0,0 1 0,0-1 0,0 0 0,0 1 0,-1-1 0,1 1 0,0 0 0,-1-1 0,1 1 0,0 3 0,0 10 0,-1 0 0,0 1 0,-1-1 0,0 0 0,-1 0 0,-1 0 0,-7 20 0,1 7 0,-11 85 0,-7 34 0,26-156 0,0-1 0,-1 0 0,1 0 0,-1 0 0,0 0 0,0 0 0,0-1 0,0 1 0,-1 0 0,1-1 0,-1 0 0,-6 6 0,7-8 0,1 0 0,-1 0 0,0 0 0,1 0 0,-1 0 0,0-1 0,0 1 0,0 0 0,1-1 0,-1 0 0,0 1 0,0-1 0,0 0 0,0 0 0,0 0 0,0 0 0,0 0 0,0-1 0,0 1 0,1-1 0,-1 1 0,0-1 0,0 1 0,0-1 0,1 0 0,-1 0 0,0 0 0,1 0 0,-1 0 0,-2-3 0,-1 0 0,-1-1 0,1 0 0,0 0 0,0 0 0,1-1 0,-1 0 0,1 0 0,0 0 0,1 0 0,0 0 0,0-1 0,-3-7 0,3 4 0,1 0 0,0 0 0,1-1 0,0 1 0,0-1 0,1 1 0,2-17 0,1 3 0,2 0 0,1 1 0,1-1 0,1 1 0,1 1 0,17-32 0,-9 23 0,1 1 0,1 1 0,2 1 0,1 0 0,1 2 0,2 0 0,0 2 0,1 1 0,2 1 0,37-23 0,-58 40 0,1 1 0,-1 0 0,1 1 0,0-1 0,0 1 0,1 1 0,13-3 0,-20 5 0,1 0 0,-1 0 0,1 0 0,-1 0 0,1 0 0,0 0 0,-1 1 0,1 0 0,-1-1 0,0 1 0,1 0 0,-1 0 0,0 0 0,1 0 0,-1 1 0,0-1 0,0 0 0,0 1 0,0 0 0,0-1 0,0 1 0,-1 0 0,1 0 0,-1 0 0,1 0 0,-1 1 0,0-1 0,0 0 0,2 3 0,6 18 0,9 34 0,-11-34 0,17 41 0,-19-54-85,-1 0 0,0 0-1,-1 0 1,0 1 0,0-1-1,-1 1 1,-1 0 0,0 0-1,0-1 1,-1 1 0,0 0-1,-1 0 1,0 0 0,-1-1-1,-4 14 1,-1 1-6741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29.045"/>
    </inkml:context>
    <inkml:brush xml:id="br0">
      <inkml:brushProperty name="width" value="0.05" units="cm"/>
      <inkml:brushProperty name="height" value="0.05" units="cm"/>
    </inkml:brush>
  </inkml:definitions>
  <inkml:trace contextRef="#ctx0" brushRef="#br0">16 0 24575,'-3'0'0,"-4"3"0,2-2 0,5-1 0,6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31.304"/>
    </inkml:context>
    <inkml:brush xml:id="br0">
      <inkml:brushProperty name="width" value="0.05" units="cm"/>
      <inkml:brushProperty name="height" value="0.05" units="cm"/>
    </inkml:brush>
  </inkml:definitions>
  <inkml:trace contextRef="#ctx0" brushRef="#br0">4773 3829 24575,'1'1'0,"-1"0"0,0 0 0,1 0 0,-1 0 0,1-1 0,-1 1 0,1 0 0,-1 0 0,1 0 0,-1-1 0,1 1 0,0 0 0,-1-1 0,1 1 0,0 0 0,0-1 0,0 1 0,-1-1 0,1 1 0,0-1 0,0 0 0,0 1 0,0-1 0,0 0 0,0 0 0,0 1 0,0-1 0,0 0 0,0 0 0,0 0 0,0 0 0,-1 0 0,1 0 0,0-1 0,0 1 0,0 0 0,0 0 0,0-1 0,0 1 0,0 0 0,0-1 0,0 1 0,-1-1 0,1 1 0,0-1 0,0 0 0,0 0 0,10-21 0,-2 0 0,0-1 0,-2 1 0,9-47 0,-7 30 0,145-749-421,-105 507 203,11-72 154,16-412 0,-67 392 64,-11 265 0,-24-154 0,11 192 234,-3 0 0,-44-107-1,37 108-167,21 60-66,-1-1 0,0 1 0,0 1 0,-1-1 0,0 1 0,0 0 0,-1 0 0,0 1 0,0 0 0,-9-7 0,-1 2 0,1 0 0,-2 1 0,1 0 0,-20-7 0,1 4 0,0 1 0,-1 2 0,0 2 0,-44-6 0,-157-8 0,236 23 0,-1181-29-3185,660 25 1820,-38-5 775,-1272-12-731,1821 21 1332,-284-10 3256,279 7-2464,25 1 293,29 0 16,199 2-2305,-208 0-5633</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31.628"/>
    </inkml:context>
    <inkml:brush xml:id="br0">
      <inkml:brushProperty name="width" value="0.05" units="cm"/>
      <inkml:brushProperty name="height" value="0.05" units="cm"/>
    </inkml:brush>
  </inkml:definitions>
  <inkml:trace contextRef="#ctx0" brushRef="#br0">286 0 24575,'-1'1'0,"1"-1"0,-1 0 0,0 0 0,1 0 0,-1 1 0,1-1 0,-1 0 0,1 1 0,-1-1 0,1 0 0,-1 1 0,1-1 0,-1 1 0,1-1 0,-1 0 0,1 1 0,0-1 0,-1 1 0,1 0 0,0-1 0,0 1 0,-1-1 0,1 1 0,0 0 0,-7 19 0,5-11 0,-9 20 0,-1 0 0,-29 48 0,-41 47 0,-20 35 0,100-155 0,-1 1 0,1 0 0,0 0 0,0 0 0,1 0 0,-1 0 0,1 1 0,0-1 0,0 11 0,1-14 0,0 1 0,1-1 0,-1 1 0,1 0 0,0-1 0,-1 1 0,1-1 0,0 0 0,1 1 0,-1-1 0,0 0 0,1 1 0,-1-1 0,1 0 0,0 0 0,-1 0 0,1-1 0,0 1 0,0 0 0,1-1 0,-1 1 0,3 1 0,5 2 0,0 0 0,0-1 0,1 0 0,0 0 0,0-1 0,12 1 0,72 7 0,-65-8 0,197 9-1365,-162-11-5461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32.534"/>
    </inkml:context>
    <inkml:brush xml:id="br0">
      <inkml:brushProperty name="width" value="0.05" units="cm"/>
      <inkml:brushProperty name="height" value="0.05" units="cm"/>
    </inkml:brush>
  </inkml:definitions>
  <inkml:trace contextRef="#ctx0" brushRef="#br0">76 335 24575,'-6'-4'0,"0"0"0,0-1 0,0 0 0,1 0 0,-1 0 0,1-1 0,1 0 0,-1 0 0,1 0 0,0 0 0,0-1 0,1 0 0,0 0 0,-5-13 0,8 17 0,-1 0 0,1 1 0,0-1 0,0 0 0,0 1 0,0-1 0,1 0 0,-1 0 0,1 1 0,0-1 0,-1 1 0,1-1 0,0 1 0,0-1 0,1 1 0,-1-1 0,0 1 0,1 0 0,0 0 0,-1 0 0,1 0 0,0 0 0,0 0 0,0 0 0,0 0 0,1 1 0,-1-1 0,0 1 0,1 0 0,-1-1 0,4 0 0,8-4 0,1 1 0,0 1 0,0 0 0,18-3 0,-31 7 0,140-19-447,145 0 0,-224 16 280,915-26-3414,-645 22 1742,2386-43-1704,-553 42 3985,-2097 7-99,-8 0 1526,0 2 0,98 15 0,-153-15-1701,-1 1 0,1-1 0,-1 1-1,1 0 1,-1 0 0,0 0 0,0 1 0,0-1 0,0 1 0,-1 1 0,1-1 0,4 6 0,-4-4-23,-1 0 0,0 1 0,0 0 0,-1 0 0,0 0 0,0 0-1,0 0 1,-1 1 0,3 10 0,30 108-145,84 359 0,-29 181-454,-34 7-128,-45-525 552,19 685-135,-37-563 82,-47 292 0,29-399 294,-37 342 975,61-443-1186,2-39 0,-1 0 0,-2-1 0,-3 25 0,4-46 0,-2 27 0,3-26 0,0-1 0,-1 1 0,1 0 0,0 0 0,0-1 0,0 1 0,0 0 0,0-1 0,1 1 0,-1 0 0,0-1 0,0 1 0,0 0 0,0-1 0,1 1 0,-1 0 0,0-1 0,1 1 0,-1 0 0,1-1 0,-1 1 0,0-1 0,1 1 0,-1-1 0,1 1 0,0-1 0,-1 1 0,1-1 0,-1 0 0,1 1 0,0-1 0,-1 0 0,1 1 0,0-1 0,0 0 0,0-1 0,1 1 0,-1 0 0,0-1 0,0 1 0,0-1 0,0 1 0,-1-1 0,1 0 0,0 0 0,0 1 0,0-1 0,0 0 0,-1 0 0,1 0 0,0 0 0,-1 1 0,1-1 0,-1 0 0,1 0 0,0-2 0,9-23 0,-8 21-151,-1 0-1,0 0 0,0-1 0,0 1 1,-1 0-1,1 0 0,-1 0 1,-1-9-1,-3 1-6674</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32.876"/>
    </inkml:context>
    <inkml:brush xml:id="br0">
      <inkml:brushProperty name="width" value="0.05" units="cm"/>
      <inkml:brushProperty name="height" value="0.05" units="cm"/>
    </inkml:brush>
  </inkml:definitions>
  <inkml:trace contextRef="#ctx0" brushRef="#br0">21 1 24575,'-1'8'0,"0"0"0,0 0 0,-4 11 0,-2 15 0,4-7 0,1-1 0,1 1 0,2 0 0,5 37 0,-5-55 0,1 1 0,1-1 0,0 0 0,0 0 0,1-1 0,0 1 0,0-1 0,1 1 0,0-1 0,0-1 0,1 1 0,0-1 0,1 0 0,-1 0 0,15 10 0,-12-10 0,0-1 0,1-1 0,-1 1 0,1-2 0,0 1 0,1-1 0,-1-1 0,0 0 0,19 3 0,-23-6 0,1 1 0,0-1 0,0 0 0,-1 0 0,1-1 0,0 0 0,-1 0 0,1-1 0,-1 0 0,1 0 0,-1 0 0,0-1 0,0 0 0,0 0 0,0 0 0,-1-1 0,6-4 0,13-15 0,-2-1 0,-1-1 0,-1-1 0,-1 0 0,17-32 0,5-5 0,-3 7 0,-132 164-1365,62-75-5461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53.974"/>
    </inkml:context>
    <inkml:brush xml:id="br0">
      <inkml:brushProperty name="width" value="0.05" units="cm"/>
      <inkml:brushProperty name="height" value="0.05" units="cm"/>
    </inkml:brush>
  </inkml:definitions>
  <inkml:trace contextRef="#ctx0" brushRef="#br0">1102 147 24575,'0'-2'0,"-1"1"0,1-1 0,0 0 0,0 1 0,-1-1 0,1 1 0,-1-1 0,0 1 0,1-1 0,-1 1 0,0-1 0,0 1 0,0 0 0,0-1 0,0 1 0,0 0 0,0 0 0,-1 0 0,1 0 0,0 0 0,-1 0 0,1 0 0,0 0 0,-1 0 0,1 1 0,-1-1 0,1 1 0,-1-1 0,0 1 0,1 0 0,-3-1 0,-8-1 0,1 1 0,0 0 0,-19 1 0,16 1 0,-71 3 0,-146 25 0,179-20 0,0 3 0,1 1 0,0 3 0,-88 41 0,113-44 0,0 1 0,0 2 0,2 0 0,0 2 0,1 0 0,1 2 0,1 0 0,0 2 0,2 0 0,-21 31 0,32-42 0,1 1 0,1 0 0,0 1 0,0-1 0,1 1 0,1 1 0,0-1 0,1 0 0,1 1 0,-2 14 0,4-18 0,0 0 0,1 0 0,0 0 0,0 0 0,1 0 0,0 0 0,1-1 0,0 1 0,1-1 0,0 0 0,0 0 0,1 0 0,0 0 0,10 12 0,-1-5 0,1 0 0,1-1 0,0-1 0,1 0 0,0-1 0,1-1 0,0 0 0,1-2 0,1 0 0,-1-1 0,38 11 0,-19-9 0,1-2 0,0-2 0,0-1 0,0-2 0,63-1 0,-56-5 0,0-2 0,0-3 0,-1-1 0,0-2 0,-1-2 0,0-2 0,0-2 0,-2-2 0,0-2 0,43-27 0,-55 27 0,-1-1 0,0-1 0,-2-2 0,0-1 0,37-46 0,-45 48 0,-2-2 0,-1 0 0,-2 0 0,0-2 0,-1 1 0,-2-2 0,12-40 0,-19 53 0,-1 0 0,0 0 0,-1-1 0,-1 1 0,0-1 0,-1 1 0,-1-1 0,-4-24 0,3 31 0,0 0 0,-1-1 0,0 1 0,-1 0 0,0 0 0,0 1 0,-1-1 0,0 1 0,-1 0 0,0 0 0,0 1 0,0 0 0,-1 0 0,-15-11 0,6 6 0,-1 2 0,-1 0 0,0 1 0,0 1 0,-1 1 0,0 0 0,-30-6 0,-8 3 0,-77-6 0,117 14-91,-1 1 0,1 1 0,-1 1 0,1 0 0,0 1 0,0 1 0,0 0 0,0 1 0,0 1 0,1 1 0,-1 0 0,2 1 0,-1 1 0,-26 18 0,23-11-6735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54.795"/>
    </inkml:context>
    <inkml:brush xml:id="br0">
      <inkml:brushProperty name="width" value="0.05" units="cm"/>
      <inkml:brushProperty name="height" value="0.05" units="cm"/>
    </inkml:brush>
  </inkml:definitions>
  <inkml:trace contextRef="#ctx0" brushRef="#br0">702 66 24575,'-1'-2'0,"1"1"0,0-1 0,-1 1 0,0 0 0,1-1 0,-1 1 0,0 0 0,0-1 0,1 1 0,-1 0 0,0 0 0,0 0 0,0 0 0,-1 0 0,1 0 0,0 0 0,0 0 0,0 0 0,-1 0 0,-1 0 0,-29-14 0,15 11 0,0 0 0,-1 1 0,1 0 0,-1 2 0,1 0 0,-1 1 0,1 0 0,-1 2 0,1 0 0,0 1 0,-31 9 0,21-4 0,1 2 0,0 1 0,0 1 0,1 1 0,1 1 0,-38 29 0,44-28 0,1 0 0,1 2 0,0 0 0,1 1 0,1 1 0,1 0 0,0 0 0,2 1 0,-12 29 0,15-32 0,2 0 0,0 1 0,1-1 0,1 1 0,1 0 0,1 0 0,0 1 0,1-1 0,1 0 0,0 1 0,2-1 0,4 24 0,-3-32 0,0 0 0,0 0 0,0 0 0,2-1 0,-1 0 0,1 0 0,0 0 0,1 0 0,0-1 0,0 0 0,1 0 0,0-1 0,0 0 0,1 0 0,12 8 0,-7-7 0,0-1 0,0 0 0,1-1 0,0-1 0,0 0 0,0-1 0,0 0 0,1-1 0,0-1 0,16 1 0,6-2 0,-1-1 0,1-3 0,-1 0 0,0-3 0,0 0 0,59-20 0,-49 9 0,0-1 0,0-3 0,-2-1 0,58-40 0,-73 42 0,-1-2 0,-2 0 0,0-2 0,-1-1 0,36-48 0,-45 52 0,-2-1 0,-1-1 0,0 0 0,-2 0 0,-1-1 0,-1 0 0,-1-1 0,7-34 0,-13 49 0,-1-1 0,0 1 0,0-1 0,-1 1 0,0-1 0,-1 0 0,-3-13 0,3 20 0,0-1 0,0 1 0,-1 0 0,1 0 0,-1 0 0,0 0 0,0 0 0,0 1 0,-1-1 0,0 1 0,1-1 0,-1 1 0,0 0 0,0 0 0,-1 0 0,1 1 0,-1-1 0,1 1 0,-1-1 0,-6-1 0,-2-1 0,-1 1 0,0 1 0,0 1 0,0-1 0,0 2 0,0 0 0,-19 1 0,-1 2 0,-59 11 0,48-3-341,0 2 0,0 1-1,-59 29 1,77-29-6485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55.522"/>
    </inkml:context>
    <inkml:brush xml:id="br0">
      <inkml:brushProperty name="width" value="0.05" units="cm"/>
      <inkml:brushProperty name="height" value="0.05" units="cm"/>
    </inkml:brush>
  </inkml:definitions>
  <inkml:trace contextRef="#ctx0" brushRef="#br0">798 115 24575,'-5'-6'0,"0"0"0,1 0 0,0 0 0,-6-12 0,8 14 0,0-1 0,-1 1 0,1 0 0,-1 0 0,0 0 0,0 0 0,0 0 0,-1 0 0,1 1 0,-1 0 0,0 0 0,0 0 0,-5-3 0,0 2 0,0 1 0,-1 0 0,1 1 0,-1 0 0,1 0 0,-1 1 0,0 1 0,0-1 0,1 2 0,-1-1 0,0 1 0,1 1 0,-1 0 0,-16 5 0,-7 4 0,1 1 0,-55 30 0,61-27 0,-1 1 0,2 1 0,0 1 0,1 2 0,1 0 0,-38 44 0,38-35 0,2 0 0,1 2 0,1 0 0,2 1 0,-20 51 0,23-47 0,2 0 0,2 1 0,-9 55 0,16-75 0,1 0 0,1-1 0,1 1 0,0 0 0,2-1 0,0 1 0,0-1 0,2 1 0,0-1 0,9 23 0,-10-32 0,1 0 0,0 0 0,0 0 0,1-1 0,0 0 0,0 1 0,0-2 0,1 1 0,0-1 0,0 0 0,0 0 0,1-1 0,-1 1 0,1-2 0,0 1 0,0-1 0,1 0 0,-1 0 0,1-1 0,9 2 0,11 1 0,1-2 0,-1 0 0,1-2 0,34-4 0,-22 1 0,-1-2 0,1-2 0,-1-2 0,-1-1 0,1-2 0,-2-2 0,0-2 0,0-1 0,54-32 0,-69 33 0,-1-1 0,0-1 0,-1-1 0,-1 0 0,0-2 0,22-30 0,-28 31 0,-2 1 0,0-2 0,-2 0 0,0 0 0,-1-1 0,-1 0 0,-1 0 0,7-33 0,-12 39 0,0 0 0,0 0 0,-2 0 0,0 0 0,0 0 0,-2 0 0,0 0 0,0 1 0,-1-1 0,-1 0 0,-1 1 0,0 0 0,-1 0 0,0 0 0,-1 1 0,0 0 0,-1 1 0,-1-1 0,0 1 0,-1 1 0,0 0 0,-1 0 0,0 1 0,0 0 0,-1 1 0,0 1 0,-1 0 0,0 0 0,0 1 0,-18-6 0,7 4 0,-1 1 0,1 1 0,-37-4 0,53 9 0,-1 1 0,0 0 0,0 1 0,0 0 0,0 1 0,0 0 0,0 0 0,0 1 0,1 0 0,-1 0 0,1 1 0,-1 0 0,-9 5 0,1 7-1365,5-1-5461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56.900"/>
    </inkml:context>
    <inkml:brush xml:id="br0">
      <inkml:brushProperty name="width" value="0.05" units="cm"/>
      <inkml:brushProperty name="height" value="0.05" units="cm"/>
    </inkml:brush>
  </inkml:definitions>
  <inkml:trace contextRef="#ctx0" brushRef="#br0">253 67 24575,'-21'-10'0,"6"3"0,1 0 0,0-2 0,-23-16 0,37 25 0,0 0 0,-1 0 0,1 0 0,0 0 0,0 0 0,0-1 0,-1 1 0,1 0 0,0 0 0,0 0 0,0 0 0,0 0 0,0-1 0,-1 1 0,1 0 0,0 0 0,0 0 0,0-1 0,0 1 0,0 0 0,0 0 0,0 0 0,0-1 0,0 1 0,0 0 0,0 0 0,0-1 0,0 1 0,0 0 0,0 0 0,0 0 0,0-1 0,0 1 0,0 0 0,0-1 0,9 0 0,16 4 0,-23-3 0,43 7 0,-1 2 0,81 27 0,-118-32 0,0-1 0,0 1 0,-1 0 0,1 0 0,-1 0 0,0 1 0,0 0 0,-1 0 0,1 1 0,-1 0 0,-1 0 0,1 0 0,-1 0 0,0 1 0,0 0 0,0-1 0,-1 1 0,-1 1 0,1-1 0,-1 0 0,0 1 0,1 7 0,1 16 0,-2 0 0,-1 0 0,-1 0 0,-5 35 0,5-60 0,-9 98 0,-17 341 0,24-129 0,-14 352 0,7 55 0,21-549 0,4 146 0,-16-315 0,0 0 0,0-1 0,-1 1 0,0 0 0,0-1 0,0 1 0,0-1 0,-1 1 0,-2 5 0,3-9 0,0 1 0,0-1 0,0 1 0,0-1 0,0 1 0,-1-1 0,1 0 0,0 0 0,-1 0 0,1 0 0,-1 0 0,0 0 0,1 0 0,-1 0 0,0-1 0,1 1 0,-1-1 0,0 1 0,0-1 0,1 0 0,-1 1 0,0-1 0,0 0 0,0 0 0,1 0 0,-1-1 0,-2 1 0,-21-5 0,1-1 0,-1-2 0,2 0 0,-32-15 0,6 2 0,-133-43-1365,146 51-5461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0:57.969"/>
    </inkml:context>
    <inkml:brush xml:id="br0">
      <inkml:brushProperty name="width" value="0.05" units="cm"/>
      <inkml:brushProperty name="height" value="0.05" units="cm"/>
    </inkml:brush>
  </inkml:definitions>
  <inkml:trace contextRef="#ctx0" brushRef="#br0">481 92 24575,'6'-1'0,"0"-1"0,0 1 0,-1-1 0,1 0 0,-1 0 0,0-1 0,0 1 0,6-5 0,6-2 0,-11 6 0,0 0 0,0-1 0,-1 1 0,1-1 0,5-5 0,-11 8 0,1 1 0,-1-1 0,1 1 0,0-1 0,-1 0 0,1 1 0,-1-1 0,0 0 0,1 0 0,-1 1 0,0-1 0,1 0 0,-1 0 0,0 1 0,0-1 0,1 0 0,-1 0 0,0 0 0,0 1 0,0-3 0,-1 2 0,1 0 0,-1 0 0,0 1 0,1-1 0,-1 0 0,0 0 0,1 0 0,-1 0 0,0 1 0,0-1 0,0 0 0,0 1 0,0-1 0,0 1 0,0-1 0,0 1 0,0-1 0,0 1 0,0 0 0,-2-1 0,-3 0 0,0 0 0,0 0 0,0 1 0,-1-1 0,1 1 0,0 1 0,0-1 0,-1 1 0,1 0 0,0 1 0,0 0 0,-9 3 0,1 1 0,0 0 0,1 1 0,0 0 0,-15 11 0,22-12 0,-1 0 0,1 0 0,0 0 0,0 1 0,0 0 0,1 0 0,0 0 0,1 1 0,0 0 0,0 0 0,0 0 0,1 0 0,-4 15 0,1 9 0,0 0 0,-1 46 0,4-32 0,-58 555 0,37-426 0,-53 191 0,39-202 0,-2 32 0,9 3 0,8 0 0,4 209 0,18-302 0,4 162 0,1-207 0,3-1 0,19 83 0,-25-136 0,1-1 0,0 1 0,1-1 0,-1 1 0,1-1 0,0 0 0,1 0 0,-1-1 0,6 7 0,-6-9 0,0 0 0,1 0 0,-1 0 0,1-1 0,-1 1 0,1-1 0,0 0 0,0 0 0,0 0 0,0 0 0,1-1 0,-1 0 0,0 0 0,1 0 0,4 0 0,18 1 69,-1-1-1,1-1 0,0-2 0,48-9 1,-18-1-923,62-23 1,-65 16-5973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1:11.053"/>
    </inkml:context>
    <inkml:brush xml:id="br0">
      <inkml:brushProperty name="width" value="0.05" units="cm"/>
      <inkml:brushProperty name="height" value="0.05" units="cm"/>
    </inkml:brush>
  </inkml:definitions>
  <inkml:trace contextRef="#ctx0" brushRef="#br0">1 69 24575,'0'-5'0,"0"0"0,1 0 0,0 1 0,0-1 0,0 0 0,0 1 0,1-1 0,0 1 0,0 0 0,0-1 0,1 1 0,3-5 0,-6 9 0,0-1 0,1 1 0,-1 0 0,0-1 0,0 1 0,1 0 0,-1 0 0,0-1 0,1 1 0,-1 0 0,0 0 0,1 0 0,-1-1 0,1 1 0,-1 0 0,0 0 0,1 0 0,-1 0 0,1 0 0,-1 0 0,0 0 0,1 0 0,-1 0 0,1 0 0,-1 0 0,0 0 0,1 0 0,-1 0 0,1 0 0,-1 0 0,0 1 0,1-1 0,-1 0 0,1 0 0,-1 0 0,0 1 0,1-1 0,-1 0 0,0 0 0,0 1 0,1-1 0,-1 0 0,0 1 0,1 0 0,11 19 0,-9-15 0,27 46 81,2-1 0,3-2 1,48 52-1,135 123-879,-150-156-94,-52-52-5934</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1:11.419"/>
    </inkml:context>
    <inkml:brush xml:id="br0">
      <inkml:brushProperty name="width" value="0.05" units="cm"/>
      <inkml:brushProperty name="height" value="0.05" units="cm"/>
    </inkml:brush>
  </inkml:definitions>
  <inkml:trace contextRef="#ctx0" brushRef="#br0">363 29 24575,'1'-1'0,"-1"-1"0,0 1 0,0-1 0,0 1 0,0-1 0,-1 0 0,1 1 0,0-1 0,-1 1 0,1-1 0,-1 1 0,1-1 0,-1 1 0,0-1 0,0 1 0,-1-2 0,2 3 0,0 0 0,-1-1 0,1 1 0,0 0 0,-1 0 0,1 0 0,0 0 0,-1 0 0,1 0 0,0 0 0,-1 0 0,1 0 0,0 0 0,-1 0 0,1 0 0,0 0 0,-1 0 0,1 0 0,0 0 0,-1 0 0,1 0 0,0 1 0,-1-1 0,1 0 0,-1 0 0,-12 14 0,-201 310 0,105-153 0,98-155-1365</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1:45.315"/>
    </inkml:context>
    <inkml:brush xml:id="br0">
      <inkml:brushProperty name="width" value="0.05" units="cm"/>
      <inkml:brushProperty name="height" value="0.05" units="cm"/>
    </inkml:brush>
  </inkml:definitions>
  <inkml:trace contextRef="#ctx0" brushRef="#br0">1 35 24575,'4'-4'0,"1"1"0,-1-1 0,1 1 0,0 0 0,0 0 0,1 0 0,-1 1 0,0 0 0,1 0 0,0 0 0,-1 1 0,1 0 0,0 0 0,0 0 0,0 1 0,6 0 0,-1 0 0,0 1 0,1 1 0,-1 0 0,0 0 0,0 1 0,0 0 0,14 7 0,11 8 0,0 2 0,-2 1 0,0 2 0,41 36 0,114 120 0,-186-176 0,35 37 0,-16-16 0,1-1 0,26 20 0,-45-40-170,0 0-1,0-1 0,0 1 1,1-1-1,-1 0 0,1 0 1,5 1-1,9 1-6655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1:45.611"/>
    </inkml:context>
    <inkml:brush xml:id="br0">
      <inkml:brushProperty name="width" value="0.05" units="cm"/>
      <inkml:brushProperty name="height" value="0.05" units="cm"/>
    </inkml:brush>
  </inkml:definitions>
  <inkml:trace contextRef="#ctx0" brushRef="#br0">587 7 24575,'-1'0'0,"1"-1"0,-1 0 0,0 1 0,0-1 0,0 0 0,0 1 0,0-1 0,0 1 0,0 0 0,0-1 0,0 1 0,0 0 0,0-1 0,0 1 0,0 0 0,0 0 0,0 0 0,0 0 0,0 0 0,0 0 0,0 0 0,-1 1 0,1-1 0,0 0 0,0 0 0,0 1 0,0-1 0,0 1 0,0-1 0,1 1 0,-1-1 0,0 1 0,-1 1 0,-5 3 0,1 0 0,0 1 0,-8 10 0,4-6 0,-234 213 0,188-175 0,-57 60 342,98-91-684,0 0 1,2 1 0,0 1-1,-19 36 1,23-34-6485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04.561"/>
    </inkml:context>
    <inkml:brush xml:id="br0">
      <inkml:brushProperty name="width" value="0.05" units="cm"/>
      <inkml:brushProperty name="height" value="0.05" units="cm"/>
    </inkml:brush>
  </inkml:definitions>
  <inkml:trace contextRef="#ctx0" brushRef="#br0">1 483 24575,'2'-1'0,"1"0"0,0 0 0,-1 0 0,0 0 0,1 0 0,-1-1 0,0 1 0,1-1 0,-1 0 0,0 0 0,0 1 0,0-1 0,2-4 0,19-13 0,-21 18 0,0 0 0,-1 1 0,1-1 0,0 1 0,0 0 0,-1-1 0,1 1 0,0 0 0,0 0 0,0 0 0,0 0 0,-1 0 0,1 1 0,0-1 0,0 0 0,-1 1 0,1 0 0,0-1 0,-1 1 0,1 0 0,0 0 0,-1 0 0,1 0 0,-1 0 0,1 0 0,-1 0 0,0 0 0,1 1 0,-1-1 0,0 0 0,2 4 0,2 3 0,0 1 0,0 0 0,-1 0 0,5 15 0,-4-12 0,15 56 0,-15-48 0,12 31 0,-17-50 0,1 1 0,-1-1 0,1 1 0,0-1 0,-1 0 0,1 1 0,0-1 0,0 0 0,0 0 0,0 1 0,0-1 0,0 0 0,0 0 0,0 0 0,1 0 0,-1 0 0,0-1 0,1 1 0,-1 0 0,0 0 0,1-1 0,2 1 0,-2-1 0,0 0 0,0 0 0,0 0 0,0-1 0,0 1 0,0-1 0,0 1 0,0-1 0,-1 0 0,1 0 0,0 1 0,0-2 0,-1 1 0,1 0 0,2-2 0,5-6 0,1 0 0,-2-1 0,1 0 0,7-13 0,-15 21 0,3-2 0,208-278 0,-179 245 0,1 1 0,2 1 0,2 2 0,1 2 0,44-27 0,-54 40-273,0 1 0,1 2 0,1 1 0,49-15 0,-49 22-6553</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1:59.487"/>
    </inkml:context>
    <inkml:brush xml:id="br0">
      <inkml:brushProperty name="width" value="0.05" units="cm"/>
      <inkml:brushProperty name="height" value="0.05" units="cm"/>
    </inkml:brush>
  </inkml:definitions>
  <inkml:trace contextRef="#ctx0" brushRef="#br0">529 136 24575,'3'-28'0,"-2"24"0,-1 1 0,1-1 0,-1 0 0,1 0 0,-1 0 0,0 1 0,-1-1 0,1 0 0,-2-4 0,2 5 0,-1-1 0,0 1 0,0-1 0,-1 1 0,1 0 0,-1-1 0,0 1 0,1 0 0,-1 0 0,-1 0 0,1 0 0,0 1 0,-1-1 0,1 1 0,-1-1 0,0 1 0,0 0 0,0 0 0,0 0 0,-5-2 0,4 3 0,0 0 0,-1 0 0,1 0 0,-1 1 0,1 0 0,-1 0 0,0 0 0,1 0 0,-1 0 0,1 1 0,-1 0 0,1 0 0,-1 1 0,1-1 0,-8 5 0,-10 4 0,1 2 0,1 0 0,0 2 0,1 0 0,0 1 0,-18 19 0,4 1 0,2 0 0,-30 45 0,43-54 0,1 0 0,1 2 0,2-1 0,1 2 0,-14 43 0,23-60 0,1 0 0,0 0 0,1 0 0,0 0 0,1 0 0,0 0 0,1 0 0,0 1 0,1-1 0,1 0 0,0 0 0,0 0 0,2 0 0,-1 0 0,1-1 0,11 22 0,-10-26 0,0 1 0,1-1 0,0-1 0,0 1 0,1-1 0,0 0 0,0 0 0,0-1 0,1 0 0,-1 0 0,1-1 0,0 0 0,1 0 0,-1-1 0,1 0 0,-1-1 0,1 0 0,0 0 0,17 1 0,-4-2 0,1 0 0,-1-2 0,1 0 0,-1-2 0,1 0 0,40-13 0,-42 9 0,0-2 0,0 0 0,-1-1 0,-1-1 0,1-1 0,-2 0 0,0-2 0,0 0 0,-2-1 0,1-1 0,-2 0 0,0-1 0,17-26 0,-23 29 0,-1-1 0,0 0 0,-1 0 0,0-1 0,-1 0 0,-1 0 0,-1 0 0,4-19 0,-7 22 0,0 0 0,0 0 0,-1 0 0,-1 0 0,0 0 0,-1 0 0,-1 0 0,0 0 0,0 0 0,-1 1 0,-7-15 0,8 19 25,-1 1-1,0-1 0,-1 1 1,0 0-1,0 0 1,-1 0-1,1 1 0,-1 0 1,-1 0-1,1 0 0,-1 1 1,0 0-1,-14-8 1,14 11-120,1-1 0,-1 1 0,1 0 0,-1 0 1,0 0-1,0 1 0,0 0 0,0 1 0,0 0 0,0 0 1,0 0-1,0 1 0,0 0 0,1 0 0,-1 1 1,0 0-1,-7 3 0,-23 11-6731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1:59.975"/>
    </inkml:context>
    <inkml:brush xml:id="br0">
      <inkml:brushProperty name="width" value="0.05" units="cm"/>
      <inkml:brushProperty name="height" value="0.05" units="cm"/>
    </inkml:brush>
  </inkml:definitions>
  <inkml:trace contextRef="#ctx0" brushRef="#br0">342 339 24575,'1'-34'0,"0"23"0,0 1 0,-1-1 0,0 0 0,-1 1 0,0-1 0,-4-16 0,4 25 0,0 0 0,0 0 0,0 1 0,0-1 0,-1 1 0,1-1 0,0 1 0,-1-1 0,1 1 0,-1 0 0,0-1 0,1 1 0,-1 0 0,0 0 0,0 0 0,1 0 0,-1 1 0,0-1 0,0 1 0,0-1 0,0 1 0,0-1 0,0 1 0,0 0 0,0 0 0,0 0 0,-3 0 0,-3 1 0,0 0 0,0 0 0,0 0 0,0 1 0,-11 4 0,1 1 0,0 1 0,1 1 0,0 1 0,1 0 0,0 1 0,-25 22 0,33-26 0,0 1 0,0 0 0,1 0 0,0 0 0,1 1 0,0 0 0,0 0 0,1 1 0,0 0 0,1 0 0,0 0 0,1 0 0,-4 16 0,6-21 0,0 0 0,1 0 0,0 0 0,0 0 0,0 0 0,1 0 0,-1-1 0,1 1 0,0 0 0,1 0 0,-1 0 0,1-1 0,0 1 0,0-1 0,0 1 0,4 5 0,-2-6 0,1 1 0,-1 0 0,1-1 0,0 0 0,0 0 0,0-1 0,0 1 0,0-1 0,1 0 0,0-1 0,8 4 0,5-1 0,1 0 0,-1-1 0,1-2 0,0 0 0,0 0 0,0-2 0,22-2 0,-14-1 0,-1-1 0,0-2 0,0 0 0,0-1 0,-1-2 0,29-13 0,-37 13 0,0-1 0,-1 0 0,0-1 0,-1 0 0,0-2 0,0 0 0,-2 0 0,1-2 0,13-18 0,-22 24 0,0 0 0,-1 0 0,0 0 0,0-1 0,-1 0 0,0 0 0,-1 0 0,0 0 0,-1-1 0,0 1 0,-1-1 0,0 1 0,0-1 0,-1 1 0,-1-1 0,0 0 0,0 1 0,-1-1 0,-4-13 0,3 15 0,0-1 0,-1 1 0,0 0 0,-1 0 0,1 0 0,-2 1 0,0-1 0,0 1 0,0 0 0,-1 1 0,0 0 0,0 0 0,-1 0 0,0 1 0,0 0 0,0 1 0,-1 0 0,0 0 0,0 1 0,-14-5 0,-11 0-1365,5 5-5461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00.429"/>
    </inkml:context>
    <inkml:brush xml:id="br0">
      <inkml:brushProperty name="width" value="0.05" units="cm"/>
      <inkml:brushProperty name="height" value="0.05" units="cm"/>
    </inkml:brush>
  </inkml:definitions>
  <inkml:trace contextRef="#ctx0" brushRef="#br0">348 83 24575,'-2'-2'0,"-9"-10"0,-1 0 0,-1 1 0,0 1 0,-16-11 0,25 19 0,1 0 0,0 1 0,0-1 0,0 1 0,-1-1 0,1 1 0,-1 0 0,1 0 0,-1 1 0,0-1 0,1 1 0,-1 0 0,1 0 0,-1 0 0,0 0 0,1 0 0,-1 1 0,1 0 0,-1 0 0,0 0 0,1 0 0,0 0 0,-1 1 0,1-1 0,-4 4 0,-5 4 0,0 2 0,0-1 0,2 2 0,-1-1 0,1 1 0,1 1 0,0 0 0,1 0 0,-10 22 0,6-8 0,1 0 0,1 1 0,2 0 0,-7 35 0,13-51 0,0 1 0,1 0 0,0-1 0,1 1 0,0 0 0,1 0 0,0 0 0,2-1 0,5 24 0,-5-30 0,-1 0 0,1 0 0,0 0 0,0-1 0,1 1 0,0-1 0,0 0 0,0 0 0,0 0 0,1 0 0,0-1 0,0 0 0,0 0 0,1 0 0,-1-1 0,1 1 0,0-1 0,0-1 0,0 1 0,0-1 0,7 2 0,2-1 0,0-1 0,0 0 0,0-1 0,0-1 0,0 0 0,0-1 0,0 0 0,0-1 0,0-1 0,0-1 0,0 0 0,-1 0 0,0-2 0,0 0 0,18-10 0,-18 8 0,0-1 0,-1 0 0,0 0 0,0-1 0,-1-1 0,-1 0 0,1-1 0,-2 0 0,0-1 0,0 0 0,-1 0 0,-1-1 0,0 0 0,7-21 0,-12 26 0,0-1 0,-1 1 0,0-1 0,-1 1 0,0-1 0,0 0 0,-1 1 0,0-1 0,-1 0 0,0 1 0,0-1 0,-1 1 0,-1-1 0,0 1 0,0 0 0,0 0 0,-1 0 0,-1 0 0,1 1 0,-13-16 0,9 13 0,-1 1 0,0 0 0,0 1 0,-1 0 0,-1 1 0,1 0 0,-1 1 0,-1 0 0,1 0 0,-1 1 0,0 1 0,-1 0 0,1 0 0,-25-4 0,-21 3-1365,5 5-5461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01.804"/>
    </inkml:context>
    <inkml:brush xml:id="br0">
      <inkml:brushProperty name="width" value="0.05" units="cm"/>
      <inkml:brushProperty name="height" value="0.05" units="cm"/>
    </inkml:brush>
  </inkml:definitions>
  <inkml:trace contextRef="#ctx0" brushRef="#br0">780 83 24575,'0'-1'0,"0"-1"0,0 1 0,0 0 0,0 0 0,-1 0 0,1-1 0,0 1 0,-1 0 0,1 0 0,0 0 0,-1 0 0,0 0 0,1 0 0,-1 0 0,0 0 0,1 0 0,-1 0 0,0 0 0,0 0 0,-2-1 0,1 1 0,0 0 0,0-1 0,-1 1 0,1 0 0,-1 1 0,1-1 0,-1 0 0,0 1 0,-2-1 0,-5 0 0,0 1 0,0 1 0,0-1 0,-12 3 0,-2 3 0,0 0 0,1 1 0,0 2 0,0 0 0,0 1 0,1 2 0,1 0 0,0 1 0,-36 30 0,24-13 0,1 1 0,1 1 0,1 2 0,-40 61 0,40-46-44,2 2 0,2 1 0,3 1 0,2 1 0,2 1 0,3 0 0,2 2-1,-8 64 1,8 7-88,6 1 0,12 203 0,40 99 132,-29-346 0,4-2 0,4 0 0,34 82 0,-42-129-17,2-1 0,1-1 0,1 0 0,2-2 0,2 0 0,0-1 0,40 38 0,-42-49 29,2-1 0,-1-1 0,2-1 0,1-1 0,0-1 0,0-1 1,2-1-1,0-2 0,0-1 0,42 11 0,-33-14 76,2 0 0,-1-3 1,0-1-1,1-2 0,0-1 0,71-11 1,-63 3-73,-1-2 0,0-3 0,-1-1 0,0-2 0,50-27 0,-43 15-21,-1-2-1,-2-2 0,-1-2 0,-2-2 1,-1-2-1,-2-2 0,-2-2 0,-1-2 1,53-79-1,-67 82-11,-1-1-1,-2-1 1,-2-1 0,-2-1 0,13-52 0,-15 34-40,-3-1 1,-3 1-1,3-88 0,-13 40-8,-5-1-1,-5 1 0,-4 0 0,-35-130 0,26 148 67,-4 1 1,-4 1-1,-53-107 0,64 157-4,-3 1 1,-1 1-1,-1 1 0,-3 1 0,-1 1 1,-1 2-1,-2 1 0,-69-55 1,78 72-2,-1 1-1,0 1 1,-1 1 0,-1 2 0,0 0 0,-1 1 0,0 2 0,0 1 0,-1 1 0,-51-4 0,53 8-47,1 2 1,-1 1 0,1 1-1,-1 1 1,1 1 0,0 1-1,0 2 1,0 0 0,1 1 0,0 2-1,-44 25 1,18-2-6675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5.018"/>
    </inkml:context>
    <inkml:brush xml:id="br0">
      <inkml:brushProperty name="width" value="0.05" units="cm"/>
      <inkml:brushProperty name="height" value="0.05" units="cm"/>
    </inkml:brush>
  </inkml:definitions>
  <inkml:trace contextRef="#ctx0" brushRef="#br0">439 39 24575,'-1'-7'0,"1"6"0,0-1 0,0 0 0,0 0 0,0 1 0,0-1 0,0 0 0,0 1 0,0-1 0,1 0 0,-1 0 0,1 1 0,-1-1 0,1 0 0,0 1 0,-1-1 0,1 1 0,2-3 0,-1 6 0,-3 6 0,-3 9 0,-6 2 0,0-1 0,-2 0 0,0 0 0,-1-1 0,-16 16 0,-82 74 0,82-81 0,-45 36 0,46-39 0,0 1 0,-45 50 0,72-73 0,0 1 0,-1-1 0,1 1 0,0-1 0,0 1 0,0 0 0,0 0 0,0-1 0,0 1 0,1 0 0,-1 0 0,1 0 0,-1 0 0,1 0 0,0 0 0,-1-1 0,1 1 0,0 0 0,0 0 0,0 0 0,1 0 0,0 3 0,0-3 0,0 0 0,0 0 0,1 0 0,-1 0 0,1-1 0,0 1 0,-1 0 0,1-1 0,0 1 0,0-1 0,0 0 0,0 1 0,0-1 0,0 0 0,0 0 0,1 0 0,3 0 0,24 8 0,44 5 0,17 4 0,-49-4-273,0 1 0,-1 3 0,-1 1 0,55 35 0,-75-42-6553</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5.251"/>
    </inkml:context>
    <inkml:brush xml:id="br0">
      <inkml:brushProperty name="width" value="0.05" units="cm"/>
      <inkml:brushProperty name="height" value="0.05" units="cm"/>
    </inkml:brush>
  </inkml:definitions>
  <inkml:trace contextRef="#ctx0" brushRef="#br0">11 67 24575,'-10'-17'0,"10"17"0,-1 0 0,1-1 0,0 1 0,0-1 0,0 1 0,0-1 0,0 1 0,0 0 0,1-1 0,-1 1 0,0-1 0,0 1 0,0 0 0,0-1 0,0 1 0,1-1 0,-1 1 0,0 0 0,0-1 0,0 1 0,1 0 0,-1-1 0,0 1 0,1 0 0,0-1 0,2 0 0,0-1 0,0 1 0,0 0 0,0 0 0,0 0 0,1 1 0,-1-1 0,0 1 0,4-1 0,315-4 0,-81 5 0,-11-20-1365,-201 14-5461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6.747"/>
    </inkml:context>
    <inkml:brush xml:id="br0">
      <inkml:brushProperty name="width" value="0.05" units="cm"/>
      <inkml:brushProperty name="height" value="0.05" units="cm"/>
    </inkml:brush>
  </inkml:definitions>
  <inkml:trace contextRef="#ctx0" brushRef="#br0">375 64 24575,'-2'-4'0,"0"-1"0,0 1 0,-1 0 0,0 1 0,0-1 0,0 0 0,0 1 0,0-1 0,-1 1 0,0 0 0,1 0 0,-1 1 0,0-1 0,0 1 0,-1 0 0,1 0 0,0 0 0,-1 1 0,1-1 0,-1 1 0,0 0 0,-7-1 0,5 2 0,0 0 0,1 1 0,-1-1 0,0 1 0,1 0 0,-1 1 0,0 0 0,1 0 0,0 0 0,-1 1 0,1 0 0,0 0 0,0 0 0,1 1 0,-8 5 0,0 3 0,1 1 0,-1 0 0,2 0 0,0 1 0,1 1 0,0 0 0,-11 24 0,7-10 0,2 0 0,2 1 0,-11 42 0,16-45 0,0-1 0,2 1 0,1 0 0,1 0 0,1 0 0,5 36 0,-3-49 0,0-1 0,1 0 0,1 1 0,0-1 0,0-1 0,1 1 0,1-1 0,0 0 0,1 0 0,0 0 0,1-1 0,0 0 0,1-1 0,13 14 0,-15-18 0,0-1 0,1 0 0,-1 0 0,1-1 0,0 0 0,0 0 0,0 0 0,1-1 0,-1-1 0,1 0 0,14 3 0,-11-4 0,1-1 0,-1 0 0,1 0 0,-1-1 0,0-1 0,1 0 0,19-7 0,-12 2 0,1-1 0,-1-1 0,-1-1 0,0-1 0,0-1 0,-1 0 0,0-1 0,-1-1 0,17-19 0,-19 16 0,0 0 0,-2-1 0,0-1 0,-1 0 0,-1-1 0,0 0 0,-2-1 0,-1 0 0,9-30 0,-13 34 0,0-1 0,-1 0 0,0 0 0,-2 0 0,0 0 0,-1 0 0,-1-1 0,-1 1 0,0 0 0,-1 0 0,-1 1 0,-7-21 0,7 30-44,0-1 0,0 1 0,-1 0 0,1 0 0,-2 0 0,1 1 0,-1 0 0,-1 0 0,1 0 0,-1 1 0,0 0 0,0 0 0,-1 1 0,0 0 0,0 0 0,0 1 0,0 0 0,-1 0-1,0 1 1,0 0 0,0 1 0,0 0 0,0 0 0,0 1 0,0 0 0,-1 0 0,1 1 0,0 1 0,0-1 0,-17 5 0,-13 6-6782</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7.232"/>
    </inkml:context>
    <inkml:brush xml:id="br0">
      <inkml:brushProperty name="width" value="0.05" units="cm"/>
      <inkml:brushProperty name="height" value="0.05" units="cm"/>
    </inkml:brush>
  </inkml:definitions>
  <inkml:trace contextRef="#ctx0" brushRef="#br0">329 0 24575,'0'2'0,"-1"-1"0,1 0 0,0 0 0,-1 0 0,1 0 0,-1 0 0,0 0 0,1 0 0,-1 0 0,0 0 0,1 0 0,-1 0 0,0 0 0,0 0 0,0 0 0,0-1 0,0 1 0,-1 0 0,-25 15 0,15-10 0,-8 8 0,1 1 0,1 1 0,0 0 0,1 1 0,0 1 0,-26 39 0,22-26 0,2 2 0,1 0 0,-24 62 0,37-82 0,0 1 0,2-1 0,-1 1 0,2 0 0,-2 22 0,3-33 0,1 1 0,0-1 0,0 0 0,1 0 0,-1 0 0,0 0 0,1 0 0,0 0 0,0 0 0,0 0 0,0 0 0,0 0 0,1 0 0,-1 0 0,1-1 0,-1 1 0,1-1 0,0 1 0,0-1 0,1 0 0,-1 1 0,0-1 0,1-1 0,-1 1 0,1 0 0,-1 0 0,1-1 0,0 1 0,0-1 0,0 0 0,3 1 0,16 1 0,0 0 0,0-1 0,0-1 0,0-2 0,26-3 0,-31 3 0,5 0 0,1-1 0,-1-2 0,0 0 0,0-1 0,30-12 0,-46 15 0,0-1 0,1 0 0,-1 0 0,0-1 0,-1 1 0,1-1 0,0-1 0,-1 1 0,0-1 0,0 0 0,-1 0 0,1 0 0,-1-1 0,0 1 0,-1-1 0,1 0 0,-1 0 0,0-1 0,-1 1 0,1-1 0,2-11 0,-3 0 0,-1 0 0,0 0 0,-1 0 0,-1 0 0,0 0 0,-2 0 0,0 0 0,-7-21 0,3 16 0,-1-1 0,-1 2 0,-1-1 0,-2 1 0,-20-31 0,10 24-1365,14 18-5461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7.626"/>
    </inkml:context>
    <inkml:brush xml:id="br0">
      <inkml:brushProperty name="width" value="0.05" units="cm"/>
      <inkml:brushProperty name="height" value="0.05" units="cm"/>
    </inkml:brush>
  </inkml:definitions>
  <inkml:trace contextRef="#ctx0" brushRef="#br0">48 146 24575,'-4'-3'0,"1"0"0,-1 1 0,0-1 0,0 1 0,0 0 0,-7-3 0,11 5 0,-1-1 0,1 1 0,-1 0 0,1 0 0,-1 0 0,1 0 0,-1-1 0,1 1 0,-1 0 0,1 0 0,-1 0 0,1 0 0,-1 0 0,1 0 0,-1 1 0,1-1 0,-1 0 0,1 0 0,-1 0 0,1 0 0,-1 1 0,1-1 0,-1 0 0,0 1 0,1-1 0,0 1 0,0 0 0,-1 0 0,1 0 0,0 0 0,0 0 0,0 0 0,0-1 0,0 1 0,0 0 0,1 0 0,-1 0 0,0 0 0,0 0 0,1 0 0,-1-1 0,0 1 0,1 0 0,-1 0 0,1 1 0,1 1 0,-1 0 0,1 0 0,-1 0 0,1 0 0,0 0 0,0-1 0,1 1 0,-1 0 0,0-1 0,1 0 0,-1 1 0,1-1 0,0 0 0,0 0 0,0-1 0,0 1 0,0-1 0,6 3 0,-5-4 0,1 1 0,-1 0 0,1-1 0,-1 0 0,1 0 0,-1-1 0,1 1 0,-1-1 0,1 0 0,-1 0 0,0 0 0,7-4 0,6-3 0,0-1 0,-1-1 0,0 0 0,-1-2 0,21-19 0,-16 14-455,-2-2 0,27-32 0,-33 34-6371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7.866"/>
    </inkml:context>
    <inkml:brush xml:id="br0">
      <inkml:brushProperty name="width" value="0.05" units="cm"/>
      <inkml:brushProperty name="height" value="0.05" units="cm"/>
    </inkml:brush>
  </inkml:definitions>
  <inkml:trace contextRef="#ctx0" brushRef="#br0">44 0 24575,'-3'0'0,"-4"0"0,-2 3 0,-1 1 0,0 3 0,6 1 0,6-2 0,6-1 0,1-2-8191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8.035"/>
    </inkml:context>
    <inkml:brush xml:id="br0">
      <inkml:brushProperty name="width" value="0.05" units="cm"/>
      <inkml:brushProperty name="height" value="0.05" units="cm"/>
    </inkml:brush>
  </inkml:definitions>
  <inkml:trace contextRef="#ctx0" brushRef="#br0">28 43 24575,'-3'0'0,"-4"0"0,-1-3 0,1-5 0,4-3 0,7 0 0,2 1-8191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8.708"/>
    </inkml:context>
    <inkml:brush xml:id="br0">
      <inkml:brushProperty name="width" value="0.05" units="cm"/>
      <inkml:brushProperty name="height" value="0.05" units="cm"/>
    </inkml:brush>
  </inkml:definitions>
  <inkml:trace contextRef="#ctx0" brushRef="#br0">368 224 24575,'0'-18'0,"1"9"0,-1 1 0,0-1 0,0 1 0,-2-12 0,1 19 0,1-1 0,0 1 0,-1-1 0,1 1 0,-1 0 0,1-1 0,-1 1 0,0 0 0,1-1 0,-1 1 0,0 0 0,0 0 0,0 0 0,0 0 0,0-1 0,0 2 0,0-1 0,-1 0 0,1 0 0,0 0 0,0 0 0,-1 1 0,1-1 0,0 1 0,-1-1 0,1 1 0,-1-1 0,1 1 0,-4-1 0,-2 2 0,0-1 0,0 1 0,0 0 0,1 0 0,-1 0 0,0 1 0,0 0 0,1 1 0,-1 0 0,1 0 0,0 0 0,-8 5 0,-3 4 0,0 1 0,-28 27 0,27-22 0,1 1 0,1 1 0,0 1 0,2 0 0,0 1 0,1 1 0,2 0 0,-10 26 0,16-35 0,1 0 0,0 0 0,1 1 0,1-1 0,1 1 0,-1 26 0,3-31 0,0 0 0,1 0 0,0 0 0,0 0 0,1 0 0,0-1 0,1 0 0,0 1 0,0-1 0,11 15 0,-10-17 0,1 1 0,0-1 0,0 0 0,1-1 0,0 0 0,0 0 0,0 0 0,1-1 0,0 0 0,0-1 0,16 7 0,-12-6 0,1-1 0,0-1 0,0 0 0,1-1 0,-1-1 0,0 0 0,21-1 0,-9-2 0,1-1 0,-1-2 0,0 0 0,-1-2 0,1 0 0,-1-2 0,-1-1 0,26-14 0,-32 14 0,-1-1 0,0 0 0,-1-1 0,-1-1 0,1 0 0,-2-1 0,0-1 0,-1 0 0,0 0 0,-2-2 0,0 1 0,0-1 0,-1 0 0,-2-1 0,0 0 0,9-35 0,-11 34 0,-2 0 0,0 0 0,-1 0 0,-1 0 0,-1 0 0,0 0 0,-2 0 0,0 0 0,-1 0 0,-1 0 0,-1 0 0,0 1 0,-2 0 0,0 0 0,-1 0 0,0 1 0,-12-16 0,17 27-80,-1 1 0,1 0-1,-1 0 1,0 1 0,0-1-1,-1 1 1,1 0 0,-1 0-1,0 0 1,0 1 0,0 0 0,-1 0-1,1 0 1,-1 0 0,1 1-1,-10-3 1,-11 3-6746</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9.279"/>
    </inkml:context>
    <inkml:brush xml:id="br0">
      <inkml:brushProperty name="width" value="0.05" units="cm"/>
      <inkml:brushProperty name="height" value="0.05" units="cm"/>
    </inkml:brush>
  </inkml:definitions>
  <inkml:trace contextRef="#ctx0" brushRef="#br0">204 1 24575,'-5'0'0,"0"0"0,0 0 0,0 1 0,0 0 0,0 0 0,1 0 0,-1 1 0,0 0 0,0 0 0,1 0 0,-1 0 0,1 1 0,-7 4 0,5-2 0,1 0 0,0 0 0,0 1 0,1-1 0,-1 1 0,1 0 0,0 0 0,-4 11 0,-1 8 0,0 0 0,2 0 0,0 1 0,-2 29 0,6-39 0,-13 81 0,3 0 0,1 116 0,12-210 0,0 0 0,0 0 0,0 0 0,0-1 0,1 1 0,-1 0 0,1 0 0,0-1 0,0 1 0,0-1 0,0 1 0,0 0 0,0-1 0,0 0 0,3 4 0,-2-5 0,-1 0 0,1 0 0,0 0 0,0 0 0,-1 0 0,1-1 0,0 1 0,0-1 0,0 1 0,0-1 0,0 0 0,0 1 0,0-1 0,0 0 0,0 0 0,0 0 0,0-1 0,0 1 0,0 0 0,-1-1 0,1 0 0,3 0 0,20-8 0,0-1 0,0-1 0,35-21 0,-14 6 0,-1 3 0,43-31 0,-74 44 0,0-1 0,0 0 0,-1-1 0,-1 0 0,0-1 0,17-24 0,-27 34 0,0 0 0,0 0 0,-1 0 0,1-1 0,-1 1 0,1 0 0,-1-1 0,0 1 0,-1-1 0,1 1 0,-1-1 0,1 1 0,-1-1 0,0 1 0,0-1 0,-1 1 0,1-1 0,-1 1 0,0-1 0,0 1 0,-2-7 0,-2 0 0,-1-1 0,-1 1 0,1 0 0,-2 1 0,-10-11 0,-119-125 0,125 132 0,1 1-1365,5 4-5461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9.787"/>
    </inkml:context>
    <inkml:brush xml:id="br0">
      <inkml:brushProperty name="width" value="0.05" units="cm"/>
      <inkml:brushProperty name="height" value="0.05" units="cm"/>
    </inkml:brush>
  </inkml:definitions>
  <inkml:trace contextRef="#ctx0" brushRef="#br0">24 163 24575,'-3'3'0,"1"0"0,0-1 0,-1 1 0,1 0 0,0 1 0,1-1 0,-1 0 0,0 1 0,1-1 0,-1 5 0,1-7 0,1 0 0,0 0 0,0 0 0,0 0 0,0 0 0,0 0 0,0 0 0,0 0 0,0 0 0,0 0 0,0 0 0,1 0 0,-1 0 0,0 0 0,1 0 0,-1 0 0,1 0 0,-1 0 0,1 0 0,-1 0 0,1 0 0,0-1 0,-1 1 0,1 0 0,0 0 0,0-1 0,0 1 0,0-1 0,-1 1 0,1 0 0,0-1 0,0 0 0,0 1 0,0-1 0,0 1 0,0-1 0,0 0 0,0 0 0,0 0 0,2 0 0,5 1 0,-1 0 0,1-1 0,0 0 0,-1-1 0,1 0 0,0 0 0,-1 0 0,1-1 0,13-5 0,-2-1 0,0-1 0,26-16 0,-40 22 27,0 0 0,-1-1 0,0 0 0,1 1 0,-1-2 0,0 1 0,-1 0 0,1-1 0,-1 0 0,5-8 0,-1-3-151,0 0 0,5-21 0,1-4-1166,-7 25-5536</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19.986"/>
    </inkml:context>
    <inkml:brush xml:id="br0">
      <inkml:brushProperty name="width" value="0.05" units="cm"/>
      <inkml:brushProperty name="height" value="0.05" units="cm"/>
    </inkml:brush>
  </inkml:definitions>
  <inkml:trace contextRef="#ctx0" brushRef="#br0">23 69 24575,'-3'-3'0,"-4"-4"0,-1-5 0,4-2 0,5-3 0,4 2-8191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0.146"/>
    </inkml:context>
    <inkml:brush xml:id="br0">
      <inkml:brushProperty name="width" value="0.05" units="cm"/>
      <inkml:brushProperty name="height" value="0.05" units="cm"/>
    </inkml:brush>
  </inkml:definitions>
  <inkml:trace contextRef="#ctx0" brushRef="#br0">0 11 24575,'0'-3'0,"0"-5"0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0.879"/>
    </inkml:context>
    <inkml:brush xml:id="br0">
      <inkml:brushProperty name="width" value="0.05" units="cm"/>
      <inkml:brushProperty name="height" value="0.05" units="cm"/>
    </inkml:brush>
  </inkml:definitions>
  <inkml:trace contextRef="#ctx0" brushRef="#br0">273 110 24575,'0'-5'0,"0"-1"0,0 0 0,0 1 0,-1-1 0,0 0 0,-2-8 0,3 13 0,0 0 0,0 0 0,-1 1 0,1-1 0,-1 0 0,1 0 0,-1 0 0,1 1 0,-1-1 0,1 0 0,-1 0 0,1 1 0,-1-1 0,0 1 0,0-1 0,1 0 0,-1 1 0,0 0 0,0-1 0,0 1 0,1-1 0,-1 1 0,0 0 0,0 0 0,0-1 0,0 1 0,0 0 0,0 0 0,0 0 0,0 0 0,0 0 0,1 0 0,-1 0 0,0 0 0,0 1 0,0-1 0,0 0 0,0 0 0,0 1 0,1-1 0,-1 1 0,-1 0 0,-4 2 0,1 0 0,0 0 0,0 0 0,0 1 0,0 0 0,0 0 0,1 0 0,-5 6 0,-30 42 0,29-39 0,-10 15 0,2 1 0,0 1 0,2 0 0,2 1 0,0 1 0,-13 49 0,24-66 0,0 0 0,1 0 0,0 0 0,1 1 0,1-1 0,1 0 0,2 21 0,0-25 0,-1-1 0,1 1 0,1 0 0,0-1 0,0 0 0,1 0 0,0 0 0,1 0 0,0-1 0,1 0 0,8 9 0,-8-11 0,1 1 0,0-2 0,1 1 0,0-1 0,0 0 0,0-1 0,0 0 0,1-1 0,0 0 0,0 0 0,0-1 0,0 0 0,1-1 0,-1 0 0,1-1 0,-1 0 0,1 0 0,0-2 0,16-1 0,-8 0 0,0-1 0,0-1 0,0-1 0,-1 0 0,0-2 0,0 0 0,0-1 0,-1-1 0,-1 0 0,17-12 0,-19 9 0,0 1 0,-1-2 0,-1 0 0,0 0 0,0-1 0,-1-1 0,-1 0 0,-1 0 0,0-1 0,-1 0 0,-1-1 0,0 1 0,-1-1 0,-1-1 0,-1 1 0,0-1 0,-1 0 0,-1 0 0,-1 0 0,-1 0 0,0 0 0,-1 0 0,-1 0 0,-1 1 0,0-1 0,-1 0 0,-1 1 0,-1 0 0,-1 0 0,0 1 0,-1-1 0,0 2 0,-2-1 0,1 1 0,-2 0 0,-22-23 0,28 33-68,0-1 0,-1 1-1,1 1 1,-1-1 0,0 1 0,0 0-1,-1 0 1,1 1 0,-1 0 0,0 0-1,0 0 1,0 1 0,0 0 0,0 0-1,0 1 1,-1 0 0,1 0-1,0 1 1,-15 1 0,-7 5-6758</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1.420"/>
    </inkml:context>
    <inkml:brush xml:id="br0">
      <inkml:brushProperty name="width" value="0.05" units="cm"/>
      <inkml:brushProperty name="height" value="0.05" units="cm"/>
    </inkml:brush>
  </inkml:definitions>
  <inkml:trace contextRef="#ctx0" brushRef="#br0">286 25 24575,'-29'26'0,"21"-20"0,1 0 0,-1 0 0,1 1 0,1 0 0,-1 1 0,1-1 0,-8 15 0,-93 213 0,67-142 0,27-61 0,-19 64 0,31-93 0,1 0 0,0 0 0,0-1 0,0 1 0,0 0 0,0 0 0,0 0 0,1 0 0,-1 0 0,1-1 0,0 1 0,0 0 0,0 0 0,0-1 0,0 1 0,1-1 0,-1 1 0,1-1 0,0 0 0,0 1 0,0-1 0,0 0 0,0 0 0,0 0 0,0 0 0,1-1 0,-1 1 0,4 1 0,8 5 0,0-1 0,1-1 0,29 9 0,-32-11 0,15 4 0,0 0 0,1-2 0,0-1 0,0-2 0,0 0 0,52-3 0,-63-2 0,0 0 0,0 0 0,-1-2 0,1 0 0,-1-1 0,0-1 0,-1 0 0,1-1 0,-1-1 0,0 0 0,-1-1 0,23-19 0,-28 20 0,0-2 0,-1 1 0,0-1 0,-1 0 0,-1-1 0,1 0 0,-1 0 0,-1 0 0,0-1 0,-1 0 0,0 0 0,2-15 0,-1 2 0,-1-1 0,-1 0 0,-1 1 0,-4-51 0,-1 45 0,-2 0 0,-1 1 0,-2 0 0,-1 0 0,-1 0 0,-18-37 0,26 64 17,1 0 0,-1 0 0,0 0 0,0 0 0,0 0 0,0 0 0,0 1 0,-1-1 0,1 1 0,-1 0 0,1-1 0,-1 1 0,0 0 0,0 1 0,0-1 0,0 0 0,0 1 0,-1 0 0,-2-1 0,-4 0-253,1 1 0,-1 0 0,1 1 0,-1 0 0,-14 3-1,18-3-51,-10 1-6538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1.883"/>
    </inkml:context>
    <inkml:brush xml:id="br0">
      <inkml:brushProperty name="width" value="0.05" units="cm"/>
      <inkml:brushProperty name="height" value="0.05" units="cm"/>
    </inkml:brush>
  </inkml:definitions>
  <inkml:trace contextRef="#ctx0" brushRef="#br0">26 90 24575,'-1'0'0,"0"0"0,0 0 0,0 1 0,0-1 0,0 0 0,0 0 0,0 1 0,0-1 0,-1 0 0,1 1 0,0-1 0,0 1 0,1 0 0,-1-1 0,0 1 0,0 0 0,0-1 0,0 1 0,0 0 0,1 0 0,-1 0 0,0 0 0,1-1 0,-1 1 0,1 0 0,-1 0 0,1 0 0,-1 1 0,1-1 0,0 0 0,0 0 0,-1 0 0,1 0 0,0 0 0,0 0 0,0 2 0,0 2 0,0-1 0,1 0 0,-1 1 0,1-1 0,0 0 0,0 0 0,0 0 0,2 5 0,-2-6 0,1 1 0,-1-1 0,1 1 0,0-1 0,0 0 0,0 0 0,1 0 0,-1 0 0,1 0 0,0 0 0,-1-1 0,1 0 0,0 1 0,0-1 0,1 0 0,-1 0 0,0 0 0,1-1 0,-1 1 0,1-1 0,0 0 0,-1 0 0,1 0 0,0-1 0,0 1 0,-1-1 0,1 0 0,0 0 0,0 0 0,0 0 0,-1-1 0,1 0 0,0 1 0,-1-1 0,1-1 0,0 1 0,-1 0 0,7-4 0,-3 1 27,0-1-1,0 1 0,0-1 0,-1 0 1,0-1-1,0 1 0,0-1 0,-1-1 1,0 1-1,0-1 0,0 1 0,3-9 1,-3 4-241,0 1 1,-1-2 0,0 1-1,0 0 1,-1-1 0,-1 0-1,2-19 1,-3 15-6613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2.099"/>
    </inkml:context>
    <inkml:brush xml:id="br0">
      <inkml:brushProperty name="width" value="0.05" units="cm"/>
      <inkml:brushProperty name="height" value="0.05" units="cm"/>
    </inkml:brush>
  </inkml:definitions>
  <inkml:trace contextRef="#ctx0" brushRef="#br0">29 26 24575,'-3'0'0,"-5"0"0,0-3 0,1-4 0,5-1 0,5 1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2.258"/>
    </inkml:context>
    <inkml:brush xml:id="br0">
      <inkml:brushProperty name="width" value="0.05" units="cm"/>
      <inkml:brushProperty name="height" value="0.05" units="cm"/>
    </inkml:brush>
  </inkml:definitions>
  <inkml:trace contextRef="#ctx0" brushRef="#br0">0 1 24575,'0'3'0,"0"-2"0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3.053"/>
    </inkml:context>
    <inkml:brush xml:id="br0">
      <inkml:brushProperty name="width" value="0.05" units="cm"/>
      <inkml:brushProperty name="height" value="0.05" units="cm"/>
    </inkml:brush>
  </inkml:definitions>
  <inkml:trace contextRef="#ctx0" brushRef="#br0">0 1107 24575,'4'-1'0,"0"1"0,0-1 0,0 0 0,-1 0 0,1 0 0,0 0 0,-1 0 0,1-1 0,-1 0 0,0 0 0,1 0 0,2-2 0,37-34 0,-31 26 0,62-60 0,89-112 0,-129 139 0,-1-1 0,-3-2 0,-2-1 0,26-61 0,-38 70 0,-2-1 0,-2-1 0,10-61 0,-18 72 0,-1 0 0,-1-1 0,-1 1 0,-2-1 0,-7-42 0,1 49 0,7 25 0,0 0 0,0 0 0,-1 0 0,1 0 0,0 0 0,0 0 0,0 0 0,0 0 0,0 0 0,0-1 0,0 1 0,0 0 0,0 0 0,0 0 0,0 0 0,0 0 0,0 0 0,0 0 0,0 0 0,0 0 0,0 0 0,-1 0 0,1 0 0,0 0 0,0 0 0,0 0 0,0 0 0,0 0 0,0 0 0,0 0 0,0 0 0,0 0 0,-1 0 0,1 0 0,0 0 0,0 0 0,0 0 0,0 0 0,0 0 0,0 0 0,0 0 0,0 0 0,0 0 0,0 0 0,-1 0 0,1 0 0,0 0 0,0 0 0,0 0 0,0 0 0,0 0 0,0 0 0,0 0 0,0 0 0,0 0 0,0 1 0,-3 12 0,1 34-1365,2-22-5461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3.383"/>
    </inkml:context>
    <inkml:brush xml:id="br0">
      <inkml:brushProperty name="width" value="0.05" units="cm"/>
      <inkml:brushProperty name="height" value="0.05" units="cm"/>
    </inkml:brush>
  </inkml:definitions>
  <inkml:trace contextRef="#ctx0" brushRef="#br0">59 353 24575,'-7'0'0,"2"0"0,1 0 0,-1 0 0,1 0 0,-1 0 0,1-1 0,-1 0 0,-4-1 0,8 1 0,1 1 0,-1 0 0,0-1 0,1 1 0,-1-1 0,1 1 0,-1-1 0,1 1 0,-1-1 0,1 1 0,-1-1 0,1 1 0,-1-1 0,1 1 0,0-1 0,-1 0 0,1 1 0,0-1 0,-1 0 0,1 0 0,0-1 0,0 1 0,0-1 0,0 0 0,0 1 0,0-1 0,1 0 0,-1 1 0,0-1 0,1 0 0,-1 1 0,1-1 0,1-1 0,80-162 0,-75 149 0,0-3 0,2 1 0,17-28 0,-24 42 0,0 0 0,1 1 0,0-1 0,0 1 0,0 0 0,0 0 0,0 0 0,1 0 0,0 0 0,-1 1 0,1-1 0,0 1 0,0 0 0,0 0 0,0 1 0,0-1 0,8-1 0,-10 3 0,0 0 0,0 1 0,0-1 0,0 0 0,0 1 0,0-1 0,0 1 0,0 0 0,0-1 0,0 1 0,0 0 0,0 0 0,-1 1 0,1-1 0,0 0 0,-1 0 0,1 1 0,-1-1 0,1 1 0,-1-1 0,0 1 0,1 0 0,-1 0 0,0-1 0,1 4 0,4 6 0,-2 0 0,1 0 0,3 13 0,-7-20 0,9 33-1365,-2 0-5461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4.052"/>
    </inkml:context>
    <inkml:brush xml:id="br0">
      <inkml:brushProperty name="width" value="0.05" units="cm"/>
      <inkml:brushProperty name="height" value="0.05" units="cm"/>
    </inkml:brush>
  </inkml:definitions>
  <inkml:trace contextRef="#ctx0" brushRef="#br0">1 792 24575,'12'-9'0,"0"0"0,23-14 0,16-11 0,-25 10 0,42-50 0,-6 5 0,2 8 0,2 3 0,3 3 0,134-83 0,-137 102 0,1 1 0,1 4 0,2 3 0,129-33 0,-126 45 108,1 4 0,92-3 0,148 12-891,-212 4-123,-87-1-5920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4.299"/>
    </inkml:context>
    <inkml:brush xml:id="br0">
      <inkml:brushProperty name="width" value="0.05" units="cm"/>
      <inkml:brushProperty name="height" value="0.05" units="cm"/>
    </inkml:brush>
  </inkml:definitions>
  <inkml:trace contextRef="#ctx0" brushRef="#br0">1 88 24575,'-1'-4'0,"2"0"0,-1 0 0,0 0 0,1 0 0,0 0 0,0 0 0,0 0 0,0 0 0,1 0 0,-1 0 0,1 0 0,0 1 0,0-1 0,0 1 0,6-7 0,-6 8 0,1 0 0,-1 0 0,1 0 0,0 1 0,-1-1 0,1 1 0,0-1 0,0 1 0,0 0 0,0 0 0,0 0 0,0 0 0,1 1 0,-1-1 0,0 1 0,0 0 0,1 0 0,-1 0 0,0 1 0,6 0 0,2 2 0,0 1 0,0 0 0,-1 0 0,1 1 0,-1 0 0,0 1 0,-1 0 0,1 1 0,-1 0 0,-1 0 0,1 1 0,-1 0 0,-1 0 0,10 14 0,-15-20-39,-1 0 0,0 0 0,0 0 0,0 0 0,0 0 0,0 0 0,-1 1 0,1-1 0,-1 0 0,1 1 0,-1-1 0,0 0 0,0 1 0,0-1 0,0 0 0,-1 1 0,1-1 0,0 0 0,-1 1 0,0-1 0,1 0 0,-1 0 0,0 1 0,0-1 0,0 0 0,-1 0 0,1 0 0,0 0 0,-1-1 0,1 1 0,-1 0 0,0-1 0,0 1 0,-2 1 0,-16 13-6787</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4.906"/>
    </inkml:context>
    <inkml:brush xml:id="br0">
      <inkml:brushProperty name="width" value="0.05" units="cm"/>
      <inkml:brushProperty name="height" value="0.05" units="cm"/>
    </inkml:brush>
  </inkml:definitions>
  <inkml:trace contextRef="#ctx0" brushRef="#br0">8 149 24575,'0'0'0,"0"0"0,-1 0 0,1 0 0,0 0 0,-1 0 0,1 0 0,0 0 0,0 0 0,-1 0 0,1 0 0,0 0 0,-1 0 0,1 0 0,0 0 0,0 0 0,-1 0 0,1 0 0,0 0 0,0-1 0,-1 1 0,1 0 0,0 0 0,0 0 0,0 0 0,-1-1 0,1 1 0,0 0 0,0 0 0,0-1 0,-1 1 0,1 0 0,0-1 0,4-8 0,13-8 0,-3 9 0,0 0 0,0 1 0,1 1 0,0 0 0,29-7 0,82-12 0,-119 24 0,136-20 0,1 7 0,0 6 0,0 6 0,0 7 0,211 33 0,-298-27 0,97 31 0,-119-29 0,-1 1 0,0 2 0,57 36 0,-51-19 0,-16-12 0,-16-16-1365</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25.188"/>
    </inkml:context>
    <inkml:brush xml:id="br0">
      <inkml:brushProperty name="width" value="0.05" units="cm"/>
      <inkml:brushProperty name="height" value="0.05" units="cm"/>
    </inkml:brush>
  </inkml:definitions>
  <inkml:trace contextRef="#ctx0" brushRef="#br0">5 12 24575,'0'-3'0,"-4"-1"0,3 0 0,5 4 0,4 5 0,4 2 0,0 2 0,-2 4 0,1-1 0,-3 0 0,-1 2 0,-3 2 0,-4 0 0,-7 2 0,-1 0 0,-5 0 0,-4 4 0,0-2-8191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34.195"/>
    </inkml:context>
    <inkml:brush xml:id="br0">
      <inkml:brushProperty name="width" value="0.05" units="cm"/>
      <inkml:brushProperty name="height" value="0.05" units="cm"/>
    </inkml:brush>
  </inkml:definitions>
  <inkml:trace contextRef="#ctx0" brushRef="#br0">294 2048 24575,'-48'-21'0,"31"15"0,-28-16 0,28 11 0,-1 0 0,2-1 0,0-1 0,0 0 0,1-1 0,-17-20 0,26 25 0,0 1 0,0-1 0,1-1 0,0 1 0,0-1 0,1 1 0,1-1 0,-1 0 0,2-1 0,-1 1 0,1 0 0,1-1 0,0 1 0,1-13 0,1 4 0,1 0 0,2 0 0,0 1 0,0-1 0,2 1 0,0 0 0,1 0 0,1 1 0,1 0 0,0 0 0,2 1 0,13-18 0,8-6 0,2 1 0,2 3 0,55-46 0,-6 15-455,3 4 0,154-82-1,212-67-1546,-82 68-613,632-155 0,424 46 1125,-807 191 1490,2 28 0,1 27 0,718 85 0,-870-19 59,669 173 0,-725-115-881,710 304-1,-672-199 1356,-25 44 641,-325-189-588,176 169 1,-210-172-409,-3 2-1,111 167 1,-128-165 847,-5 3 1,-2 2-1,34 98 0,-62-139-569,-2 2 0,-2-1-1,-1 1 1,-3 1 0,-1 0-1,-3 0 1,-1 0 0,-6 67-1,3-108-455,1 1 0,-1-1 0,0 0 0,0 0 0,0 0 0,-1 0 0,1 0 0,-1 0 0,-4 6 0,5-9 0,1 0 0,-1 0 0,-1 0 0,1 0 0,0 0 0,0 0 0,0 0 0,0-1 0,-1 1 0,1 0 0,0-1 0,-1 1 0,1-1 0,0 1 0,-1-1 0,1 0 0,0 0 0,-1 1 0,1-1 0,-1 0 0,1 0 0,-1-1 0,1 1 0,0 0 0,-1 0 0,1-1 0,-1 1 0,1 0 0,0-1 0,-3-1 0,-25-12 63,1-1 0,-37-26 0,9 6-1617,17 12-5272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34.589"/>
    </inkml:context>
    <inkml:brush xml:id="br0">
      <inkml:brushProperty name="width" value="0.05" units="cm"/>
      <inkml:brushProperty name="height" value="0.05" units="cm"/>
    </inkml:brush>
  </inkml:definitions>
  <inkml:trace contextRef="#ctx0" brushRef="#br0">19 107 24575,'-4'-7'0,"1"1"0,1-2 0,0 1 0,0 0 0,-2-15 0,3 21 0,1-1 0,0 0 0,-1 0 0,1 0 0,0 0 0,0 0 0,0 0 0,1 0 0,-1 0 0,0 1 0,1-1 0,-1 0 0,1 0 0,0 0 0,-1 1 0,1-1 0,0 0 0,0 0 0,0 1 0,0-1 0,0 1 0,1-1 0,-1 1 0,0 0 0,1-1 0,-1 1 0,3-1 0,-3 1 0,1 1 0,-1 0 0,1 0 0,-1-1 0,1 1 0,-1 0 0,1 1 0,-1-1 0,1 0 0,-1 0 0,1 1 0,-1-1 0,0 0 0,1 1 0,-1 0 0,0-1 0,1 1 0,-1 0 0,0-1 0,0 1 0,1 0 0,-1 0 0,0 0 0,0 0 0,1 2 0,27 33 0,-22-27 0,9 13 0,-1 0 0,22 43 0,-33-56 0,0 0 0,-1 0 0,0 0 0,0 0 0,-1 1 0,0-1 0,-1 1 0,0-1 0,0 1 0,-1 0 0,-1 12 0,-1-16 0,0 0 0,0 0 0,0 0 0,0 0 0,-1 0 0,0 0 0,-1-1 0,1 0 0,-1 1 0,0-1 0,0-1 0,0 1 0,-7 5 0,-10 7 0,-41 27 0,32-25 0,16-9 0,15-12 0,25-19 0,-4 5 0,2 0 0,0 1 0,1 2 0,0 0 0,1 2 0,0 1 0,0 0 0,1 2 0,1 2 0,-1 0 0,1 2 0,0 1 0,42 0 0,-8 3-1365,-38 1-5461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35.412"/>
    </inkml:context>
    <inkml:brush xml:id="br0">
      <inkml:brushProperty name="width" value="0.05" units="cm"/>
      <inkml:brushProperty name="height" value="0.05" units="cm"/>
    </inkml:brush>
  </inkml:definitions>
  <inkml:trace contextRef="#ctx0" brushRef="#br0">11054 3406 24575,'29'-34'0,"-20"23"0,0 1 0,0 0 0,1 0 0,18-13 0,-20 17 0,-1 0 0,-1 0 0,1-1 0,-1 0 0,0 0 0,-1-1 0,1 1 0,-1-1 0,-1 0 0,6-15 0,1-3 0,-2-1 0,7-34 0,-7 12 0,-2 0 0,-3-1 0,-1 0 0,-3 0 0,-2 0 0,-2 1 0,-2-1 0,-3 1 0,-1 0 0,-20-53 0,8 40-114,-2 2-1,-3 1 1,-57-92-1,36 79-221,-4 2 0,-74-79 0,18 40-153,-5 5 1,-230-162-1,102 106 116,-8 9 1,-378-166-1,301 181-185,-561-153-1,-158 58 559,-20 117 0,866 111 0,1 8 0,-1 9 0,-361 73 0,-133 102 0,13 42 0,674-230 0,-571 215-735,-1044 554 1,1476-690 755,-189 107-72,12 17 319,287-179 288,0 1 0,2 2-1,1 1 1,-31 37 0,52-53-312,1 0 0,0 1 1,1 0-1,0 1 0,1 0 1,1 1-1,0 0 1,2 0-1,-1 0 0,2 0 1,0 1-1,1 0 1,-1 21-1,5 7-187,3-1 0,1 0 0,17 70 0,8 59-87,-27-123 30,-3 77 0,-2-103 0,0-1 0,-2 1 0,-1-1 0,-1 0 0,-12 31 0,41-109-1365,-11 30-5461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35.667"/>
    </inkml:context>
    <inkml:brush xml:id="br0">
      <inkml:brushProperty name="width" value="0.05" units="cm"/>
      <inkml:brushProperty name="height" value="0.05" units="cm"/>
    </inkml:brush>
  </inkml:definitions>
  <inkml:trace contextRef="#ctx0" brushRef="#br0">129 96 24575,'0'-9'0,"-1"1"0,0 0 0,0 0 0,-4-13 0,5 18 0,-1 1 0,0-1 0,0 1 0,0 0 0,0-1 0,0 1 0,-1 0 0,1 0 0,0 0 0,-1 0 0,0 0 0,0 0 0,1 0 0,-1 0 0,0 1 0,0-1 0,-1 1 0,-1-2 0,2 2 0,1 1 0,0 0 0,-1 0 0,1 0 0,-1 0 0,1 0 0,0 0 0,-1 0 0,1 0 0,0 0 0,-1 1 0,1-1 0,0 1 0,-1-1 0,1 1 0,0-1 0,0 1 0,-1 0 0,1-1 0,0 1 0,0 0 0,0 0 0,0 0 0,0 0 0,0 0 0,0 0 0,0 0 0,1 0 0,-1 1 0,0-1 0,0 1 0,-4 7 0,1-1 0,0 1 0,-3 11 0,6-18 0,-7 21 0,2-1 0,1 1 0,0 1 0,-1 35 0,5-44 0,1 0 0,0 0 0,2 0 0,-1 0 0,2 0 0,0 0 0,1 0 0,6 16 0,-7-25 0,0 0 0,0 0 0,1 0 0,-1 0 0,1-1 0,0 1 0,1-1 0,-1 0 0,1 0 0,0-1 0,0 1 0,11 5 0,-8-5 0,0-1 0,0-1 0,1 0 0,-1 0 0,1 0 0,0-1 0,0-1 0,14 2 0,6-3 0,0-1 0,0-1 0,0-2 0,52-14 0,181-58-1365,-181 48-5461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54.753"/>
    </inkml:context>
    <inkml:brush xml:id="br0">
      <inkml:brushProperty name="width" value="0.05" units="cm"/>
      <inkml:brushProperty name="height" value="0.05" units="cm"/>
    </inkml:brush>
  </inkml:definitions>
  <inkml:trace contextRef="#ctx0" brushRef="#br0">438 390 24575,'3'-2'0,"-1"0"0,1 1 0,0-1 0,-1 0 0,1 0 0,-1-1 0,0 1 0,0 0 0,0-1 0,0 1 0,0-1 0,-1 0 0,2-3 0,5-5 0,-2 3 0,18-22 0,-23 29 0,1-1 0,-1 1 0,1-1 0,-1 1 0,1 0 0,-1 0 0,1 0 0,0-1 0,0 1 0,-1 1 0,1-1 0,0 0 0,3 0 0,-4 1 0,-1 0 0,1 0 0,-1 0 0,1 0 0,-1 1 0,1-1 0,-1 0 0,1 1 0,-1-1 0,1 0 0,-1 1 0,1-1 0,-1 0 0,1 1 0,-1-1 0,0 1 0,1-1 0,-1 1 0,0-1 0,1 1 0,-1-1 0,0 1 0,0 0 0,1-1 0,-1 1 0,0-1 0,0 1 0,0-1 0,0 1 0,0 1 0,2 19 0,-2-20 0,-1 28 0,-2 0 0,-11 48 0,5-28 0,-51 344 0,-66 320 0,95-593 0,-32 158 0,62-268 0,0-1 0,0 1 0,0-1 0,1 1 0,1-1 0,1 12 0,-1-19 0,-1 1 0,1-1 0,0 1 0,0-1 0,0 1 0,0-1 0,0 0 0,0 1 0,1-1 0,-1 0 0,1 0 0,0 0 0,-1 0 0,1 0 0,0-1 0,0 1 0,0 0 0,0-1 0,1 0 0,-1 1 0,0-1 0,0 0 0,1 0 0,-1 0 0,1-1 0,-1 1 0,5 0 0,20 1 0,0 0 0,0-3 0,0 0 0,50-9 0,-27 3 0,933-71-871,-622 69-246,282-13 815,-6-40-60,-602 57 427,46-9 333,-72 12-188,0 0 0,-1-1 0,1 0 1,-1 0-1,1-1 0,9-7 0,-16 10-194,-1 0 1,1 0-1,-1 0 0,0-1 0,1 1 0,-1 0 1,0-1-1,0 1 0,0-1 0,0 0 0,0 1 0,0-1 1,0 0-1,-1 1 0,1-1 0,0 0 0,-1 0 1,0 0-1,1 0 0,-1 0 0,0 1 0,0-1 0,0 0 1,0 0-1,-1-3 0,-1-4 33,0 1-1,-1-1 1,0 1-1,-6-12 1,-6-16 5,10 12-54,1 1 0,1 0 0,2-1 0,0 0 0,2-25 0,20-122 0,-13 117 0,142-687 0,-144 717 0,65-221 0,-32 114 0,-35 119 0,0 0 0,-2-1 0,1 0 0,-2 1 0,1-22 0,-2 29 0,-1 0 0,0 1 0,1-1 0,-2 0 0,1 0 0,0 1 0,-1-1 0,0 1 0,0 0 0,0-1 0,-1 1 0,1 0 0,-1 0 0,0 0 0,0 1 0,-1-1 0,-6-5 0,0 2 0,0 0 0,-1 1 0,1 1 0,-1-1 0,-1 2 0,1-1 0,-1 2 0,0 0 0,0 0 0,-18-2 0,-17 1 0,-63 2 0,88 2 0,-463 28-655,305-14 296,-198 12-873,-548 48 571,622-36 155,-304 78 1,541-101 914,1 4 1,-126 53-1,187-70-370,1 0-14,0 0 1,0 0-1,0 0 1,0 1-1,0-1 0,0 1 1,1 0-1,0 0 1,-5 5-1,4 1-5819</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55.300"/>
    </inkml:context>
    <inkml:brush xml:id="br0">
      <inkml:brushProperty name="width" value="0.05" units="cm"/>
      <inkml:brushProperty name="height" value="0.05" units="cm"/>
    </inkml:brush>
  </inkml:definitions>
  <inkml:trace contextRef="#ctx0" brushRef="#br0">422 71 24575,'-1'-4'0,"-1"1"0,0-1 0,0 1 0,0-1 0,0 1 0,0 0 0,-1 0 0,1 0 0,-1 0 0,0 1 0,-5-5 0,0 0 0,6 4 0,0 1 0,-1 1 0,1-1 0,0 0 0,-1 1 0,0-1 0,1 1 0,-1-1 0,0 1 0,1 0 0,-1 1 0,0-1 0,0 0 0,0 1 0,0-1 0,0 1 0,0 0 0,0 0 0,0 0 0,0 0 0,0 1 0,0-1 0,0 1 0,1 0 0,-1 0 0,0 0 0,0 0 0,-5 3 0,-4 3 0,-1 1 0,1 1 0,0 0 0,-15 15 0,24-21 0,-21 20 0,2 0 0,0 2 0,2 0 0,0 2 0,2 0 0,-19 37 0,28-45 0,0-1 0,2 1 0,0 0 0,1 1 0,1 0 0,1 0 0,1 0 0,0 0 0,2 0 0,0 1 0,3 24 0,-1-34 0,1-1 0,1 1 0,-1-1 0,1 0 0,1 0 0,0 0 0,1-1 0,-1 1 0,2-1 0,-1 0 0,1 0 0,1-1 0,0 0 0,0 0 0,15 12 0,-10-10 0,1-1 0,0-1 0,1-1 0,-1 0 0,2 0 0,-1-1 0,0-1 0,1-1 0,0 0 0,21 3 0,-1-4-85,0 0 0,-1-3-1,1-1 1,0-1 0,0-2-1,-1-1 1,1-2 0,-1-2-1,-1 0 1,0-3 0,0-1-1,-1-1 1,-1-1 0,0-2-1,28-21 1,-10 1-6741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55.713"/>
    </inkml:context>
    <inkml:brush xml:id="br0">
      <inkml:brushProperty name="width" value="0.05" units="cm"/>
      <inkml:brushProperty name="height" value="0.05" units="cm"/>
    </inkml:brush>
  </inkml:definitions>
  <inkml:trace contextRef="#ctx0" brushRef="#br0">82 157 24575,'-14'0'0,"8"1"0,0-1 0,0 0 0,0 0 0,0-1 0,0 0 0,0 0 0,0 0 0,-8-3 0,14 4 0,0 0 0,-1-1 0,1 1 0,0 0 0,0 0 0,-1 0 0,1 0 0,0 0 0,0 0 0,-1-1 0,1 1 0,0 0 0,0 0 0,-1 0 0,1-1 0,0 1 0,0 0 0,0 0 0,0-1 0,-1 1 0,1 0 0,0 0 0,0-1 0,0 1 0,0 0 0,0 0 0,0-1 0,0 1 0,0 0 0,0-1 0,0 1 0,0 0 0,0-1 0,0 1 0,0 0 0,0 0 0,0-1 0,0 1 0,0 0 0,0-1 0,0 1 0,0 0 0,1 0 0,-1-1 0,0 1 0,0 0 0,0 0 0,0-1 0,1 1 0,-1 0 0,0 0 0,0 0 0,1-1 0,-1 1 0,0 0 0,0 0 0,1 0 0,-1 0 0,0 0 0,0 0 0,1-1 0,-1 1 0,22-10 0,-22 10 0,94-31 0,101-20 0,-22 8 0,-206 57 0,1 1 0,1 2 0,-57 39 0,80-49 0,0 0 0,1 1 0,0 0 0,0 0 0,1 1 0,-1-1 0,2 2 0,0-1 0,0 0 0,0 1 0,-4 16 0,5-11 0,1-1 0,1 0 0,0 1 0,1-1 0,1 1 0,0-1 0,4 25 0,4 1 0,1-1 0,3 0 0,1-1 0,1 0 0,24 42 0,40 63-1365,-58-110-5461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56.062"/>
    </inkml:context>
    <inkml:brush xml:id="br0">
      <inkml:brushProperty name="width" value="0.05" units="cm"/>
      <inkml:brushProperty name="height" value="0.05" units="cm"/>
    </inkml:brush>
  </inkml:definitions>
  <inkml:trace contextRef="#ctx0" brushRef="#br0">190 204 24575,'5'-11'0,"1"1"0,-2-1 0,0 0 0,0 0 0,-1-1 0,-1 1 0,0-1 0,0 1 0,-1-1 0,0 0 0,-2-15 0,1 24 0,-1 1 0,1-1 0,-1 1 0,0 0 0,0-1 0,0 1 0,0 0 0,0 0 0,0-1 0,0 1 0,-1 0 0,1 0 0,-1 0 0,0 1 0,1-1 0,-1 0 0,0 1 0,-4-3 0,3 2 0,-1 0 0,1 1 0,-1-1 0,0 1 0,1 0 0,-1 1 0,0-1 0,0 0 0,1 1 0,-1 0 0,-5 0 0,2 1 0,-1 0 0,1 0 0,0 0 0,0 1 0,0 0 0,0 1 0,1-1 0,-1 1 0,1 1 0,-1-1 0,1 1 0,-9 7 0,9-5 0,1 0 0,1 1 0,-1-1 0,1 1 0,0 0 0,0 0 0,1 0 0,0 0 0,1 1 0,-1-1 0,1 1 0,1-1 0,-1 1 0,1 0 0,1 0 0,-1 0 0,1 0 0,1-1 0,1 12 0,1 2 0,2 0 0,0 0 0,1-1 0,0 0 0,2 0 0,10 19 0,7 5 0,2-2 0,1-1 0,3-1 0,39 39 0,-65-73 0,1 0 0,-1 0 0,0 1 0,-1 0 0,7 12 0,-10-17 0,0 0 0,-1 0 0,1 0 0,-1 0 0,1 0 0,-1 0 0,0 0 0,0 0 0,0 0 0,0 0 0,0 0 0,0 0 0,0 0 0,-1 0 0,1 0 0,-1 0 0,0 0 0,1 0 0,-1-1 0,0 1 0,0 0 0,0 0 0,0-1 0,0 1 0,-1-1 0,1 1 0,0-1 0,-3 3 0,-3 2 43,-1-1 0,0 1-1,0-1 1,0 0 0,0-1-1,-1 0 1,-11 4 0,0-2-612,-1-1 0,-24 4 0,14-5-6257</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56.265"/>
    </inkml:context>
    <inkml:brush xml:id="br0">
      <inkml:brushProperty name="width" value="0.05" units="cm"/>
      <inkml:brushProperty name="height" value="0.05" units="cm"/>
    </inkml:brush>
  </inkml:definitions>
  <inkml:trace contextRef="#ctx0" brushRef="#br0">1 173 24575,'0'-3'0,"0"-5"0,3-3 0,4-1 0,8 0 0,7-2 0,6-2 0,5 2 0,5 1 0,4-2 0,0 3 0,-4 0 0,-5 2 0,-8-1 0,-8 2-8191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2:56.456"/>
    </inkml:context>
    <inkml:brush xml:id="br0">
      <inkml:brushProperty name="width" value="0.05" units="cm"/>
      <inkml:brushProperty name="height" value="0.05" units="cm"/>
    </inkml:brush>
  </inkml:definitions>
  <inkml:trace contextRef="#ctx0" brushRef="#br0">1 84 24575,'0'-8'0,"0"0"0,1 0 0,0 0 0,0 0 0,4-11 0,-5 18 0,0-1 0,0 1 0,1 0 0,-1 0 0,1 0 0,0-1 0,-1 1 0,1 0 0,0 0 0,-1 0 0,1 0 0,0 0 0,0 0 0,0 0 0,0 0 0,0 0 0,0 0 0,0 1 0,1-1 0,-1 0 0,0 1 0,0-1 0,0 1 0,1-1 0,-1 1 0,0 0 0,0 0 0,1-1 0,-1 1 0,0 0 0,1 0 0,-1 0 0,0 0 0,1 0 0,-1 1 0,0-1 0,1 0 0,-1 1 0,0-1 0,0 1 0,3 0 0,0 1 0,-1 1 0,1-1 0,0 1 0,-1-1 0,0 1 0,0 0 0,0 0 0,0 1 0,0-1 0,0 1 0,-1-1 0,0 1 0,0 0 0,3 6 0,3 8 0,8 36 0,-15-52 0,11 49 114,-2 0 0,3 55 0,-4 105-1821,-9-154-5119</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0.620"/>
    </inkml:context>
    <inkml:brush xml:id="br0">
      <inkml:brushProperty name="width" value="0.05" units="cm"/>
      <inkml:brushProperty name="height" value="0.05" units="cm"/>
    </inkml:brush>
  </inkml:definitions>
  <inkml:trace contextRef="#ctx0" brushRef="#br0">24 295 24575,'-2'0'0,"1"0"0,-1 0 0,1 1 0,0-1 0,-1 0 0,1 1 0,-1-1 0,1 1 0,0-1 0,-1 1 0,1-1 0,0 1 0,0 0 0,-2 1 0,3-2 0,0 0 0,0 0 0,0 0 0,0 0 0,0 0 0,-1 1 0,1-1 0,0 0 0,0 0 0,0 0 0,0 0 0,0 0 0,0 1 0,0-1 0,0 0 0,0 0 0,0 0 0,0 0 0,0 0 0,0 1 0,0-1 0,0 0 0,0 0 0,0 0 0,0 0 0,0 1 0,0-1 0,0 0 0,0 0 0,0 0 0,0 0 0,0 0 0,0 1 0,0-1 0,1 0 0,-1 0 0,0 0 0,0 0 0,0 0 0,0 0 0,14 4 0,63-2 0,0-3 0,90-13 0,-99 7 0,1606-172-3975,-1570 166 3961,350-55 1317,-444 67-806,19-6 350,-28 7-786,0 0 0,0-1 0,1 1 0,-1-1 0,0 1 0,0 0 0,0-1 1,0 0-1,0 1 0,0-1 0,0 0 0,0 1 0,-1-1 0,1 0 0,0 0 1,0 0-1,-1 0 0,2-1 0,-2 2-92,-1-1 0,1 1 1,0-1-1,0 1 0,-1-1 1,1 1-1,0-1 0,-1 1 0,1 0 1,0-1-1,-1 1 0,1 0 0,-1-1 1,1 1-1,-1 0 0,1-1 0,-1 1 1,1 0-1,-1 0 0,1 0 0,-1-1 1,1 1-1,-1 0 0,1 0 0,-1 0 1,1 0-1,-1 0 0,0 0 1,0 0-263,-12-2-6533</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0.920"/>
    </inkml:context>
    <inkml:brush xml:id="br0">
      <inkml:brushProperty name="width" value="0.05" units="cm"/>
      <inkml:brushProperty name="height" value="0.05" units="cm"/>
    </inkml:brush>
  </inkml:definitions>
  <inkml:trace contextRef="#ctx0" brushRef="#br0">137 99 24575,'-3'-1'0,"0"0"0,0 0 0,0 0 0,0 0 0,0-1 0,0 0 0,1 1 0,-1-1 0,1 0 0,-1 0 0,1-1 0,-3-2 0,-5-4 0,-24-13 0,26 18 0,1 0 0,0-1 0,0 0 0,1 0 0,-1-1 0,-6-6 0,13 12 0,1 0 0,-1 0 0,0 0 0,0 0 0,0 0 0,0 0 0,0 0 0,0 0 0,0 0 0,0 0 0,0 0 0,0 0 0,0 0 0,0 0 0,0 0 0,0 0 0,0 0 0,1 0 0,-1 0 0,0 0 0,0 0 0,0 0 0,0 0 0,0 0 0,0 0 0,0 0 0,0 0 0,0 0 0,0 0 0,0 0 0,0 0 0,0 0 0,0 0 0,0 0 0,0 0 0,0 0 0,1 0 0,-1 0 0,0 0 0,0 0 0,0 0 0,0 0 0,0-1 0,0 1 0,0 0 0,0 0 0,0 0 0,0 0 0,0 0 0,0 0 0,0 0 0,0 0 0,0 0 0,0 0 0,0 0 0,0 0 0,0 0 0,0 0 0,0-1 0,0 1 0,0 0 0,0 0 0,0 0 0,0 0 0,0 0 0,0 0 0,-1 0 0,1 0 0,0 0 0,10 2 0,10 5 0,27 12 0,114 52 0,-139-59 0,0 1 0,0 0 0,-1 2 0,33 29 0,-50-40 0,-1-1 0,0 1 0,1-1 0,-1 1 0,-1 0 0,1 0 0,-1 0 0,1 1 0,-1-1 0,0 0 0,-1 1 0,1 0 0,-1-1 0,0 1 0,0 0 0,0 0 0,-1-1 0,0 8 0,-1-5 0,0-1 0,0 1 0,-1-1 0,0 0 0,0 0 0,-1 0 0,0 0 0,0 0 0,0 0 0,-1-1 0,1 1 0,-1-1 0,-6 5 0,-17 19 114,-1-2 0,-46 33 0,-68 38-1821,105-75-5119</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1.733"/>
    </inkml:context>
    <inkml:brush xml:id="br0">
      <inkml:brushProperty name="width" value="0.05" units="cm"/>
      <inkml:brushProperty name="height" value="0.05" units="cm"/>
    </inkml:brush>
  </inkml:definitions>
  <inkml:trace contextRef="#ctx0" brushRef="#br0">857 170 24575,'-4'-7'0,"-1"0"0,0 1 0,-9-11 0,-6-7 0,7 3 0,-25-32 0,36 49 0,-1 1 0,0 0 0,0 0 0,0 1 0,0-1 0,-1 0 0,1 1 0,0 0 0,-1 0 0,0 0 0,0 0 0,-4-1 0,6 3 0,0 0 0,0 0 0,0 0 0,0 0 0,0 0 0,0 0 0,0 1 0,0-1 0,0 1 0,0-1 0,0 1 0,0 0 0,1 0 0,-1 0 0,0 0 0,0 0 0,1 0 0,-1 0 0,1 0 0,-1 1 0,1-1 0,-3 3 0,-3 5 0,0 0 0,-10 19 0,11-19 0,-32 53 0,-4-2 0,-1-2 0,-4-2 0,-1-2 0,-3-2 0,-2-2 0,-3-3 0,-1-2 0,-113 66 0,168-110 0,-18 12 0,18-9 0,12-3 0,88-14 0,-36 3 0,94-1 0,-104 13 0,-1 2 0,1 3 0,98 25 0,141 69 0,-192-62-682,194 45-1,-227-71-6143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2.036"/>
    </inkml:context>
    <inkml:brush xml:id="br0">
      <inkml:brushProperty name="width" value="0.05" units="cm"/>
      <inkml:brushProperty name="height" value="0.05" units="cm"/>
    </inkml:brush>
  </inkml:definitions>
  <inkml:trace contextRef="#ctx0" brushRef="#br0">272 177 24575,'-170'-23'0,"84"14"0,71 5 0,23 0 0,33-1 0,444-7-921,-246 10 157,294-6-1098,1031-29 1020,-1501 35 733,-3 1 175,111-18 0,-137 9 655,-33 10-704,-1 0-1,0 0 1,0-1-1,1 1 1,-1 0-1,0 0 1,1 0-1,-1 0 1,0 0-1,0-1 1,1 1-1,-1 0 1,0 0-1,0 0 1,0-1-1,1 1 1,-1 0-1,0 0 1,0 0-1,0-1 1,1 1-1,-1 0 1,0-1-1,0 1 1,0 0-1,0 0 1,0-1-1,0 1 1,0 0-1,0-1 1,0 1-1,0 0 1,0-1-1,0 1 1,0 0-1,0 0 1,0-1-1,0 1 1,0 0-1,0-1 1,0 1-1,0 0 1,0 0-1,-1-1 1,1 1-1,0 0 1,0-1-1,0 1 1,-1 0-1,1 0 1,0 0-1,0-1 1,0 1-1,-1 0 1,1 0-1,0 0 1,-1-1-1,-18-7 1138,-21-2-1942,-6 2-5081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2.369"/>
    </inkml:context>
    <inkml:brush xml:id="br0">
      <inkml:brushProperty name="width" value="0.05" units="cm"/>
      <inkml:brushProperty name="height" value="0.05" units="cm"/>
    </inkml:brush>
  </inkml:definitions>
  <inkml:trace contextRef="#ctx0" brushRef="#br0">8 32 24575,'-1'-1'0,"0"0"0,0 0 0,1 0 0,-1 0 0,0 0 0,1-1 0,-1 1 0,1 0 0,0 0 0,-1-1 0,1 1 0,0 0 0,0-1 0,0 1 0,0 0 0,0-1 0,0 1 0,0 0 0,0 0 0,1-1 0,-1-1 0,2 3 0,-1-1 0,1 1 0,0 0 0,-1-1 0,1 1 0,-1 0 0,1 0 0,0 0 0,-1 0 0,1 0 0,0 1 0,-1-1 0,1 0 0,-1 1 0,1-1 0,-1 1 0,1-1 0,-1 1 0,1 0 0,1 1 0,29 13 0,-2 2 0,1 1 0,38 30 0,-25-17 0,618 459-686,-226-162 319,-264-200 317,153 109-83,-295-218 770,-17-16-688,-13-3 26,1 0-1,-1 0 0,0-1 1,0 1-1,0 0 0,1 0 1,-1 0-1,0-1 1,0 1-1,0 0 0,0 0 1,0-1-1,1 1 0,-1 0 1,0 0-1,0-1 1,0 1-1,0 0 0,0 0 1,0-1-1,0 1 0,0 0 1,0 0-1,0-1 1,0 1-1,0 0 0,0-1 1,0 1-1,0 0 0,0 0 1,0-1-1,-1 1 1,1 0-1,0 0 0,0-1 1,0 1-1,0 0 0,0 0 1,-1 0-1,1-1 1,-9-15-6466</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2.579"/>
    </inkml:context>
    <inkml:brush xml:id="br0">
      <inkml:brushProperty name="width" value="0.05" units="cm"/>
      <inkml:brushProperty name="height" value="0.05" units="cm"/>
    </inkml:brush>
  </inkml:definitions>
  <inkml:trace contextRef="#ctx0" brushRef="#br0">1284 1 24575,'-8'0'0,"0"1"0,0 1 0,0-1 0,0 1 0,0 0 0,0 1 0,1 0 0,-1 0 0,1 1 0,0 0 0,0 0 0,0 0 0,1 1 0,-1 0 0,-8 10 0,-8 9 0,1 1 0,-28 43 0,28-37 0,-190 263-148,-93 126-313,-19-18 188,181-252-945,88-98-4873</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3.096"/>
    </inkml:context>
    <inkml:brush xml:id="br0">
      <inkml:brushProperty name="width" value="0.05" units="cm"/>
      <inkml:brushProperty name="height" value="0.05" units="cm"/>
    </inkml:brush>
  </inkml:definitions>
  <inkml:trace contextRef="#ctx0" brushRef="#br0">30 47 24575,'-5'-6'0,"0"1"0,1-1 0,0 0 0,0 0 0,-3-8 0,7 14 0,0 0 0,0 0 0,0 0 0,0 0 0,0 0 0,0 0 0,0 0 0,1 0 0,-1 0 0,0 0 0,0 0 0,0-1 0,0 1 0,0 0 0,0 0 0,0 0 0,0 0 0,0 0 0,0 0 0,0 0 0,0 0 0,0 0 0,0 0 0,0 0 0,0 0 0,0 0 0,0 0 0,0 0 0,0-1 0,0 1 0,0 0 0,0 0 0,0 0 0,0 0 0,0 0 0,0 0 0,0 0 0,0 0 0,0 0 0,0 0 0,0 0 0,0 0 0,0-1 0,0 1 0,0 0 0,0 0 0,0 0 0,0 0 0,0 0 0,0 0 0,0 0 0,0 0 0,0 0 0,0 0 0,0 0 0,0 0 0,-1 0 0,9 6 0,11 14 0,228 323 23,-80-100-146,-70-117-150,142 143-1,-173-203 285,4-4 0,2-3 0,123 78 0,-185-131-109,-3-1-19,1 0 0,0-1 1,0 1-1,0-1 1,1-1-1,-1 0 0,1 0 1,0-1-1,11 3 1,-4-7-6208</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3.384"/>
    </inkml:context>
    <inkml:brush xml:id="br0">
      <inkml:brushProperty name="width" value="0.05" units="cm"/>
      <inkml:brushProperty name="height" value="0.05" units="cm"/>
    </inkml:brush>
  </inkml:definitions>
  <inkml:trace contextRef="#ctx0" brushRef="#br0">747 44 24575,'-6'-6'0,"1"1"0,0 0 0,0 0 0,-1 1 0,0 0 0,0 0 0,-6-4 0,10 8 0,1-1 0,0 1 0,0-1 0,-1 1 0,1 0 0,0 0 0,-1 0 0,1 0 0,-1 0 0,1 0 0,0 0 0,-1 0 0,1 0 0,0 0 0,-1 1 0,1-1 0,0 1 0,-1-1 0,1 1 0,0-1 0,0 1 0,0 0 0,0-1 0,-1 1 0,1 0 0,0 0 0,0 0 0,1 0 0,-1 0 0,0 0 0,0 0 0,0 0 0,1 1 0,-1-1 0,0 0 0,1 0 0,-1 1 0,0 1 0,-10 25 0,2 0 0,-12 55 0,4-12 0,-11 17 0,-3-1 0,-70 136 0,-112 150 0,54-101 0,151-256 0,-1-3 0,1 1 0,1 1 0,0-1 0,1 1 0,1 1 0,-6 26 0,11-42-27,0 0 0,0 0-1,0 0 1,0 0 0,0 0-1,0 0 1,0 0 0,0 0-1,0-1 1,0 1 0,0 0 0,0 0-1,0 0 1,0 0 0,0 0-1,0 0 1,0 0 0,0 0-1,0 0 1,0 0 0,0 0 0,0 0-1,1 0 1,-1 0 0,0 0-1,0 0 1,0 0 0,0 0-1,0 0 1,0 0 0,0 0-1,0 0 1,0 0 0,0 0 0,0 0-1,0 0 1,0 0 0,0 0-1,0 0 1,0 0 0,0 0-1,1 0 1,-1 0 0,0 1-1,0-1 1,0 0 0,0 0 0,0 0-1,0 0 1,5-9-6799</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4.565"/>
    </inkml:context>
    <inkml:brush xml:id="br0">
      <inkml:brushProperty name="width" value="0.05" units="cm"/>
      <inkml:brushProperty name="height" value="0.05" units="cm"/>
    </inkml:brush>
  </inkml:definitions>
  <inkml:trace contextRef="#ctx0" brushRef="#br0">152 119 24575,'-18'-6'0,"0"-1"0,-31-16 0,44 20 0,-1-1 0,0 1 0,1-1 0,0 0 0,0-1 0,0 1 0,0-1 0,1 0 0,-1 0 0,1-1 0,-4-7 0,8 13 0,-1-1 0,1 1 0,0 0 0,-1-1 0,1 1 0,0-1 0,0 1 0,-1-1 0,1 1 0,0-1 0,0 1 0,0-1 0,0 0 0,0 1 0,0-1 0,0 1 0,0-1 0,0 1 0,0-1 0,0 1 0,0-1 0,0 0 0,0 1 0,0-1 0,0 1 0,1-1 0,-1 1 0,0-1 0,0 1 0,1-1 0,-1 1 0,0-1 0,1 1 0,-1 0 0,0-1 0,1 1 0,-1-1 0,1 1 0,0-1 0,1 1 0,-1-1 0,1 1 0,0 0 0,0 0 0,0 0 0,0 0 0,-1 0 0,1 0 0,0 0 0,0 0 0,0 1 0,2 0 0,14 4 0,0 2 0,0 0 0,-1 1 0,19 12 0,68 47 0,-83-53 0,478 354 0,-390-277 0,-5 6 0,126 147 0,-207-216-682,19 31-1,-24-28-6143</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2:53:04.930"/>
    </inkml:context>
    <inkml:brush xml:id="br0">
      <inkml:brushProperty name="width" value="0.05" units="cm"/>
      <inkml:brushProperty name="height" value="0.05" units="cm"/>
    </inkml:brush>
  </inkml:definitions>
  <inkml:trace contextRef="#ctx0" brushRef="#br0">1242 22 24575,'25'-18'0,"-14"15"0,-10 3 0,-1 1 0,0-1 0,0 0 0,1 1 0,-1-1 0,0 0 0,0 1 0,0-1 0,0 1 0,1-1 0,-1 0 0,0 1 0,0-1 0,0 1 0,0-1 0,0 0 0,0 1 0,0-1 0,0 1 0,0-1 0,0 1 0,0-1 0,-1 0 0,1 1 0,0-1 0,0 0 0,0 1 0,0-1 0,-1 1 0,1-1 0,-9 21 0,-2-1 0,0 0 0,-1-1 0,0 0 0,-19 19 0,15-16 0,-339 425-456,96-124 174,251-312 282,-252 327 0,24 15 0,230-343 40,-28 52-131,31-55 186,0 0 0,0 0 0,1 0 1,0 0-1,0 1 0,-1 13 0,3-21-91,0 1-1,0-1 0,0 1 0,-1-1 0,1 0 1,0 1-1,0-1 0,0 1 0,0-1 1,0 1-1,0-1 0,0 0 0,0 1 1,0-1-1,0 1 0,0-1 0,1 1 1,-1-1-1,0 0 0,0 1 0,0-1 0,0 0 1,1 1-1,-1-1 0,0 1 0,0-1 1,1 0-1,-1 0 0,0 1 0,1-1 1,-1 0-1,0 1 0,1-1 0,-1 0 1,0 0-1,1 0 0,0 1 0,12-12 28,12-23-62,-9 8-1334,0 1-5461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8:38:38.542"/>
    </inkml:context>
    <inkml:brush xml:id="br0">
      <inkml:brushProperty name="width" value="0.05" units="cm"/>
      <inkml:brushProperty name="height" value="0.05" units="cm"/>
    </inkml:brush>
  </inkml:definitions>
  <inkml:trace contextRef="#ctx0" brushRef="#br0">4 0 24575,'-3'3'0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3:52:39.833"/>
    </inkml:context>
    <inkml:brush xml:id="br0">
      <inkml:brushProperty name="width" value="0.05" units="cm"/>
      <inkml:brushProperty name="height" value="0.05" units="cm"/>
    </inkml:brush>
  </inkml:definitions>
  <inkml:trace contextRef="#ctx0" brushRef="#br0">0 323 24575,'1'2'0,"-1"1"0,1-1 0,0 0 0,-1 1 0,1-1 0,0 0 0,1 0 0,1 4 0,2 3 0,-1-1 0,0 0 0,0-1 0,1 1 0,-1-1 0,2 0 0,-1-1 0,9 9 0,-10-12 0,0 0 0,0 0 0,0 0 0,0-1 0,0 1 0,1-1 0,-1 0 0,1-1 0,-1 1 0,1-1 0,0 0 0,0 0 0,0 0 0,7 0 0,2-2 0,-1 0 0,0-1 0,0 0 0,0-1 0,0 0 0,-1-1 0,1 0 0,-1-1 0,12-7 0,19-12 0,42-31 0,-77 50 0,45-31 0,-2-2 0,-1-3 0,43-46 0,-74 67 0,40-40 0,-52 54 0,1-1 0,0 2 0,1-1 0,-1 1 0,19-8 0,-24 12 17,-1 0 0,1 0 0,0 0 1,0 0-1,0 1 0,-1-1 0,1 1 0,0 0 0,0 0 0,0 0 0,0 0 0,0 1 0,0-1 0,0 1 0,-1 0 0,1 0 0,0 0 0,0 0 1,2 1-1,1 2-261,-1 0 0,1 0 0,-1 0 0,0 1 1,-1 0-1,9 9 0,16 25-6582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3:52:40.592"/>
    </inkml:context>
    <inkml:brush xml:id="br0">
      <inkml:brushProperty name="width" value="0.05" units="cm"/>
      <inkml:brushProperty name="height" value="0.05" units="cm"/>
    </inkml:brush>
  </inkml:definitions>
  <inkml:trace contextRef="#ctx0" brushRef="#br0">1 457 24575,'25'28'0,"-14"-16"0,0-1 0,18 16 0,29 12 0,22 16 0,-73-49 0,0 0 0,0 1 0,0 0 0,-1 0 0,0 1 0,0-1 0,7 15 0,-12-20 0,0 1 0,0-1 0,1 1 0,-1-1 0,1 0 0,-1 1 0,1-1 0,0 0 0,0 0 0,0-1 0,0 1 0,0 0 0,5 2 0,-5-3 0,-1-1 0,1 0 0,0 1 0,0-1 0,0 0 0,0 0 0,-1 0 0,1 0 0,0-1 0,0 1 0,0 0 0,-1-1 0,1 1 0,0-1 0,-1 0 0,1 1 0,0-1 0,-1 0 0,1 0 0,-1 0 0,1 0 0,1-2 0,10-8 0,0-1 0,0 0 0,-1 0 0,20-28 0,35-66 0,-17 25 0,-20 38 0,2 1 0,2 1 0,66-61 0,-73 79 0,1 1 0,0 2 0,2 0 0,0 2 0,1 1 0,52-20 0,-38 23-227,0 1-1,1 2 1,0 2-1,1 3 1,90-2-1,-88 9-6598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3:52:41.338"/>
    </inkml:context>
    <inkml:brush xml:id="br0">
      <inkml:brushProperty name="width" value="0.05" units="cm"/>
      <inkml:brushProperty name="height" value="0.05" units="cm"/>
    </inkml:brush>
  </inkml:definitions>
  <inkml:trace contextRef="#ctx0" brushRef="#br0">0 277 24575,'1'15'0,"0"0"0,1-1 0,1 1 0,0 0 0,1-1 0,1 1 0,8 18 0,6 6 0,28 44 0,-43-78 0,-1 1 0,1-1 0,0 0 0,0-1 0,0 1 0,1-1 0,-1 0 0,1 0 0,0 0 0,0 0 0,1-1 0,-1 0 0,1 0 0,10 3 0,-1-2 0,0-1 0,0 0 0,0-1 0,0-1 0,16-1 0,13 0 0,57-7 0,-79 4 0,0-1 0,-1-1 0,0-1 0,36-16 0,1-6 69,-2-3-1,-1-3 0,-1-2 0,61-54 1,-22 7-923,102-118 1,-140 138-5973</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2T03:52:52.520"/>
    </inkml:context>
    <inkml:brush xml:id="br0">
      <inkml:brushProperty name="width" value="0.05" units="cm"/>
      <inkml:brushProperty name="height" value="0.05" units="cm"/>
    </inkml:brush>
  </inkml:definitions>
  <inkml:trace contextRef="#ctx0" brushRef="#br0">1 1 24575,'2920'0'-1365,"-2889"0"-5461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297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8053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4" name="Google Shape;1834;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4" name="Google Shape;1864;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1493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5579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589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5532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454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9/12/2025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9/12/2025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17" Type="http://schemas.openxmlformats.org/officeDocument/2006/relationships/image" Target="../media/image64.png"/><Relationship Id="rId299" Type="http://schemas.openxmlformats.org/officeDocument/2006/relationships/image" Target="../media/image154.png"/><Relationship Id="rId21" Type="http://schemas.openxmlformats.org/officeDocument/2006/relationships/image" Target="../media/image16.png"/><Relationship Id="rId63" Type="http://schemas.openxmlformats.org/officeDocument/2006/relationships/image" Target="../media/image37.png"/><Relationship Id="rId159" Type="http://schemas.openxmlformats.org/officeDocument/2006/relationships/image" Target="../media/image85.png"/><Relationship Id="rId170" Type="http://schemas.openxmlformats.org/officeDocument/2006/relationships/customXml" Target="../ink/ink85.xml"/><Relationship Id="rId226" Type="http://schemas.openxmlformats.org/officeDocument/2006/relationships/customXml" Target="../ink/ink113.xml"/><Relationship Id="rId268" Type="http://schemas.openxmlformats.org/officeDocument/2006/relationships/customXml" Target="../ink/ink135.xml"/><Relationship Id="rId32" Type="http://schemas.openxmlformats.org/officeDocument/2006/relationships/customXml" Target="../ink/ink16.xml"/><Relationship Id="rId74" Type="http://schemas.openxmlformats.org/officeDocument/2006/relationships/customXml" Target="../ink/ink37.xml"/><Relationship Id="rId128" Type="http://schemas.openxmlformats.org/officeDocument/2006/relationships/customXml" Target="../ink/ink64.xml"/><Relationship Id="rId5" Type="http://schemas.openxmlformats.org/officeDocument/2006/relationships/image" Target="../media/image8.png"/><Relationship Id="rId181" Type="http://schemas.openxmlformats.org/officeDocument/2006/relationships/image" Target="../media/image96.png"/><Relationship Id="rId237" Type="http://schemas.openxmlformats.org/officeDocument/2006/relationships/image" Target="../media/image124.png"/><Relationship Id="rId279" Type="http://schemas.openxmlformats.org/officeDocument/2006/relationships/image" Target="../media/image144.png"/><Relationship Id="rId43" Type="http://schemas.openxmlformats.org/officeDocument/2006/relationships/image" Target="../media/image27.png"/><Relationship Id="rId139" Type="http://schemas.openxmlformats.org/officeDocument/2006/relationships/image" Target="../media/image75.png"/><Relationship Id="rId290" Type="http://schemas.openxmlformats.org/officeDocument/2006/relationships/customXml" Target="../ink/ink146.xml"/><Relationship Id="rId304" Type="http://schemas.openxmlformats.org/officeDocument/2006/relationships/customXml" Target="../ink/ink153.xml"/><Relationship Id="rId85" Type="http://schemas.openxmlformats.org/officeDocument/2006/relationships/image" Target="../media/image48.png"/><Relationship Id="rId150" Type="http://schemas.openxmlformats.org/officeDocument/2006/relationships/customXml" Target="../ink/ink75.xml"/><Relationship Id="rId192" Type="http://schemas.openxmlformats.org/officeDocument/2006/relationships/customXml" Target="../ink/ink96.xml"/><Relationship Id="rId206" Type="http://schemas.openxmlformats.org/officeDocument/2006/relationships/customXml" Target="../ink/ink103.xml"/><Relationship Id="rId248" Type="http://schemas.openxmlformats.org/officeDocument/2006/relationships/customXml" Target="../ink/ink124.xml"/><Relationship Id="rId12" Type="http://schemas.openxmlformats.org/officeDocument/2006/relationships/customXml" Target="../ink/ink6.xml"/><Relationship Id="rId108" Type="http://schemas.openxmlformats.org/officeDocument/2006/relationships/customXml" Target="../ink/ink54.xml"/><Relationship Id="rId54" Type="http://schemas.openxmlformats.org/officeDocument/2006/relationships/customXml" Target="../ink/ink27.xml"/><Relationship Id="rId96" Type="http://schemas.openxmlformats.org/officeDocument/2006/relationships/customXml" Target="../ink/ink48.xml"/><Relationship Id="rId161" Type="http://schemas.openxmlformats.org/officeDocument/2006/relationships/image" Target="../media/image86.png"/><Relationship Id="rId217" Type="http://schemas.openxmlformats.org/officeDocument/2006/relationships/image" Target="../media/image114.png"/><Relationship Id="rId259" Type="http://schemas.openxmlformats.org/officeDocument/2006/relationships/customXml" Target="../ink/ink130.xml"/><Relationship Id="rId23" Type="http://schemas.openxmlformats.org/officeDocument/2006/relationships/image" Target="../media/image17.png"/><Relationship Id="rId119" Type="http://schemas.openxmlformats.org/officeDocument/2006/relationships/image" Target="../media/image65.png"/><Relationship Id="rId270" Type="http://schemas.openxmlformats.org/officeDocument/2006/relationships/customXml" Target="../ink/ink136.xml"/><Relationship Id="rId44" Type="http://schemas.openxmlformats.org/officeDocument/2006/relationships/customXml" Target="../ink/ink22.xml"/><Relationship Id="rId65" Type="http://schemas.openxmlformats.org/officeDocument/2006/relationships/image" Target="../media/image38.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81.png"/><Relationship Id="rId172" Type="http://schemas.openxmlformats.org/officeDocument/2006/relationships/customXml" Target="../ink/ink86.xml"/><Relationship Id="rId193" Type="http://schemas.openxmlformats.org/officeDocument/2006/relationships/image" Target="../media/image102.png"/><Relationship Id="rId207" Type="http://schemas.openxmlformats.org/officeDocument/2006/relationships/image" Target="../media/image109.png"/><Relationship Id="rId228" Type="http://schemas.openxmlformats.org/officeDocument/2006/relationships/customXml" Target="../ink/ink114.xml"/><Relationship Id="rId249" Type="http://schemas.openxmlformats.org/officeDocument/2006/relationships/image" Target="../media/image130.png"/><Relationship Id="rId13" Type="http://schemas.openxmlformats.org/officeDocument/2006/relationships/image" Target="../media/image12.png"/><Relationship Id="rId109" Type="http://schemas.openxmlformats.org/officeDocument/2006/relationships/image" Target="../media/image60.png"/><Relationship Id="rId260" Type="http://schemas.openxmlformats.org/officeDocument/2006/relationships/customXml" Target="../ink/ink131.xml"/><Relationship Id="rId281" Type="http://schemas.openxmlformats.org/officeDocument/2006/relationships/image" Target="../media/image145.png"/><Relationship Id="rId34" Type="http://schemas.openxmlformats.org/officeDocument/2006/relationships/customXml" Target="../ink/ink17.xml"/><Relationship Id="rId55" Type="http://schemas.openxmlformats.org/officeDocument/2006/relationships/image" Target="../media/image33.png"/><Relationship Id="rId76" Type="http://schemas.openxmlformats.org/officeDocument/2006/relationships/customXml" Target="../ink/ink38.xml"/><Relationship Id="rId97" Type="http://schemas.openxmlformats.org/officeDocument/2006/relationships/image" Target="../media/image54.png"/><Relationship Id="rId120" Type="http://schemas.openxmlformats.org/officeDocument/2006/relationships/customXml" Target="../ink/ink60.xml"/><Relationship Id="rId141" Type="http://schemas.openxmlformats.org/officeDocument/2006/relationships/image" Target="../media/image76.png"/><Relationship Id="rId7" Type="http://schemas.openxmlformats.org/officeDocument/2006/relationships/image" Target="../media/image9.png"/><Relationship Id="rId162" Type="http://schemas.openxmlformats.org/officeDocument/2006/relationships/customXml" Target="../ink/ink81.xml"/><Relationship Id="rId183" Type="http://schemas.openxmlformats.org/officeDocument/2006/relationships/image" Target="../media/image97.png"/><Relationship Id="rId218" Type="http://schemas.openxmlformats.org/officeDocument/2006/relationships/customXml" Target="../ink/ink109.xml"/><Relationship Id="rId239" Type="http://schemas.openxmlformats.org/officeDocument/2006/relationships/image" Target="../media/image125.png"/><Relationship Id="rId250" Type="http://schemas.openxmlformats.org/officeDocument/2006/relationships/customXml" Target="../ink/ink125.xml"/><Relationship Id="rId271" Type="http://schemas.openxmlformats.org/officeDocument/2006/relationships/image" Target="../media/image140.png"/><Relationship Id="rId292" Type="http://schemas.openxmlformats.org/officeDocument/2006/relationships/customXml" Target="../ink/ink147.xml"/><Relationship Id="rId306" Type="http://schemas.openxmlformats.org/officeDocument/2006/relationships/customXml" Target="../ink/ink154.xml"/><Relationship Id="rId24" Type="http://schemas.openxmlformats.org/officeDocument/2006/relationships/customXml" Target="../ink/ink12.xml"/><Relationship Id="rId45" Type="http://schemas.openxmlformats.org/officeDocument/2006/relationships/image" Target="../media/image28.png"/><Relationship Id="rId66" Type="http://schemas.openxmlformats.org/officeDocument/2006/relationships/customXml" Target="../ink/ink33.xml"/><Relationship Id="rId87" Type="http://schemas.openxmlformats.org/officeDocument/2006/relationships/image" Target="../media/image49.png"/><Relationship Id="rId110" Type="http://schemas.openxmlformats.org/officeDocument/2006/relationships/customXml" Target="../ink/ink55.xml"/><Relationship Id="rId131" Type="http://schemas.openxmlformats.org/officeDocument/2006/relationships/image" Target="../media/image71.png"/><Relationship Id="rId152" Type="http://schemas.openxmlformats.org/officeDocument/2006/relationships/customXml" Target="../ink/ink76.xml"/><Relationship Id="rId173" Type="http://schemas.openxmlformats.org/officeDocument/2006/relationships/image" Target="../media/image92.png"/><Relationship Id="rId194" Type="http://schemas.openxmlformats.org/officeDocument/2006/relationships/customXml" Target="../ink/ink97.xml"/><Relationship Id="rId208" Type="http://schemas.openxmlformats.org/officeDocument/2006/relationships/customXml" Target="../ink/ink104.xml"/><Relationship Id="rId229" Type="http://schemas.openxmlformats.org/officeDocument/2006/relationships/image" Target="../media/image120.png"/><Relationship Id="rId240" Type="http://schemas.openxmlformats.org/officeDocument/2006/relationships/customXml" Target="../ink/ink120.xml"/><Relationship Id="rId261" Type="http://schemas.openxmlformats.org/officeDocument/2006/relationships/image" Target="../media/image135.png"/><Relationship Id="rId14" Type="http://schemas.openxmlformats.org/officeDocument/2006/relationships/customXml" Target="../ink/ink7.xml"/><Relationship Id="rId35" Type="http://schemas.openxmlformats.org/officeDocument/2006/relationships/image" Target="../media/image23.png"/><Relationship Id="rId56" Type="http://schemas.openxmlformats.org/officeDocument/2006/relationships/customXml" Target="../ink/ink28.xml"/><Relationship Id="rId77" Type="http://schemas.openxmlformats.org/officeDocument/2006/relationships/image" Target="../media/image44.png"/><Relationship Id="rId100" Type="http://schemas.openxmlformats.org/officeDocument/2006/relationships/customXml" Target="../ink/ink50.xml"/><Relationship Id="rId282" Type="http://schemas.openxmlformats.org/officeDocument/2006/relationships/customXml" Target="../ink/ink142.xml"/><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image" Target="../media/image66.png"/><Relationship Id="rId142" Type="http://schemas.openxmlformats.org/officeDocument/2006/relationships/customXml" Target="../ink/ink71.xml"/><Relationship Id="rId163" Type="http://schemas.openxmlformats.org/officeDocument/2006/relationships/image" Target="../media/image87.png"/><Relationship Id="rId184" Type="http://schemas.openxmlformats.org/officeDocument/2006/relationships/customXml" Target="../ink/ink92.xml"/><Relationship Id="rId219" Type="http://schemas.openxmlformats.org/officeDocument/2006/relationships/image" Target="../media/image115.png"/><Relationship Id="rId230" Type="http://schemas.openxmlformats.org/officeDocument/2006/relationships/customXml" Target="../ink/ink115.xml"/><Relationship Id="rId251" Type="http://schemas.openxmlformats.org/officeDocument/2006/relationships/customXml" Target="../ink/ink126.xml"/><Relationship Id="rId25" Type="http://schemas.openxmlformats.org/officeDocument/2006/relationships/image" Target="../media/image18.png"/><Relationship Id="rId46" Type="http://schemas.openxmlformats.org/officeDocument/2006/relationships/customXml" Target="../ink/ink23.xml"/><Relationship Id="rId67" Type="http://schemas.openxmlformats.org/officeDocument/2006/relationships/image" Target="../media/image39.png"/><Relationship Id="rId272" Type="http://schemas.openxmlformats.org/officeDocument/2006/relationships/customXml" Target="../ink/ink137.xml"/><Relationship Id="rId293" Type="http://schemas.openxmlformats.org/officeDocument/2006/relationships/image" Target="../media/image151.png"/><Relationship Id="rId307" Type="http://schemas.openxmlformats.org/officeDocument/2006/relationships/image" Target="../media/image158.png"/><Relationship Id="rId88" Type="http://schemas.openxmlformats.org/officeDocument/2006/relationships/customXml" Target="../ink/ink44.xml"/><Relationship Id="rId111" Type="http://schemas.openxmlformats.org/officeDocument/2006/relationships/image" Target="../media/image61.png"/><Relationship Id="rId132" Type="http://schemas.openxmlformats.org/officeDocument/2006/relationships/customXml" Target="../ink/ink66.xml"/><Relationship Id="rId153" Type="http://schemas.openxmlformats.org/officeDocument/2006/relationships/image" Target="../media/image82.png"/><Relationship Id="rId174" Type="http://schemas.openxmlformats.org/officeDocument/2006/relationships/customXml" Target="../ink/ink87.xml"/><Relationship Id="rId195" Type="http://schemas.openxmlformats.org/officeDocument/2006/relationships/image" Target="../media/image103.png"/><Relationship Id="rId209" Type="http://schemas.openxmlformats.org/officeDocument/2006/relationships/image" Target="../media/image110.png"/><Relationship Id="rId220" Type="http://schemas.openxmlformats.org/officeDocument/2006/relationships/customXml" Target="../ink/ink110.xml"/><Relationship Id="rId241" Type="http://schemas.openxmlformats.org/officeDocument/2006/relationships/image" Target="../media/image126.png"/><Relationship Id="rId15" Type="http://schemas.openxmlformats.org/officeDocument/2006/relationships/image" Target="../media/image13.png"/><Relationship Id="rId36" Type="http://schemas.openxmlformats.org/officeDocument/2006/relationships/customXml" Target="../ink/ink18.xml"/><Relationship Id="rId57" Type="http://schemas.openxmlformats.org/officeDocument/2006/relationships/image" Target="../media/image34.png"/><Relationship Id="rId262" Type="http://schemas.openxmlformats.org/officeDocument/2006/relationships/customXml" Target="../ink/ink132.xml"/><Relationship Id="rId283" Type="http://schemas.openxmlformats.org/officeDocument/2006/relationships/image" Target="../media/image146.png"/><Relationship Id="rId78" Type="http://schemas.openxmlformats.org/officeDocument/2006/relationships/customXml" Target="../ink/ink39.xml"/><Relationship Id="rId99" Type="http://schemas.openxmlformats.org/officeDocument/2006/relationships/image" Target="../media/image55.png"/><Relationship Id="rId101" Type="http://schemas.openxmlformats.org/officeDocument/2006/relationships/image" Target="../media/image56.png"/><Relationship Id="rId122" Type="http://schemas.openxmlformats.org/officeDocument/2006/relationships/customXml" Target="../ink/ink61.xml"/><Relationship Id="rId143" Type="http://schemas.openxmlformats.org/officeDocument/2006/relationships/image" Target="../media/image77.png"/><Relationship Id="rId164" Type="http://schemas.openxmlformats.org/officeDocument/2006/relationships/customXml" Target="../ink/ink82.xml"/><Relationship Id="rId185" Type="http://schemas.openxmlformats.org/officeDocument/2006/relationships/image" Target="../media/image98.png"/><Relationship Id="rId9" Type="http://schemas.openxmlformats.org/officeDocument/2006/relationships/image" Target="../media/image10.png"/><Relationship Id="rId210" Type="http://schemas.openxmlformats.org/officeDocument/2006/relationships/customXml" Target="../ink/ink105.xml"/><Relationship Id="rId26" Type="http://schemas.openxmlformats.org/officeDocument/2006/relationships/customXml" Target="../ink/ink13.xml"/><Relationship Id="rId231" Type="http://schemas.openxmlformats.org/officeDocument/2006/relationships/image" Target="../media/image121.png"/><Relationship Id="rId252" Type="http://schemas.openxmlformats.org/officeDocument/2006/relationships/image" Target="../media/image131.png"/><Relationship Id="rId273" Type="http://schemas.openxmlformats.org/officeDocument/2006/relationships/image" Target="../media/image141.png"/><Relationship Id="rId294" Type="http://schemas.openxmlformats.org/officeDocument/2006/relationships/customXml" Target="../ink/ink148.xml"/><Relationship Id="rId308" Type="http://schemas.openxmlformats.org/officeDocument/2006/relationships/customXml" Target="../ink/ink155.xml"/><Relationship Id="rId47" Type="http://schemas.openxmlformats.org/officeDocument/2006/relationships/image" Target="../media/image29.png"/><Relationship Id="rId68" Type="http://schemas.openxmlformats.org/officeDocument/2006/relationships/customXml" Target="../ink/ink34.xml"/><Relationship Id="rId89" Type="http://schemas.openxmlformats.org/officeDocument/2006/relationships/image" Target="../media/image50.png"/><Relationship Id="rId112" Type="http://schemas.openxmlformats.org/officeDocument/2006/relationships/customXml" Target="../ink/ink56.xml"/><Relationship Id="rId133" Type="http://schemas.openxmlformats.org/officeDocument/2006/relationships/image" Target="../media/image72.png"/><Relationship Id="rId154" Type="http://schemas.openxmlformats.org/officeDocument/2006/relationships/customXml" Target="../ink/ink77.xml"/><Relationship Id="rId175" Type="http://schemas.openxmlformats.org/officeDocument/2006/relationships/image" Target="../media/image93.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221" Type="http://schemas.openxmlformats.org/officeDocument/2006/relationships/image" Target="../media/image116.png"/><Relationship Id="rId242" Type="http://schemas.openxmlformats.org/officeDocument/2006/relationships/customXml" Target="../ink/ink121.xml"/><Relationship Id="rId263" Type="http://schemas.openxmlformats.org/officeDocument/2006/relationships/image" Target="../media/image136.png"/><Relationship Id="rId284" Type="http://schemas.openxmlformats.org/officeDocument/2006/relationships/customXml" Target="../ink/ink143.xml"/><Relationship Id="rId37" Type="http://schemas.openxmlformats.org/officeDocument/2006/relationships/image" Target="../media/image24.png"/><Relationship Id="rId58" Type="http://schemas.openxmlformats.org/officeDocument/2006/relationships/customXml" Target="../ink/ink29.xml"/><Relationship Id="rId79" Type="http://schemas.openxmlformats.org/officeDocument/2006/relationships/image" Target="../media/image45.png"/><Relationship Id="rId102" Type="http://schemas.openxmlformats.org/officeDocument/2006/relationships/customXml" Target="../ink/ink51.xml"/><Relationship Id="rId123" Type="http://schemas.openxmlformats.org/officeDocument/2006/relationships/image" Target="../media/image67.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8.png"/><Relationship Id="rId186" Type="http://schemas.openxmlformats.org/officeDocument/2006/relationships/customXml" Target="../ink/ink93.xml"/><Relationship Id="rId211" Type="http://schemas.openxmlformats.org/officeDocument/2006/relationships/image" Target="../media/image111.png"/><Relationship Id="rId232" Type="http://schemas.openxmlformats.org/officeDocument/2006/relationships/customXml" Target="../ink/ink116.xml"/><Relationship Id="rId253" Type="http://schemas.openxmlformats.org/officeDocument/2006/relationships/customXml" Target="../ink/ink127.xml"/><Relationship Id="rId274" Type="http://schemas.openxmlformats.org/officeDocument/2006/relationships/customXml" Target="../ink/ink138.xml"/><Relationship Id="rId295" Type="http://schemas.openxmlformats.org/officeDocument/2006/relationships/image" Target="../media/image152.png"/><Relationship Id="rId309" Type="http://schemas.openxmlformats.org/officeDocument/2006/relationships/image" Target="../media/image159.png"/><Relationship Id="rId27" Type="http://schemas.openxmlformats.org/officeDocument/2006/relationships/image" Target="../media/image19.png"/><Relationship Id="rId48" Type="http://schemas.openxmlformats.org/officeDocument/2006/relationships/customXml" Target="../ink/ink24.xml"/><Relationship Id="rId69" Type="http://schemas.openxmlformats.org/officeDocument/2006/relationships/image" Target="../media/image40.png"/><Relationship Id="rId113" Type="http://schemas.openxmlformats.org/officeDocument/2006/relationships/image" Target="../media/image62.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83.png"/><Relationship Id="rId176" Type="http://schemas.openxmlformats.org/officeDocument/2006/relationships/customXml" Target="../ink/ink88.xml"/><Relationship Id="rId197" Type="http://schemas.openxmlformats.org/officeDocument/2006/relationships/image" Target="../media/image104.png"/><Relationship Id="rId201" Type="http://schemas.openxmlformats.org/officeDocument/2006/relationships/image" Target="../media/image106.png"/><Relationship Id="rId222" Type="http://schemas.openxmlformats.org/officeDocument/2006/relationships/customXml" Target="../ink/ink111.xml"/><Relationship Id="rId243" Type="http://schemas.openxmlformats.org/officeDocument/2006/relationships/image" Target="../media/image127.png"/><Relationship Id="rId264" Type="http://schemas.openxmlformats.org/officeDocument/2006/relationships/customXml" Target="../ink/ink133.xml"/><Relationship Id="rId285" Type="http://schemas.openxmlformats.org/officeDocument/2006/relationships/image" Target="../media/image147.png"/><Relationship Id="rId17" Type="http://schemas.openxmlformats.org/officeDocument/2006/relationships/image" Target="../media/image14.png"/><Relationship Id="rId38" Type="http://schemas.openxmlformats.org/officeDocument/2006/relationships/customXml" Target="../ink/ink19.xml"/><Relationship Id="rId59" Type="http://schemas.openxmlformats.org/officeDocument/2006/relationships/image" Target="../media/image35.png"/><Relationship Id="rId103" Type="http://schemas.openxmlformats.org/officeDocument/2006/relationships/image" Target="../media/image57.png"/><Relationship Id="rId124" Type="http://schemas.openxmlformats.org/officeDocument/2006/relationships/customXml" Target="../ink/ink62.xml"/><Relationship Id="rId310" Type="http://schemas.openxmlformats.org/officeDocument/2006/relationships/customXml" Target="../ink/ink156.xml"/><Relationship Id="rId70" Type="http://schemas.openxmlformats.org/officeDocument/2006/relationships/customXml" Target="../ink/ink35.xml"/><Relationship Id="rId91" Type="http://schemas.openxmlformats.org/officeDocument/2006/relationships/image" Target="../media/image51.png"/><Relationship Id="rId145" Type="http://schemas.openxmlformats.org/officeDocument/2006/relationships/image" Target="../media/image78.png"/><Relationship Id="rId166" Type="http://schemas.openxmlformats.org/officeDocument/2006/relationships/customXml" Target="../ink/ink83.xml"/><Relationship Id="rId187" Type="http://schemas.openxmlformats.org/officeDocument/2006/relationships/image" Target="../media/image99.png"/><Relationship Id="rId1" Type="http://schemas.openxmlformats.org/officeDocument/2006/relationships/slideLayout" Target="../slideLayouts/slideLayout8.xml"/><Relationship Id="rId212" Type="http://schemas.openxmlformats.org/officeDocument/2006/relationships/customXml" Target="../ink/ink106.xml"/><Relationship Id="rId233" Type="http://schemas.openxmlformats.org/officeDocument/2006/relationships/image" Target="../media/image122.png"/><Relationship Id="rId254" Type="http://schemas.openxmlformats.org/officeDocument/2006/relationships/image" Target="../media/image132.png"/><Relationship Id="rId28" Type="http://schemas.openxmlformats.org/officeDocument/2006/relationships/customXml" Target="../ink/ink14.xml"/><Relationship Id="rId49" Type="http://schemas.openxmlformats.org/officeDocument/2006/relationships/image" Target="../media/image30.png"/><Relationship Id="rId114" Type="http://schemas.openxmlformats.org/officeDocument/2006/relationships/customXml" Target="../ink/ink57.xml"/><Relationship Id="rId275" Type="http://schemas.openxmlformats.org/officeDocument/2006/relationships/image" Target="../media/image142.png"/><Relationship Id="rId296" Type="http://schemas.openxmlformats.org/officeDocument/2006/relationships/customXml" Target="../ink/ink149.xml"/><Relationship Id="rId300" Type="http://schemas.openxmlformats.org/officeDocument/2006/relationships/customXml" Target="../ink/ink151.xml"/><Relationship Id="rId60" Type="http://schemas.openxmlformats.org/officeDocument/2006/relationships/customXml" Target="../ink/ink30.xml"/><Relationship Id="rId81" Type="http://schemas.openxmlformats.org/officeDocument/2006/relationships/image" Target="../media/image46.png"/><Relationship Id="rId135" Type="http://schemas.openxmlformats.org/officeDocument/2006/relationships/image" Target="../media/image73.png"/><Relationship Id="rId156" Type="http://schemas.openxmlformats.org/officeDocument/2006/relationships/customXml" Target="../ink/ink78.xml"/><Relationship Id="rId177" Type="http://schemas.openxmlformats.org/officeDocument/2006/relationships/image" Target="../media/image94.png"/><Relationship Id="rId198" Type="http://schemas.openxmlformats.org/officeDocument/2006/relationships/customXml" Target="../ink/ink99.xml"/><Relationship Id="rId202" Type="http://schemas.openxmlformats.org/officeDocument/2006/relationships/customXml" Target="../ink/ink101.xml"/><Relationship Id="rId223" Type="http://schemas.openxmlformats.org/officeDocument/2006/relationships/image" Target="../media/image117.png"/><Relationship Id="rId244" Type="http://schemas.openxmlformats.org/officeDocument/2006/relationships/customXml" Target="../ink/ink122.xml"/><Relationship Id="rId18" Type="http://schemas.openxmlformats.org/officeDocument/2006/relationships/customXml" Target="../ink/ink9.xml"/><Relationship Id="rId39" Type="http://schemas.openxmlformats.org/officeDocument/2006/relationships/image" Target="../media/image25.png"/><Relationship Id="rId265" Type="http://schemas.openxmlformats.org/officeDocument/2006/relationships/image" Target="../media/image137.png"/><Relationship Id="rId286" Type="http://schemas.openxmlformats.org/officeDocument/2006/relationships/customXml" Target="../ink/ink144.xml"/><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68.png"/><Relationship Id="rId146" Type="http://schemas.openxmlformats.org/officeDocument/2006/relationships/customXml" Target="../ink/ink73.xml"/><Relationship Id="rId167" Type="http://schemas.openxmlformats.org/officeDocument/2006/relationships/image" Target="../media/image89.png"/><Relationship Id="rId188" Type="http://schemas.openxmlformats.org/officeDocument/2006/relationships/customXml" Target="../ink/ink94.xml"/><Relationship Id="rId311" Type="http://schemas.openxmlformats.org/officeDocument/2006/relationships/image" Target="../media/image160.png"/><Relationship Id="rId71" Type="http://schemas.openxmlformats.org/officeDocument/2006/relationships/image" Target="../media/image41.png"/><Relationship Id="rId92" Type="http://schemas.openxmlformats.org/officeDocument/2006/relationships/customXml" Target="../ink/ink46.xml"/><Relationship Id="rId213" Type="http://schemas.openxmlformats.org/officeDocument/2006/relationships/image" Target="../media/image112.png"/><Relationship Id="rId234" Type="http://schemas.openxmlformats.org/officeDocument/2006/relationships/customXml" Target="../ink/ink117.xml"/><Relationship Id="rId2" Type="http://schemas.openxmlformats.org/officeDocument/2006/relationships/customXml" Target="../ink/ink1.xml"/><Relationship Id="rId29" Type="http://schemas.openxmlformats.org/officeDocument/2006/relationships/image" Target="../media/image20.png"/><Relationship Id="rId255" Type="http://schemas.openxmlformats.org/officeDocument/2006/relationships/customXml" Target="../ink/ink128.xml"/><Relationship Id="rId276" Type="http://schemas.openxmlformats.org/officeDocument/2006/relationships/customXml" Target="../ink/ink139.xml"/><Relationship Id="rId297" Type="http://schemas.openxmlformats.org/officeDocument/2006/relationships/image" Target="../media/image153.png"/><Relationship Id="rId40" Type="http://schemas.openxmlformats.org/officeDocument/2006/relationships/customXml" Target="../ink/ink20.xml"/><Relationship Id="rId115" Type="http://schemas.openxmlformats.org/officeDocument/2006/relationships/image" Target="../media/image63.png"/><Relationship Id="rId136" Type="http://schemas.openxmlformats.org/officeDocument/2006/relationships/customXml" Target="../ink/ink68.xml"/><Relationship Id="rId157" Type="http://schemas.openxmlformats.org/officeDocument/2006/relationships/image" Target="../media/image84.png"/><Relationship Id="rId178" Type="http://schemas.openxmlformats.org/officeDocument/2006/relationships/customXml" Target="../ink/ink89.xml"/><Relationship Id="rId301" Type="http://schemas.openxmlformats.org/officeDocument/2006/relationships/image" Target="../media/image155.png"/><Relationship Id="rId61" Type="http://schemas.openxmlformats.org/officeDocument/2006/relationships/image" Target="../media/image36.png"/><Relationship Id="rId82" Type="http://schemas.openxmlformats.org/officeDocument/2006/relationships/customXml" Target="../ink/ink41.xml"/><Relationship Id="rId199" Type="http://schemas.openxmlformats.org/officeDocument/2006/relationships/image" Target="../media/image105.png"/><Relationship Id="rId203" Type="http://schemas.openxmlformats.org/officeDocument/2006/relationships/image" Target="../media/image107.png"/><Relationship Id="rId19" Type="http://schemas.openxmlformats.org/officeDocument/2006/relationships/image" Target="../media/image15.png"/><Relationship Id="rId224" Type="http://schemas.openxmlformats.org/officeDocument/2006/relationships/customXml" Target="../ink/ink112.xml"/><Relationship Id="rId245" Type="http://schemas.openxmlformats.org/officeDocument/2006/relationships/image" Target="../media/image128.png"/><Relationship Id="rId266" Type="http://schemas.openxmlformats.org/officeDocument/2006/relationships/customXml" Target="../ink/ink134.xml"/><Relationship Id="rId287" Type="http://schemas.openxmlformats.org/officeDocument/2006/relationships/image" Target="../media/image148.png"/><Relationship Id="rId30" Type="http://schemas.openxmlformats.org/officeDocument/2006/relationships/customXml" Target="../ink/ink15.xml"/><Relationship Id="rId105" Type="http://schemas.openxmlformats.org/officeDocument/2006/relationships/image" Target="../media/image58.png"/><Relationship Id="rId126" Type="http://schemas.openxmlformats.org/officeDocument/2006/relationships/customXml" Target="../ink/ink63.xml"/><Relationship Id="rId147" Type="http://schemas.openxmlformats.org/officeDocument/2006/relationships/image" Target="../media/image79.png"/><Relationship Id="rId168" Type="http://schemas.openxmlformats.org/officeDocument/2006/relationships/customXml" Target="../ink/ink84.xml"/><Relationship Id="rId51" Type="http://schemas.openxmlformats.org/officeDocument/2006/relationships/image" Target="../media/image31.png"/><Relationship Id="rId72" Type="http://schemas.openxmlformats.org/officeDocument/2006/relationships/customXml" Target="../ink/ink36.xml"/><Relationship Id="rId93" Type="http://schemas.openxmlformats.org/officeDocument/2006/relationships/image" Target="../media/image52.png"/><Relationship Id="rId189" Type="http://schemas.openxmlformats.org/officeDocument/2006/relationships/image" Target="../media/image100.png"/><Relationship Id="rId3" Type="http://schemas.openxmlformats.org/officeDocument/2006/relationships/image" Target="../media/image7.png"/><Relationship Id="rId214" Type="http://schemas.openxmlformats.org/officeDocument/2006/relationships/customXml" Target="../ink/ink107.xml"/><Relationship Id="rId235" Type="http://schemas.openxmlformats.org/officeDocument/2006/relationships/image" Target="../media/image123.png"/><Relationship Id="rId256" Type="http://schemas.openxmlformats.org/officeDocument/2006/relationships/image" Target="../media/image133.png"/><Relationship Id="rId277" Type="http://schemas.openxmlformats.org/officeDocument/2006/relationships/image" Target="../media/image143.png"/><Relationship Id="rId298" Type="http://schemas.openxmlformats.org/officeDocument/2006/relationships/customXml" Target="../ink/ink150.xml"/><Relationship Id="rId116" Type="http://schemas.openxmlformats.org/officeDocument/2006/relationships/customXml" Target="../ink/ink58.xml"/><Relationship Id="rId137" Type="http://schemas.openxmlformats.org/officeDocument/2006/relationships/image" Target="../media/image74.png"/><Relationship Id="rId158" Type="http://schemas.openxmlformats.org/officeDocument/2006/relationships/customXml" Target="../ink/ink79.xml"/><Relationship Id="rId302" Type="http://schemas.openxmlformats.org/officeDocument/2006/relationships/customXml" Target="../ink/ink152.xml"/><Relationship Id="rId20" Type="http://schemas.openxmlformats.org/officeDocument/2006/relationships/customXml" Target="../ink/ink10.xml"/><Relationship Id="rId41" Type="http://schemas.openxmlformats.org/officeDocument/2006/relationships/image" Target="../media/image26.png"/><Relationship Id="rId62" Type="http://schemas.openxmlformats.org/officeDocument/2006/relationships/customXml" Target="../ink/ink31.xml"/><Relationship Id="rId83" Type="http://schemas.openxmlformats.org/officeDocument/2006/relationships/image" Target="../media/image47.png"/><Relationship Id="rId179" Type="http://schemas.openxmlformats.org/officeDocument/2006/relationships/image" Target="../media/image95.png"/><Relationship Id="rId190" Type="http://schemas.openxmlformats.org/officeDocument/2006/relationships/customXml" Target="../ink/ink95.xml"/><Relationship Id="rId204" Type="http://schemas.openxmlformats.org/officeDocument/2006/relationships/customXml" Target="../ink/ink102.xml"/><Relationship Id="rId225" Type="http://schemas.openxmlformats.org/officeDocument/2006/relationships/image" Target="../media/image118.png"/><Relationship Id="rId246" Type="http://schemas.openxmlformats.org/officeDocument/2006/relationships/customXml" Target="../ink/ink123.xml"/><Relationship Id="rId267" Type="http://schemas.openxmlformats.org/officeDocument/2006/relationships/image" Target="../media/image138.png"/><Relationship Id="rId288" Type="http://schemas.openxmlformats.org/officeDocument/2006/relationships/customXml" Target="../ink/ink145.xml"/><Relationship Id="rId106" Type="http://schemas.openxmlformats.org/officeDocument/2006/relationships/customXml" Target="../ink/ink53.xml"/><Relationship Id="rId127" Type="http://schemas.openxmlformats.org/officeDocument/2006/relationships/image" Target="../media/image69.png"/><Relationship Id="rId10" Type="http://schemas.openxmlformats.org/officeDocument/2006/relationships/customXml" Target="../ink/ink5.xml"/><Relationship Id="rId31" Type="http://schemas.openxmlformats.org/officeDocument/2006/relationships/image" Target="../media/image21.png"/><Relationship Id="rId52" Type="http://schemas.openxmlformats.org/officeDocument/2006/relationships/customXml" Target="../ink/ink26.xml"/><Relationship Id="rId73" Type="http://schemas.openxmlformats.org/officeDocument/2006/relationships/image" Target="../media/image42.png"/><Relationship Id="rId94" Type="http://schemas.openxmlformats.org/officeDocument/2006/relationships/customXml" Target="../ink/ink47.xml"/><Relationship Id="rId148" Type="http://schemas.openxmlformats.org/officeDocument/2006/relationships/customXml" Target="../ink/ink74.xml"/><Relationship Id="rId169" Type="http://schemas.openxmlformats.org/officeDocument/2006/relationships/image" Target="../media/image90.png"/><Relationship Id="rId4" Type="http://schemas.openxmlformats.org/officeDocument/2006/relationships/customXml" Target="../ink/ink2.xml"/><Relationship Id="rId180" Type="http://schemas.openxmlformats.org/officeDocument/2006/relationships/customXml" Target="../ink/ink90.xml"/><Relationship Id="rId215" Type="http://schemas.openxmlformats.org/officeDocument/2006/relationships/image" Target="../media/image113.png"/><Relationship Id="rId236" Type="http://schemas.openxmlformats.org/officeDocument/2006/relationships/customXml" Target="../ink/ink118.xml"/><Relationship Id="rId257" Type="http://schemas.openxmlformats.org/officeDocument/2006/relationships/customXml" Target="../ink/ink129.xml"/><Relationship Id="rId278" Type="http://schemas.openxmlformats.org/officeDocument/2006/relationships/customXml" Target="../ink/ink140.xml"/><Relationship Id="rId303" Type="http://schemas.openxmlformats.org/officeDocument/2006/relationships/image" Target="../media/image156.png"/><Relationship Id="rId42" Type="http://schemas.openxmlformats.org/officeDocument/2006/relationships/customXml" Target="../ink/ink21.xml"/><Relationship Id="rId84" Type="http://schemas.openxmlformats.org/officeDocument/2006/relationships/customXml" Target="../ink/ink42.xml"/><Relationship Id="rId138" Type="http://schemas.openxmlformats.org/officeDocument/2006/relationships/customXml" Target="../ink/ink69.xml"/><Relationship Id="rId191" Type="http://schemas.openxmlformats.org/officeDocument/2006/relationships/image" Target="../media/image101.png"/><Relationship Id="rId205" Type="http://schemas.openxmlformats.org/officeDocument/2006/relationships/image" Target="../media/image108.png"/><Relationship Id="rId247" Type="http://schemas.openxmlformats.org/officeDocument/2006/relationships/image" Target="../media/image129.png"/><Relationship Id="rId107" Type="http://schemas.openxmlformats.org/officeDocument/2006/relationships/image" Target="../media/image59.png"/><Relationship Id="rId289" Type="http://schemas.openxmlformats.org/officeDocument/2006/relationships/image" Target="../media/image149.png"/><Relationship Id="rId11" Type="http://schemas.openxmlformats.org/officeDocument/2006/relationships/image" Target="../media/image11.png"/><Relationship Id="rId53" Type="http://schemas.openxmlformats.org/officeDocument/2006/relationships/image" Target="../media/image32.png"/><Relationship Id="rId149" Type="http://schemas.openxmlformats.org/officeDocument/2006/relationships/image" Target="../media/image80.png"/><Relationship Id="rId95" Type="http://schemas.openxmlformats.org/officeDocument/2006/relationships/image" Target="../media/image53.png"/><Relationship Id="rId160" Type="http://schemas.openxmlformats.org/officeDocument/2006/relationships/customXml" Target="../ink/ink80.xml"/><Relationship Id="rId216" Type="http://schemas.openxmlformats.org/officeDocument/2006/relationships/customXml" Target="../ink/ink108.xml"/><Relationship Id="rId258" Type="http://schemas.openxmlformats.org/officeDocument/2006/relationships/image" Target="../media/image134.png"/><Relationship Id="rId22" Type="http://schemas.openxmlformats.org/officeDocument/2006/relationships/customXml" Target="../ink/ink11.xml"/><Relationship Id="rId64" Type="http://schemas.openxmlformats.org/officeDocument/2006/relationships/customXml" Target="../ink/ink32.xml"/><Relationship Id="rId118" Type="http://schemas.openxmlformats.org/officeDocument/2006/relationships/customXml" Target="../ink/ink59.xml"/><Relationship Id="rId171" Type="http://schemas.openxmlformats.org/officeDocument/2006/relationships/image" Target="../media/image91.png"/><Relationship Id="rId227" Type="http://schemas.openxmlformats.org/officeDocument/2006/relationships/image" Target="../media/image119.png"/><Relationship Id="rId269" Type="http://schemas.openxmlformats.org/officeDocument/2006/relationships/image" Target="../media/image139.png"/><Relationship Id="rId33" Type="http://schemas.openxmlformats.org/officeDocument/2006/relationships/image" Target="../media/image22.png"/><Relationship Id="rId129" Type="http://schemas.openxmlformats.org/officeDocument/2006/relationships/image" Target="../media/image70.png"/><Relationship Id="rId280" Type="http://schemas.openxmlformats.org/officeDocument/2006/relationships/customXml" Target="../ink/ink141.xml"/><Relationship Id="rId75" Type="http://schemas.openxmlformats.org/officeDocument/2006/relationships/image" Target="../media/image43.png"/><Relationship Id="rId140" Type="http://schemas.openxmlformats.org/officeDocument/2006/relationships/customXml" Target="../ink/ink70.xml"/><Relationship Id="rId182" Type="http://schemas.openxmlformats.org/officeDocument/2006/relationships/customXml" Target="../ink/ink91.xml"/><Relationship Id="rId6" Type="http://schemas.openxmlformats.org/officeDocument/2006/relationships/customXml" Target="../ink/ink3.xml"/><Relationship Id="rId238" Type="http://schemas.openxmlformats.org/officeDocument/2006/relationships/customXml" Target="../ink/ink119.xml"/><Relationship Id="rId291" Type="http://schemas.openxmlformats.org/officeDocument/2006/relationships/image" Target="../media/image150.png"/><Relationship Id="rId305" Type="http://schemas.openxmlformats.org/officeDocument/2006/relationships/image" Target="../media/image15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300.png"/><Relationship Id="rId4" Type="http://schemas.openxmlformats.org/officeDocument/2006/relationships/customXml" Target="../ink/ink15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customXml" Target="../ink/ink160.xml"/><Relationship Id="rId3" Type="http://schemas.openxmlformats.org/officeDocument/2006/relationships/image" Target="../media/image4.png"/><Relationship Id="rId7" Type="http://schemas.openxmlformats.org/officeDocument/2006/relationships/image" Target="../media/image16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customXml" Target="../ink/ink159.xml"/><Relationship Id="rId11" Type="http://schemas.openxmlformats.org/officeDocument/2006/relationships/image" Target="../media/image164.png"/><Relationship Id="rId5" Type="http://schemas.openxmlformats.org/officeDocument/2006/relationships/image" Target="../media/image161.png"/><Relationship Id="rId10" Type="http://schemas.openxmlformats.org/officeDocument/2006/relationships/customXml" Target="../ink/ink161.xml"/><Relationship Id="rId4" Type="http://schemas.openxmlformats.org/officeDocument/2006/relationships/customXml" Target="../ink/ink158.xml"/><Relationship Id="rId9" Type="http://schemas.openxmlformats.org/officeDocument/2006/relationships/image" Target="../media/image16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6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67.png"/></Relationships>
</file>

<file path=ppt/slides/_rels/slide1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173.jpeg"/><Relationship Id="rId3" Type="http://schemas.openxmlformats.org/officeDocument/2006/relationships/image" Target="../media/image168.jpeg"/><Relationship Id="rId7" Type="http://schemas.openxmlformats.org/officeDocument/2006/relationships/image" Target="../media/image172.tiff"/><Relationship Id="rId2" Type="http://schemas.openxmlformats.org/officeDocument/2006/relationships/notesSlide" Target="../notesSlides/notesSlide14.xml"/><Relationship Id="rId1" Type="http://schemas.openxmlformats.org/officeDocument/2006/relationships/slideLayout" Target="../slideLayouts/slideLayout38.xml"/><Relationship Id="rId6" Type="http://schemas.openxmlformats.org/officeDocument/2006/relationships/image" Target="../media/image171.tiff"/><Relationship Id="rId5" Type="http://schemas.openxmlformats.org/officeDocument/2006/relationships/image" Target="../media/image170.tiff"/><Relationship Id="rId4" Type="http://schemas.openxmlformats.org/officeDocument/2006/relationships/image" Target="../media/image169.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DAY-16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CTMS </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Custom Entities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Unmanaged Scenario</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a:solidFill>
                  <a:schemeClr val="accent4"/>
                </a:solidFill>
                <a:latin typeface="Open Sans" panose="020B0606030504020204" pitchFamily="34" charset="0"/>
                <a:ea typeface="Open Sans" panose="020B0606030504020204" pitchFamily="34" charset="0"/>
                <a:cs typeface="Open Sans" panose="020B0606030504020204" pitchFamily="34" charset="0"/>
              </a:rPr>
              <a:t>Testing</a:t>
            </a:r>
            <a:endPar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24491"/>
            <a:ext cx="11806237" cy="17542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 CDS custom entity allows developers to implement their own data retrieval using ABAP. A CDS custom entity is linked with an ABAP class and the data retrieval is executed on the application server. At the CDS level, only an interface is defined. Custom entities are used when data can't be accessed using SQL and the available CDS feature set.</a:t>
            </a:r>
          </a:p>
          <a:p>
            <a:pPr marL="0" marR="0" lvl="0" indent="0" algn="l" rtl="0">
              <a:spcBef>
                <a:spcPts val="0"/>
              </a:spcBef>
              <a:spcAft>
                <a:spcPts val="0"/>
              </a:spcAft>
              <a:buNone/>
            </a:pP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following image exemplifies the runtime of a CDS custom entity. It shows that the data retrieval is implemented by an ABAP class and the data source does not have to be a database table.</a:t>
            </a:r>
            <a:endParaRPr dirty="0"/>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Custom Entities</a:t>
            </a:r>
            <a:endParaRPr sz="3599" dirty="0">
              <a:solidFill>
                <a:srgbClr val="FFC000"/>
              </a:solidFill>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4" name="Picture 3">
            <a:extLst>
              <a:ext uri="{FF2B5EF4-FFF2-40B4-BE49-F238E27FC236}">
                <a16:creationId xmlns:a16="http://schemas.microsoft.com/office/drawing/2014/main" id="{357208DC-5D4F-2555-08F8-5C27A4DFC69F}"/>
              </a:ext>
            </a:extLst>
          </p:cNvPr>
          <p:cNvPicPr>
            <a:picLocks noChangeAspect="1"/>
          </p:cNvPicPr>
          <p:nvPr/>
        </p:nvPicPr>
        <p:blipFill>
          <a:blip r:embed="rId4"/>
          <a:stretch>
            <a:fillRect/>
          </a:stretch>
        </p:blipFill>
        <p:spPr>
          <a:xfrm>
            <a:off x="3576102" y="2697036"/>
            <a:ext cx="4826248" cy="3683189"/>
          </a:xfrm>
          <a:prstGeom prst="rect">
            <a:avLst/>
          </a:prstGeom>
        </p:spPr>
      </p:pic>
    </p:spTree>
    <p:extLst>
      <p:ext uri="{BB962C8B-B14F-4D97-AF65-F5344CB8AC3E}">
        <p14:creationId xmlns:p14="http://schemas.microsoft.com/office/powerpoint/2010/main" val="1911806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536961A-ED82-AF2E-6BC8-8FE796BCE285}"/>
                  </a:ext>
                </a:extLst>
              </p14:cNvPr>
              <p14:cNvContentPartPr/>
              <p14:nvPr/>
            </p14:nvContentPartPr>
            <p14:xfrm>
              <a:off x="4718264" y="849522"/>
              <a:ext cx="3339720" cy="1892880"/>
            </p14:xfrm>
          </p:contentPart>
        </mc:Choice>
        <mc:Fallback>
          <p:pic>
            <p:nvPicPr>
              <p:cNvPr id="4" name="Ink 3">
                <a:extLst>
                  <a:ext uri="{FF2B5EF4-FFF2-40B4-BE49-F238E27FC236}">
                    <a16:creationId xmlns:a16="http://schemas.microsoft.com/office/drawing/2014/main" id="{7536961A-ED82-AF2E-6BC8-8FE796BCE285}"/>
                  </a:ext>
                </a:extLst>
              </p:cNvPr>
              <p:cNvPicPr/>
              <p:nvPr/>
            </p:nvPicPr>
            <p:blipFill>
              <a:blip r:embed="rId3"/>
              <a:stretch>
                <a:fillRect/>
              </a:stretch>
            </p:blipFill>
            <p:spPr>
              <a:xfrm>
                <a:off x="4709264" y="840882"/>
                <a:ext cx="3357360" cy="1910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D4A6198-5D3B-DB7C-4F8F-1EDE286FDD77}"/>
                  </a:ext>
                </a:extLst>
              </p14:cNvPr>
              <p14:cNvContentPartPr/>
              <p14:nvPr/>
            </p14:nvContentPartPr>
            <p14:xfrm>
              <a:off x="6593864" y="485562"/>
              <a:ext cx="184680" cy="370800"/>
            </p14:xfrm>
          </p:contentPart>
        </mc:Choice>
        <mc:Fallback>
          <p:pic>
            <p:nvPicPr>
              <p:cNvPr id="5" name="Ink 4">
                <a:extLst>
                  <a:ext uri="{FF2B5EF4-FFF2-40B4-BE49-F238E27FC236}">
                    <a16:creationId xmlns:a16="http://schemas.microsoft.com/office/drawing/2014/main" id="{1D4A6198-5D3B-DB7C-4F8F-1EDE286FDD77}"/>
                  </a:ext>
                </a:extLst>
              </p:cNvPr>
              <p:cNvPicPr/>
              <p:nvPr/>
            </p:nvPicPr>
            <p:blipFill>
              <a:blip r:embed="rId5"/>
              <a:stretch>
                <a:fillRect/>
              </a:stretch>
            </p:blipFill>
            <p:spPr>
              <a:xfrm>
                <a:off x="6584864" y="476922"/>
                <a:ext cx="202320" cy="388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88C9D68-56A3-B627-2C21-FF538934E562}"/>
                  </a:ext>
                </a:extLst>
              </p14:cNvPr>
              <p14:cNvContentPartPr/>
              <p14:nvPr/>
            </p14:nvContentPartPr>
            <p14:xfrm>
              <a:off x="6871064" y="584562"/>
              <a:ext cx="17280" cy="150120"/>
            </p14:xfrm>
          </p:contentPart>
        </mc:Choice>
        <mc:Fallback>
          <p:pic>
            <p:nvPicPr>
              <p:cNvPr id="6" name="Ink 5">
                <a:extLst>
                  <a:ext uri="{FF2B5EF4-FFF2-40B4-BE49-F238E27FC236}">
                    <a16:creationId xmlns:a16="http://schemas.microsoft.com/office/drawing/2014/main" id="{988C9D68-56A3-B627-2C21-FF538934E562}"/>
                  </a:ext>
                </a:extLst>
              </p:cNvPr>
              <p:cNvPicPr/>
              <p:nvPr/>
            </p:nvPicPr>
            <p:blipFill>
              <a:blip r:embed="rId7"/>
              <a:stretch>
                <a:fillRect/>
              </a:stretch>
            </p:blipFill>
            <p:spPr>
              <a:xfrm>
                <a:off x="6862424" y="575922"/>
                <a:ext cx="3492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EEC092F0-F207-26A5-7CE8-06C3812EFCB8}"/>
                  </a:ext>
                </a:extLst>
              </p14:cNvPr>
              <p14:cNvContentPartPr/>
              <p14:nvPr/>
            </p14:nvContentPartPr>
            <p14:xfrm>
              <a:off x="6866384" y="401322"/>
              <a:ext cx="18360" cy="23040"/>
            </p14:xfrm>
          </p:contentPart>
        </mc:Choice>
        <mc:Fallback>
          <p:pic>
            <p:nvPicPr>
              <p:cNvPr id="7" name="Ink 6">
                <a:extLst>
                  <a:ext uri="{FF2B5EF4-FFF2-40B4-BE49-F238E27FC236}">
                    <a16:creationId xmlns:a16="http://schemas.microsoft.com/office/drawing/2014/main" id="{EEC092F0-F207-26A5-7CE8-06C3812EFCB8}"/>
                  </a:ext>
                </a:extLst>
              </p:cNvPr>
              <p:cNvPicPr/>
              <p:nvPr/>
            </p:nvPicPr>
            <p:blipFill>
              <a:blip r:embed="rId9"/>
              <a:stretch>
                <a:fillRect/>
              </a:stretch>
            </p:blipFill>
            <p:spPr>
              <a:xfrm>
                <a:off x="6857744" y="392682"/>
                <a:ext cx="3600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384874E1-3089-0202-2847-ED3E0F0A498A}"/>
                  </a:ext>
                </a:extLst>
              </p14:cNvPr>
              <p14:cNvContentPartPr/>
              <p14:nvPr/>
            </p14:nvContentPartPr>
            <p14:xfrm>
              <a:off x="6963944" y="393042"/>
              <a:ext cx="60480" cy="380520"/>
            </p14:xfrm>
          </p:contentPart>
        </mc:Choice>
        <mc:Fallback>
          <p:pic>
            <p:nvPicPr>
              <p:cNvPr id="8" name="Ink 7">
                <a:extLst>
                  <a:ext uri="{FF2B5EF4-FFF2-40B4-BE49-F238E27FC236}">
                    <a16:creationId xmlns:a16="http://schemas.microsoft.com/office/drawing/2014/main" id="{384874E1-3089-0202-2847-ED3E0F0A498A}"/>
                  </a:ext>
                </a:extLst>
              </p:cNvPr>
              <p:cNvPicPr/>
              <p:nvPr/>
            </p:nvPicPr>
            <p:blipFill>
              <a:blip r:embed="rId11"/>
              <a:stretch>
                <a:fillRect/>
              </a:stretch>
            </p:blipFill>
            <p:spPr>
              <a:xfrm>
                <a:off x="6954944" y="384402"/>
                <a:ext cx="78120" cy="398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DFB6BFB5-FBAC-5611-65AE-8B61478DD39A}"/>
                  </a:ext>
                </a:extLst>
              </p14:cNvPr>
              <p14:cNvContentPartPr/>
              <p14:nvPr/>
            </p14:nvContentPartPr>
            <p14:xfrm>
              <a:off x="6938384" y="584922"/>
              <a:ext cx="272880" cy="64440"/>
            </p14:xfrm>
          </p:contentPart>
        </mc:Choice>
        <mc:Fallback>
          <p:pic>
            <p:nvPicPr>
              <p:cNvPr id="9" name="Ink 8">
                <a:extLst>
                  <a:ext uri="{FF2B5EF4-FFF2-40B4-BE49-F238E27FC236}">
                    <a16:creationId xmlns:a16="http://schemas.microsoft.com/office/drawing/2014/main" id="{DFB6BFB5-FBAC-5611-65AE-8B61478DD39A}"/>
                  </a:ext>
                </a:extLst>
              </p:cNvPr>
              <p:cNvPicPr/>
              <p:nvPr/>
            </p:nvPicPr>
            <p:blipFill>
              <a:blip r:embed="rId13"/>
              <a:stretch>
                <a:fillRect/>
              </a:stretch>
            </p:blipFill>
            <p:spPr>
              <a:xfrm>
                <a:off x="6929744" y="575922"/>
                <a:ext cx="290520" cy="82080"/>
              </a:xfrm>
              <a:prstGeom prst="rect">
                <a:avLst/>
              </a:prstGeom>
            </p:spPr>
          </p:pic>
        </mc:Fallback>
      </mc:AlternateContent>
      <p:grpSp>
        <p:nvGrpSpPr>
          <p:cNvPr id="184" name="Group 183">
            <a:extLst>
              <a:ext uri="{FF2B5EF4-FFF2-40B4-BE49-F238E27FC236}">
                <a16:creationId xmlns:a16="http://schemas.microsoft.com/office/drawing/2014/main" id="{3CA28836-DBE2-E7C6-370E-5D4A71C57F35}"/>
              </a:ext>
            </a:extLst>
          </p:cNvPr>
          <p:cNvGrpSpPr/>
          <p:nvPr/>
        </p:nvGrpSpPr>
        <p:grpSpPr>
          <a:xfrm>
            <a:off x="255704" y="1288722"/>
            <a:ext cx="11835360" cy="5446440"/>
            <a:chOff x="255704" y="1288722"/>
            <a:chExt cx="11835360" cy="5446440"/>
          </a:xfrm>
        </p:grpSpPr>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A600D3F8-BFB2-57A6-A04F-FE4EEDEDB89E}"/>
                    </a:ext>
                  </a:extLst>
                </p14:cNvPr>
                <p14:cNvContentPartPr/>
                <p14:nvPr/>
              </p14:nvContentPartPr>
              <p14:xfrm>
                <a:off x="5538704" y="1288722"/>
                <a:ext cx="1648800" cy="694800"/>
              </p14:xfrm>
            </p:contentPart>
          </mc:Choice>
          <mc:Fallback>
            <p:pic>
              <p:nvPicPr>
                <p:cNvPr id="10" name="Ink 9">
                  <a:extLst>
                    <a:ext uri="{FF2B5EF4-FFF2-40B4-BE49-F238E27FC236}">
                      <a16:creationId xmlns:a16="http://schemas.microsoft.com/office/drawing/2014/main" id="{A600D3F8-BFB2-57A6-A04F-FE4EEDEDB89E}"/>
                    </a:ext>
                  </a:extLst>
                </p:cNvPr>
                <p:cNvPicPr/>
                <p:nvPr/>
              </p:nvPicPr>
              <p:blipFill>
                <a:blip r:embed="rId15"/>
                <a:stretch>
                  <a:fillRect/>
                </a:stretch>
              </p:blipFill>
              <p:spPr>
                <a:xfrm>
                  <a:off x="5530064" y="1280082"/>
                  <a:ext cx="1666440" cy="7124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9C7E44D2-2AB7-8046-09C7-BA7786EE8822}"/>
                    </a:ext>
                  </a:extLst>
                </p14:cNvPr>
                <p14:cNvContentPartPr/>
                <p14:nvPr/>
              </p14:nvContentPartPr>
              <p14:xfrm>
                <a:off x="5871704" y="1464042"/>
                <a:ext cx="111240" cy="213120"/>
              </p14:xfrm>
            </p:contentPart>
          </mc:Choice>
          <mc:Fallback>
            <p:pic>
              <p:nvPicPr>
                <p:cNvPr id="11" name="Ink 10">
                  <a:extLst>
                    <a:ext uri="{FF2B5EF4-FFF2-40B4-BE49-F238E27FC236}">
                      <a16:creationId xmlns:a16="http://schemas.microsoft.com/office/drawing/2014/main" id="{9C7E44D2-2AB7-8046-09C7-BA7786EE8822}"/>
                    </a:ext>
                  </a:extLst>
                </p:cNvPr>
                <p:cNvPicPr/>
                <p:nvPr/>
              </p:nvPicPr>
              <p:blipFill>
                <a:blip r:embed="rId17"/>
                <a:stretch>
                  <a:fillRect/>
                </a:stretch>
              </p:blipFill>
              <p:spPr>
                <a:xfrm>
                  <a:off x="5863064" y="1455042"/>
                  <a:ext cx="12888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FB7DCBD0-3679-3837-4532-FEC678DCA6D7}"/>
                    </a:ext>
                  </a:extLst>
                </p14:cNvPr>
                <p14:cNvContentPartPr/>
                <p14:nvPr/>
              </p14:nvContentPartPr>
              <p14:xfrm>
                <a:off x="6034424" y="1497522"/>
                <a:ext cx="120600" cy="192240"/>
              </p14:xfrm>
            </p:contentPart>
          </mc:Choice>
          <mc:Fallback>
            <p:pic>
              <p:nvPicPr>
                <p:cNvPr id="12" name="Ink 11">
                  <a:extLst>
                    <a:ext uri="{FF2B5EF4-FFF2-40B4-BE49-F238E27FC236}">
                      <a16:creationId xmlns:a16="http://schemas.microsoft.com/office/drawing/2014/main" id="{FB7DCBD0-3679-3837-4532-FEC678DCA6D7}"/>
                    </a:ext>
                  </a:extLst>
                </p:cNvPr>
                <p:cNvPicPr/>
                <p:nvPr/>
              </p:nvPicPr>
              <p:blipFill>
                <a:blip r:embed="rId19"/>
                <a:stretch>
                  <a:fillRect/>
                </a:stretch>
              </p:blipFill>
              <p:spPr>
                <a:xfrm>
                  <a:off x="6025784" y="1488522"/>
                  <a:ext cx="13824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C4D56E4F-EE8E-56A3-204D-B0D2740C8556}"/>
                    </a:ext>
                  </a:extLst>
                </p14:cNvPr>
                <p14:cNvContentPartPr/>
                <p14:nvPr/>
              </p14:nvContentPartPr>
              <p14:xfrm>
                <a:off x="6259784" y="1443882"/>
                <a:ext cx="114120" cy="258120"/>
              </p14:xfrm>
            </p:contentPart>
          </mc:Choice>
          <mc:Fallback>
            <p:pic>
              <p:nvPicPr>
                <p:cNvPr id="13" name="Ink 12">
                  <a:extLst>
                    <a:ext uri="{FF2B5EF4-FFF2-40B4-BE49-F238E27FC236}">
                      <a16:creationId xmlns:a16="http://schemas.microsoft.com/office/drawing/2014/main" id="{C4D56E4F-EE8E-56A3-204D-B0D2740C8556}"/>
                    </a:ext>
                  </a:extLst>
                </p:cNvPr>
                <p:cNvPicPr/>
                <p:nvPr/>
              </p:nvPicPr>
              <p:blipFill>
                <a:blip r:embed="rId21"/>
                <a:stretch>
                  <a:fillRect/>
                </a:stretch>
              </p:blipFill>
              <p:spPr>
                <a:xfrm>
                  <a:off x="6250784" y="1434882"/>
                  <a:ext cx="13176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E0AA8704-3094-F38F-2BB8-AFAE9E15407F}"/>
                    </a:ext>
                  </a:extLst>
                </p14:cNvPr>
                <p14:cNvContentPartPr/>
                <p14:nvPr/>
              </p14:nvContentPartPr>
              <p14:xfrm>
                <a:off x="6486584" y="1495002"/>
                <a:ext cx="177120" cy="142560"/>
              </p14:xfrm>
            </p:contentPart>
          </mc:Choice>
          <mc:Fallback>
            <p:pic>
              <p:nvPicPr>
                <p:cNvPr id="14" name="Ink 13">
                  <a:extLst>
                    <a:ext uri="{FF2B5EF4-FFF2-40B4-BE49-F238E27FC236}">
                      <a16:creationId xmlns:a16="http://schemas.microsoft.com/office/drawing/2014/main" id="{E0AA8704-3094-F38F-2BB8-AFAE9E15407F}"/>
                    </a:ext>
                  </a:extLst>
                </p:cNvPr>
                <p:cNvPicPr/>
                <p:nvPr/>
              </p:nvPicPr>
              <p:blipFill>
                <a:blip r:embed="rId23"/>
                <a:stretch>
                  <a:fillRect/>
                </a:stretch>
              </p:blipFill>
              <p:spPr>
                <a:xfrm>
                  <a:off x="6477944" y="1486362"/>
                  <a:ext cx="19476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C5C0719D-658E-DFB0-19E1-0628C544B32C}"/>
                    </a:ext>
                  </a:extLst>
                </p14:cNvPr>
                <p14:cNvContentPartPr/>
                <p14:nvPr/>
              </p14:nvContentPartPr>
              <p14:xfrm>
                <a:off x="888224" y="3715482"/>
                <a:ext cx="3687840" cy="2152800"/>
              </p14:xfrm>
            </p:contentPart>
          </mc:Choice>
          <mc:Fallback>
            <p:pic>
              <p:nvPicPr>
                <p:cNvPr id="17" name="Ink 16">
                  <a:extLst>
                    <a:ext uri="{FF2B5EF4-FFF2-40B4-BE49-F238E27FC236}">
                      <a16:creationId xmlns:a16="http://schemas.microsoft.com/office/drawing/2014/main" id="{C5C0719D-658E-DFB0-19E1-0628C544B32C}"/>
                    </a:ext>
                  </a:extLst>
                </p:cNvPr>
                <p:cNvPicPr/>
                <p:nvPr/>
              </p:nvPicPr>
              <p:blipFill>
                <a:blip r:embed="rId25"/>
                <a:stretch>
                  <a:fillRect/>
                </a:stretch>
              </p:blipFill>
              <p:spPr>
                <a:xfrm>
                  <a:off x="879584" y="3706482"/>
                  <a:ext cx="3705480" cy="2170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797FB5B8-9BFE-052D-7828-E3619CF1ACF3}"/>
                    </a:ext>
                  </a:extLst>
                </p14:cNvPr>
                <p14:cNvContentPartPr/>
                <p14:nvPr/>
              </p14:nvContentPartPr>
              <p14:xfrm>
                <a:off x="1883624" y="4349082"/>
                <a:ext cx="283680" cy="330840"/>
              </p14:xfrm>
            </p:contentPart>
          </mc:Choice>
          <mc:Fallback>
            <p:pic>
              <p:nvPicPr>
                <p:cNvPr id="18" name="Ink 17">
                  <a:extLst>
                    <a:ext uri="{FF2B5EF4-FFF2-40B4-BE49-F238E27FC236}">
                      <a16:creationId xmlns:a16="http://schemas.microsoft.com/office/drawing/2014/main" id="{797FB5B8-9BFE-052D-7828-E3619CF1ACF3}"/>
                    </a:ext>
                  </a:extLst>
                </p:cNvPr>
                <p:cNvPicPr/>
                <p:nvPr/>
              </p:nvPicPr>
              <p:blipFill>
                <a:blip r:embed="rId27"/>
                <a:stretch>
                  <a:fillRect/>
                </a:stretch>
              </p:blipFill>
              <p:spPr>
                <a:xfrm>
                  <a:off x="1874624" y="4340442"/>
                  <a:ext cx="30132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C7157860-95C1-3710-ED39-7DDD986293AF}"/>
                    </a:ext>
                  </a:extLst>
                </p14:cNvPr>
                <p14:cNvContentPartPr/>
                <p14:nvPr/>
              </p14:nvContentPartPr>
              <p14:xfrm>
                <a:off x="2219504" y="4376082"/>
                <a:ext cx="231120" cy="231120"/>
              </p14:xfrm>
            </p:contentPart>
          </mc:Choice>
          <mc:Fallback>
            <p:pic>
              <p:nvPicPr>
                <p:cNvPr id="19" name="Ink 18">
                  <a:extLst>
                    <a:ext uri="{FF2B5EF4-FFF2-40B4-BE49-F238E27FC236}">
                      <a16:creationId xmlns:a16="http://schemas.microsoft.com/office/drawing/2014/main" id="{C7157860-95C1-3710-ED39-7DDD986293AF}"/>
                    </a:ext>
                  </a:extLst>
                </p:cNvPr>
                <p:cNvPicPr/>
                <p:nvPr/>
              </p:nvPicPr>
              <p:blipFill>
                <a:blip r:embed="rId29"/>
                <a:stretch>
                  <a:fillRect/>
                </a:stretch>
              </p:blipFill>
              <p:spPr>
                <a:xfrm>
                  <a:off x="2210504" y="4367082"/>
                  <a:ext cx="24876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68BFFA6B-B6F5-F195-C177-6982A474B52B}"/>
                    </a:ext>
                  </a:extLst>
                </p14:cNvPr>
                <p14:cNvContentPartPr/>
                <p14:nvPr/>
              </p14:nvContentPartPr>
              <p14:xfrm>
                <a:off x="2709464" y="4243962"/>
                <a:ext cx="135720" cy="459000"/>
              </p14:xfrm>
            </p:contentPart>
          </mc:Choice>
          <mc:Fallback>
            <p:pic>
              <p:nvPicPr>
                <p:cNvPr id="20" name="Ink 19">
                  <a:extLst>
                    <a:ext uri="{FF2B5EF4-FFF2-40B4-BE49-F238E27FC236}">
                      <a16:creationId xmlns:a16="http://schemas.microsoft.com/office/drawing/2014/main" id="{68BFFA6B-B6F5-F195-C177-6982A474B52B}"/>
                    </a:ext>
                  </a:extLst>
                </p:cNvPr>
                <p:cNvPicPr/>
                <p:nvPr/>
              </p:nvPicPr>
              <p:blipFill>
                <a:blip r:embed="rId31"/>
                <a:stretch>
                  <a:fillRect/>
                </a:stretch>
              </p:blipFill>
              <p:spPr>
                <a:xfrm>
                  <a:off x="2700824" y="4234962"/>
                  <a:ext cx="153360" cy="4766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EF305A49-9F2F-864E-58CB-525DBBE45F8C}"/>
                    </a:ext>
                  </a:extLst>
                </p14:cNvPr>
                <p14:cNvContentPartPr/>
                <p14:nvPr/>
              </p14:nvContentPartPr>
              <p14:xfrm>
                <a:off x="2908544" y="4247922"/>
                <a:ext cx="211320" cy="271080"/>
              </p14:xfrm>
            </p:contentPart>
          </mc:Choice>
          <mc:Fallback>
            <p:pic>
              <p:nvPicPr>
                <p:cNvPr id="21" name="Ink 20">
                  <a:extLst>
                    <a:ext uri="{FF2B5EF4-FFF2-40B4-BE49-F238E27FC236}">
                      <a16:creationId xmlns:a16="http://schemas.microsoft.com/office/drawing/2014/main" id="{EF305A49-9F2F-864E-58CB-525DBBE45F8C}"/>
                    </a:ext>
                  </a:extLst>
                </p:cNvPr>
                <p:cNvPicPr/>
                <p:nvPr/>
              </p:nvPicPr>
              <p:blipFill>
                <a:blip r:embed="rId33"/>
                <a:stretch>
                  <a:fillRect/>
                </a:stretch>
              </p:blipFill>
              <p:spPr>
                <a:xfrm>
                  <a:off x="2899904" y="4239282"/>
                  <a:ext cx="22896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2" name="Ink 21">
                  <a:extLst>
                    <a:ext uri="{FF2B5EF4-FFF2-40B4-BE49-F238E27FC236}">
                      <a16:creationId xmlns:a16="http://schemas.microsoft.com/office/drawing/2014/main" id="{8FD8F286-27B0-A2F3-A124-E7474B9921A7}"/>
                    </a:ext>
                  </a:extLst>
                </p14:cNvPr>
                <p14:cNvContentPartPr/>
                <p14:nvPr/>
              </p14:nvContentPartPr>
              <p14:xfrm>
                <a:off x="3150104" y="4289682"/>
                <a:ext cx="123840" cy="248760"/>
              </p14:xfrm>
            </p:contentPart>
          </mc:Choice>
          <mc:Fallback>
            <p:pic>
              <p:nvPicPr>
                <p:cNvPr id="22" name="Ink 21">
                  <a:extLst>
                    <a:ext uri="{FF2B5EF4-FFF2-40B4-BE49-F238E27FC236}">
                      <a16:creationId xmlns:a16="http://schemas.microsoft.com/office/drawing/2014/main" id="{8FD8F286-27B0-A2F3-A124-E7474B9921A7}"/>
                    </a:ext>
                  </a:extLst>
                </p:cNvPr>
                <p:cNvPicPr/>
                <p:nvPr/>
              </p:nvPicPr>
              <p:blipFill>
                <a:blip r:embed="rId35"/>
                <a:stretch>
                  <a:fillRect/>
                </a:stretch>
              </p:blipFill>
              <p:spPr>
                <a:xfrm>
                  <a:off x="3141464" y="4281042"/>
                  <a:ext cx="14148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3" name="Ink 22">
                  <a:extLst>
                    <a:ext uri="{FF2B5EF4-FFF2-40B4-BE49-F238E27FC236}">
                      <a16:creationId xmlns:a16="http://schemas.microsoft.com/office/drawing/2014/main" id="{3B7A18A6-0CA5-605E-C11D-D31CFB9B494E}"/>
                    </a:ext>
                  </a:extLst>
                </p14:cNvPr>
                <p14:cNvContentPartPr/>
                <p14:nvPr/>
              </p14:nvContentPartPr>
              <p14:xfrm>
                <a:off x="3336584" y="4270962"/>
                <a:ext cx="383040" cy="203760"/>
              </p14:xfrm>
            </p:contentPart>
          </mc:Choice>
          <mc:Fallback>
            <p:pic>
              <p:nvPicPr>
                <p:cNvPr id="23" name="Ink 22">
                  <a:extLst>
                    <a:ext uri="{FF2B5EF4-FFF2-40B4-BE49-F238E27FC236}">
                      <a16:creationId xmlns:a16="http://schemas.microsoft.com/office/drawing/2014/main" id="{3B7A18A6-0CA5-605E-C11D-D31CFB9B494E}"/>
                    </a:ext>
                  </a:extLst>
                </p:cNvPr>
                <p:cNvPicPr/>
                <p:nvPr/>
              </p:nvPicPr>
              <p:blipFill>
                <a:blip r:embed="rId37"/>
                <a:stretch>
                  <a:fillRect/>
                </a:stretch>
              </p:blipFill>
              <p:spPr>
                <a:xfrm>
                  <a:off x="3327944" y="4262322"/>
                  <a:ext cx="40068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4D12D42A-E0F4-C369-55A5-136DFF6712E0}"/>
                    </a:ext>
                  </a:extLst>
                </p14:cNvPr>
                <p14:cNvContentPartPr/>
                <p14:nvPr/>
              </p14:nvContentPartPr>
              <p14:xfrm>
                <a:off x="2780744" y="4805562"/>
                <a:ext cx="189000" cy="295200"/>
              </p14:xfrm>
            </p:contentPart>
          </mc:Choice>
          <mc:Fallback>
            <p:pic>
              <p:nvPicPr>
                <p:cNvPr id="24" name="Ink 23">
                  <a:extLst>
                    <a:ext uri="{FF2B5EF4-FFF2-40B4-BE49-F238E27FC236}">
                      <a16:creationId xmlns:a16="http://schemas.microsoft.com/office/drawing/2014/main" id="{4D12D42A-E0F4-C369-55A5-136DFF6712E0}"/>
                    </a:ext>
                  </a:extLst>
                </p:cNvPr>
                <p:cNvPicPr/>
                <p:nvPr/>
              </p:nvPicPr>
              <p:blipFill>
                <a:blip r:embed="rId39"/>
                <a:stretch>
                  <a:fillRect/>
                </a:stretch>
              </p:blipFill>
              <p:spPr>
                <a:xfrm>
                  <a:off x="2772104" y="4796562"/>
                  <a:ext cx="206640" cy="3128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1E69293C-DC95-F6A8-9C18-0758925F11AC}"/>
                    </a:ext>
                  </a:extLst>
                </p14:cNvPr>
                <p14:cNvContentPartPr/>
                <p14:nvPr/>
              </p14:nvContentPartPr>
              <p14:xfrm>
                <a:off x="3067664" y="4826082"/>
                <a:ext cx="126720" cy="285120"/>
              </p14:xfrm>
            </p:contentPart>
          </mc:Choice>
          <mc:Fallback>
            <p:pic>
              <p:nvPicPr>
                <p:cNvPr id="25" name="Ink 24">
                  <a:extLst>
                    <a:ext uri="{FF2B5EF4-FFF2-40B4-BE49-F238E27FC236}">
                      <a16:creationId xmlns:a16="http://schemas.microsoft.com/office/drawing/2014/main" id="{1E69293C-DC95-F6A8-9C18-0758925F11AC}"/>
                    </a:ext>
                  </a:extLst>
                </p:cNvPr>
                <p:cNvPicPr/>
                <p:nvPr/>
              </p:nvPicPr>
              <p:blipFill>
                <a:blip r:embed="rId41"/>
                <a:stretch>
                  <a:fillRect/>
                </a:stretch>
              </p:blipFill>
              <p:spPr>
                <a:xfrm>
                  <a:off x="3058664" y="4817082"/>
                  <a:ext cx="14436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336F6410-F877-0EFB-0E5A-0CD455983C97}"/>
                    </a:ext>
                  </a:extLst>
                </p14:cNvPr>
                <p14:cNvContentPartPr/>
                <p14:nvPr/>
              </p14:nvContentPartPr>
              <p14:xfrm>
                <a:off x="3251264" y="4866762"/>
                <a:ext cx="197280" cy="286200"/>
              </p14:xfrm>
            </p:contentPart>
          </mc:Choice>
          <mc:Fallback>
            <p:pic>
              <p:nvPicPr>
                <p:cNvPr id="26" name="Ink 25">
                  <a:extLst>
                    <a:ext uri="{FF2B5EF4-FFF2-40B4-BE49-F238E27FC236}">
                      <a16:creationId xmlns:a16="http://schemas.microsoft.com/office/drawing/2014/main" id="{336F6410-F877-0EFB-0E5A-0CD455983C97}"/>
                    </a:ext>
                  </a:extLst>
                </p:cNvPr>
                <p:cNvPicPr/>
                <p:nvPr/>
              </p:nvPicPr>
              <p:blipFill>
                <a:blip r:embed="rId43"/>
                <a:stretch>
                  <a:fillRect/>
                </a:stretch>
              </p:blipFill>
              <p:spPr>
                <a:xfrm>
                  <a:off x="3242264" y="4858122"/>
                  <a:ext cx="21492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7" name="Ink 26">
                  <a:extLst>
                    <a:ext uri="{FF2B5EF4-FFF2-40B4-BE49-F238E27FC236}">
                      <a16:creationId xmlns:a16="http://schemas.microsoft.com/office/drawing/2014/main" id="{20A178B9-DEFA-D5FA-32B2-50C4070410FB}"/>
                    </a:ext>
                  </a:extLst>
                </p14:cNvPr>
                <p14:cNvContentPartPr/>
                <p14:nvPr/>
              </p14:nvContentPartPr>
              <p14:xfrm>
                <a:off x="3556184" y="4848762"/>
                <a:ext cx="21600" cy="219600"/>
              </p14:xfrm>
            </p:contentPart>
          </mc:Choice>
          <mc:Fallback>
            <p:pic>
              <p:nvPicPr>
                <p:cNvPr id="27" name="Ink 26">
                  <a:extLst>
                    <a:ext uri="{FF2B5EF4-FFF2-40B4-BE49-F238E27FC236}">
                      <a16:creationId xmlns:a16="http://schemas.microsoft.com/office/drawing/2014/main" id="{20A178B9-DEFA-D5FA-32B2-50C4070410FB}"/>
                    </a:ext>
                  </a:extLst>
                </p:cNvPr>
                <p:cNvPicPr/>
                <p:nvPr/>
              </p:nvPicPr>
              <p:blipFill>
                <a:blip r:embed="rId45"/>
                <a:stretch>
                  <a:fillRect/>
                </a:stretch>
              </p:blipFill>
              <p:spPr>
                <a:xfrm>
                  <a:off x="3547544" y="4840122"/>
                  <a:ext cx="3924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8" name="Ink 27">
                  <a:extLst>
                    <a:ext uri="{FF2B5EF4-FFF2-40B4-BE49-F238E27FC236}">
                      <a16:creationId xmlns:a16="http://schemas.microsoft.com/office/drawing/2014/main" id="{D8A8FC5F-86CF-D46D-119B-976025A18155}"/>
                    </a:ext>
                  </a:extLst>
                </p14:cNvPr>
                <p14:cNvContentPartPr/>
                <p14:nvPr/>
              </p14:nvContentPartPr>
              <p14:xfrm>
                <a:off x="3590384" y="4841562"/>
                <a:ext cx="156240" cy="187920"/>
              </p14:xfrm>
            </p:contentPart>
          </mc:Choice>
          <mc:Fallback>
            <p:pic>
              <p:nvPicPr>
                <p:cNvPr id="28" name="Ink 27">
                  <a:extLst>
                    <a:ext uri="{FF2B5EF4-FFF2-40B4-BE49-F238E27FC236}">
                      <a16:creationId xmlns:a16="http://schemas.microsoft.com/office/drawing/2014/main" id="{D8A8FC5F-86CF-D46D-119B-976025A18155}"/>
                    </a:ext>
                  </a:extLst>
                </p:cNvPr>
                <p:cNvPicPr/>
                <p:nvPr/>
              </p:nvPicPr>
              <p:blipFill>
                <a:blip r:embed="rId47"/>
                <a:stretch>
                  <a:fillRect/>
                </a:stretch>
              </p:blipFill>
              <p:spPr>
                <a:xfrm>
                  <a:off x="3581744" y="4832562"/>
                  <a:ext cx="17388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9" name="Ink 28">
                  <a:extLst>
                    <a:ext uri="{FF2B5EF4-FFF2-40B4-BE49-F238E27FC236}">
                      <a16:creationId xmlns:a16="http://schemas.microsoft.com/office/drawing/2014/main" id="{0AB3DA3E-D1B4-00BC-B1D3-CF4115037B4E}"/>
                    </a:ext>
                  </a:extLst>
                </p14:cNvPr>
                <p14:cNvContentPartPr/>
                <p14:nvPr/>
              </p14:nvContentPartPr>
              <p14:xfrm>
                <a:off x="3801704" y="4781082"/>
                <a:ext cx="147240" cy="308160"/>
              </p14:xfrm>
            </p:contentPart>
          </mc:Choice>
          <mc:Fallback>
            <p:pic>
              <p:nvPicPr>
                <p:cNvPr id="29" name="Ink 28">
                  <a:extLst>
                    <a:ext uri="{FF2B5EF4-FFF2-40B4-BE49-F238E27FC236}">
                      <a16:creationId xmlns:a16="http://schemas.microsoft.com/office/drawing/2014/main" id="{0AB3DA3E-D1B4-00BC-B1D3-CF4115037B4E}"/>
                    </a:ext>
                  </a:extLst>
                </p:cNvPr>
                <p:cNvPicPr/>
                <p:nvPr/>
              </p:nvPicPr>
              <p:blipFill>
                <a:blip r:embed="rId49"/>
                <a:stretch>
                  <a:fillRect/>
                </a:stretch>
              </p:blipFill>
              <p:spPr>
                <a:xfrm>
                  <a:off x="3792704" y="4772082"/>
                  <a:ext cx="16488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0" name="Ink 29">
                  <a:extLst>
                    <a:ext uri="{FF2B5EF4-FFF2-40B4-BE49-F238E27FC236}">
                      <a16:creationId xmlns:a16="http://schemas.microsoft.com/office/drawing/2014/main" id="{86C04656-001D-2E9C-AE0A-B993D2DD092A}"/>
                    </a:ext>
                  </a:extLst>
                </p14:cNvPr>
                <p14:cNvContentPartPr/>
                <p14:nvPr/>
              </p14:nvContentPartPr>
              <p14:xfrm>
                <a:off x="3867224" y="4806282"/>
                <a:ext cx="354960" cy="273960"/>
              </p14:xfrm>
            </p:contentPart>
          </mc:Choice>
          <mc:Fallback>
            <p:pic>
              <p:nvPicPr>
                <p:cNvPr id="30" name="Ink 29">
                  <a:extLst>
                    <a:ext uri="{FF2B5EF4-FFF2-40B4-BE49-F238E27FC236}">
                      <a16:creationId xmlns:a16="http://schemas.microsoft.com/office/drawing/2014/main" id="{86C04656-001D-2E9C-AE0A-B993D2DD092A}"/>
                    </a:ext>
                  </a:extLst>
                </p:cNvPr>
                <p:cNvPicPr/>
                <p:nvPr/>
              </p:nvPicPr>
              <p:blipFill>
                <a:blip r:embed="rId51"/>
                <a:stretch>
                  <a:fillRect/>
                </a:stretch>
              </p:blipFill>
              <p:spPr>
                <a:xfrm>
                  <a:off x="3858224" y="4797642"/>
                  <a:ext cx="37260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1" name="Ink 30">
                  <a:extLst>
                    <a:ext uri="{FF2B5EF4-FFF2-40B4-BE49-F238E27FC236}">
                      <a16:creationId xmlns:a16="http://schemas.microsoft.com/office/drawing/2014/main" id="{D569D2D9-1AC6-D122-1F4F-7A0620362C4A}"/>
                    </a:ext>
                  </a:extLst>
                </p14:cNvPr>
                <p14:cNvContentPartPr/>
                <p14:nvPr/>
              </p14:nvContentPartPr>
              <p14:xfrm>
                <a:off x="4280144" y="4760202"/>
                <a:ext cx="61200" cy="257760"/>
              </p14:xfrm>
            </p:contentPart>
          </mc:Choice>
          <mc:Fallback>
            <p:pic>
              <p:nvPicPr>
                <p:cNvPr id="31" name="Ink 30">
                  <a:extLst>
                    <a:ext uri="{FF2B5EF4-FFF2-40B4-BE49-F238E27FC236}">
                      <a16:creationId xmlns:a16="http://schemas.microsoft.com/office/drawing/2014/main" id="{D569D2D9-1AC6-D122-1F4F-7A0620362C4A}"/>
                    </a:ext>
                  </a:extLst>
                </p:cNvPr>
                <p:cNvPicPr/>
                <p:nvPr/>
              </p:nvPicPr>
              <p:blipFill>
                <a:blip r:embed="rId53"/>
                <a:stretch>
                  <a:fillRect/>
                </a:stretch>
              </p:blipFill>
              <p:spPr>
                <a:xfrm>
                  <a:off x="4271504" y="4751202"/>
                  <a:ext cx="7884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2" name="Ink 31">
                  <a:extLst>
                    <a:ext uri="{FF2B5EF4-FFF2-40B4-BE49-F238E27FC236}">
                      <a16:creationId xmlns:a16="http://schemas.microsoft.com/office/drawing/2014/main" id="{49FD0741-542E-22DF-D985-9012A670C9FC}"/>
                    </a:ext>
                  </a:extLst>
                </p14:cNvPr>
                <p14:cNvContentPartPr/>
                <p14:nvPr/>
              </p14:nvContentPartPr>
              <p14:xfrm>
                <a:off x="4273304" y="4917522"/>
                <a:ext cx="74160" cy="19440"/>
              </p14:xfrm>
            </p:contentPart>
          </mc:Choice>
          <mc:Fallback>
            <p:pic>
              <p:nvPicPr>
                <p:cNvPr id="32" name="Ink 31">
                  <a:extLst>
                    <a:ext uri="{FF2B5EF4-FFF2-40B4-BE49-F238E27FC236}">
                      <a16:creationId xmlns:a16="http://schemas.microsoft.com/office/drawing/2014/main" id="{49FD0741-542E-22DF-D985-9012A670C9FC}"/>
                    </a:ext>
                  </a:extLst>
                </p:cNvPr>
                <p:cNvPicPr/>
                <p:nvPr/>
              </p:nvPicPr>
              <p:blipFill>
                <a:blip r:embed="rId55"/>
                <a:stretch>
                  <a:fillRect/>
                </a:stretch>
              </p:blipFill>
              <p:spPr>
                <a:xfrm>
                  <a:off x="4264664" y="4908522"/>
                  <a:ext cx="9180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8" name="Ink 47">
                  <a:extLst>
                    <a:ext uri="{FF2B5EF4-FFF2-40B4-BE49-F238E27FC236}">
                      <a16:creationId xmlns:a16="http://schemas.microsoft.com/office/drawing/2014/main" id="{8DC1F44D-A0A2-6FB9-EE32-36B7EE2EA881}"/>
                    </a:ext>
                  </a:extLst>
                </p14:cNvPr>
                <p14:cNvContentPartPr/>
                <p14:nvPr/>
              </p14:nvContentPartPr>
              <p14:xfrm>
                <a:off x="5335304" y="5797362"/>
                <a:ext cx="1522440" cy="937800"/>
              </p14:xfrm>
            </p:contentPart>
          </mc:Choice>
          <mc:Fallback>
            <p:pic>
              <p:nvPicPr>
                <p:cNvPr id="48" name="Ink 47">
                  <a:extLst>
                    <a:ext uri="{FF2B5EF4-FFF2-40B4-BE49-F238E27FC236}">
                      <a16:creationId xmlns:a16="http://schemas.microsoft.com/office/drawing/2014/main" id="{8DC1F44D-A0A2-6FB9-EE32-36B7EE2EA881}"/>
                    </a:ext>
                  </a:extLst>
                </p:cNvPr>
                <p:cNvPicPr/>
                <p:nvPr/>
              </p:nvPicPr>
              <p:blipFill>
                <a:blip r:embed="rId57"/>
                <a:stretch>
                  <a:fillRect/>
                </a:stretch>
              </p:blipFill>
              <p:spPr>
                <a:xfrm>
                  <a:off x="5326304" y="5788722"/>
                  <a:ext cx="1540080" cy="9554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9" name="Ink 48">
                  <a:extLst>
                    <a:ext uri="{FF2B5EF4-FFF2-40B4-BE49-F238E27FC236}">
                      <a16:creationId xmlns:a16="http://schemas.microsoft.com/office/drawing/2014/main" id="{D09A4DE6-9185-965F-EBE3-FEBED4C446A6}"/>
                    </a:ext>
                  </a:extLst>
                </p14:cNvPr>
                <p14:cNvContentPartPr/>
                <p14:nvPr/>
              </p14:nvContentPartPr>
              <p14:xfrm>
                <a:off x="5582984" y="6128922"/>
                <a:ext cx="147240" cy="284040"/>
              </p14:xfrm>
            </p:contentPart>
          </mc:Choice>
          <mc:Fallback>
            <p:pic>
              <p:nvPicPr>
                <p:cNvPr id="49" name="Ink 48">
                  <a:extLst>
                    <a:ext uri="{FF2B5EF4-FFF2-40B4-BE49-F238E27FC236}">
                      <a16:creationId xmlns:a16="http://schemas.microsoft.com/office/drawing/2014/main" id="{D09A4DE6-9185-965F-EBE3-FEBED4C446A6}"/>
                    </a:ext>
                  </a:extLst>
                </p:cNvPr>
                <p:cNvPicPr/>
                <p:nvPr/>
              </p:nvPicPr>
              <p:blipFill>
                <a:blip r:embed="rId59"/>
                <a:stretch>
                  <a:fillRect/>
                </a:stretch>
              </p:blipFill>
              <p:spPr>
                <a:xfrm>
                  <a:off x="5573984" y="6119922"/>
                  <a:ext cx="16488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0" name="Ink 49">
                  <a:extLst>
                    <a:ext uri="{FF2B5EF4-FFF2-40B4-BE49-F238E27FC236}">
                      <a16:creationId xmlns:a16="http://schemas.microsoft.com/office/drawing/2014/main" id="{62605372-92C5-C874-9EC7-213698D23C94}"/>
                    </a:ext>
                  </a:extLst>
                </p14:cNvPr>
                <p14:cNvContentPartPr/>
                <p14:nvPr/>
              </p14:nvContentPartPr>
              <p14:xfrm>
                <a:off x="5805104" y="6243042"/>
                <a:ext cx="100080" cy="177840"/>
              </p14:xfrm>
            </p:contentPart>
          </mc:Choice>
          <mc:Fallback>
            <p:pic>
              <p:nvPicPr>
                <p:cNvPr id="50" name="Ink 49">
                  <a:extLst>
                    <a:ext uri="{FF2B5EF4-FFF2-40B4-BE49-F238E27FC236}">
                      <a16:creationId xmlns:a16="http://schemas.microsoft.com/office/drawing/2014/main" id="{62605372-92C5-C874-9EC7-213698D23C94}"/>
                    </a:ext>
                  </a:extLst>
                </p:cNvPr>
                <p:cNvPicPr/>
                <p:nvPr/>
              </p:nvPicPr>
              <p:blipFill>
                <a:blip r:embed="rId61"/>
                <a:stretch>
                  <a:fillRect/>
                </a:stretch>
              </p:blipFill>
              <p:spPr>
                <a:xfrm>
                  <a:off x="5796464" y="6234042"/>
                  <a:ext cx="11772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1" name="Ink 50">
                  <a:extLst>
                    <a:ext uri="{FF2B5EF4-FFF2-40B4-BE49-F238E27FC236}">
                      <a16:creationId xmlns:a16="http://schemas.microsoft.com/office/drawing/2014/main" id="{141E3FD8-1CA8-28D4-0099-7221D80E23E0}"/>
                    </a:ext>
                  </a:extLst>
                </p14:cNvPr>
                <p14:cNvContentPartPr/>
                <p14:nvPr/>
              </p14:nvContentPartPr>
              <p14:xfrm>
                <a:off x="5949104" y="6256722"/>
                <a:ext cx="92880" cy="169200"/>
              </p14:xfrm>
            </p:contentPart>
          </mc:Choice>
          <mc:Fallback>
            <p:pic>
              <p:nvPicPr>
                <p:cNvPr id="51" name="Ink 50">
                  <a:extLst>
                    <a:ext uri="{FF2B5EF4-FFF2-40B4-BE49-F238E27FC236}">
                      <a16:creationId xmlns:a16="http://schemas.microsoft.com/office/drawing/2014/main" id="{141E3FD8-1CA8-28D4-0099-7221D80E23E0}"/>
                    </a:ext>
                  </a:extLst>
                </p:cNvPr>
                <p:cNvPicPr/>
                <p:nvPr/>
              </p:nvPicPr>
              <p:blipFill>
                <a:blip r:embed="rId63"/>
                <a:stretch>
                  <a:fillRect/>
                </a:stretch>
              </p:blipFill>
              <p:spPr>
                <a:xfrm>
                  <a:off x="5940464" y="6248082"/>
                  <a:ext cx="11052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2" name="Ink 51">
                  <a:extLst>
                    <a:ext uri="{FF2B5EF4-FFF2-40B4-BE49-F238E27FC236}">
                      <a16:creationId xmlns:a16="http://schemas.microsoft.com/office/drawing/2014/main" id="{279C9DAD-94FC-76BF-A3A5-7CBF27B1DF89}"/>
                    </a:ext>
                  </a:extLst>
                </p14:cNvPr>
                <p14:cNvContentPartPr/>
                <p14:nvPr/>
              </p14:nvContentPartPr>
              <p14:xfrm>
                <a:off x="5979704" y="6093282"/>
                <a:ext cx="36720" cy="29520"/>
              </p14:xfrm>
            </p:contentPart>
          </mc:Choice>
          <mc:Fallback>
            <p:pic>
              <p:nvPicPr>
                <p:cNvPr id="52" name="Ink 51">
                  <a:extLst>
                    <a:ext uri="{FF2B5EF4-FFF2-40B4-BE49-F238E27FC236}">
                      <a16:creationId xmlns:a16="http://schemas.microsoft.com/office/drawing/2014/main" id="{279C9DAD-94FC-76BF-A3A5-7CBF27B1DF89}"/>
                    </a:ext>
                  </a:extLst>
                </p:cNvPr>
                <p:cNvPicPr/>
                <p:nvPr/>
              </p:nvPicPr>
              <p:blipFill>
                <a:blip r:embed="rId65"/>
                <a:stretch>
                  <a:fillRect/>
                </a:stretch>
              </p:blipFill>
              <p:spPr>
                <a:xfrm>
                  <a:off x="5970704" y="6084282"/>
                  <a:ext cx="5436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3" name="Ink 52">
                  <a:extLst>
                    <a:ext uri="{FF2B5EF4-FFF2-40B4-BE49-F238E27FC236}">
                      <a16:creationId xmlns:a16="http://schemas.microsoft.com/office/drawing/2014/main" id="{50F77F74-C682-C240-02D3-07541E663D7A}"/>
                    </a:ext>
                  </a:extLst>
                </p14:cNvPr>
                <p14:cNvContentPartPr/>
                <p14:nvPr/>
              </p14:nvContentPartPr>
              <p14:xfrm>
                <a:off x="5957744" y="6078162"/>
                <a:ext cx="64440" cy="379440"/>
              </p14:xfrm>
            </p:contentPart>
          </mc:Choice>
          <mc:Fallback>
            <p:pic>
              <p:nvPicPr>
                <p:cNvPr id="53" name="Ink 52">
                  <a:extLst>
                    <a:ext uri="{FF2B5EF4-FFF2-40B4-BE49-F238E27FC236}">
                      <a16:creationId xmlns:a16="http://schemas.microsoft.com/office/drawing/2014/main" id="{50F77F74-C682-C240-02D3-07541E663D7A}"/>
                    </a:ext>
                  </a:extLst>
                </p:cNvPr>
                <p:cNvPicPr/>
                <p:nvPr/>
              </p:nvPicPr>
              <p:blipFill>
                <a:blip r:embed="rId67"/>
                <a:stretch>
                  <a:fillRect/>
                </a:stretch>
              </p:blipFill>
              <p:spPr>
                <a:xfrm>
                  <a:off x="5949104" y="6069522"/>
                  <a:ext cx="82080" cy="397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4" name="Ink 53">
                  <a:extLst>
                    <a:ext uri="{FF2B5EF4-FFF2-40B4-BE49-F238E27FC236}">
                      <a16:creationId xmlns:a16="http://schemas.microsoft.com/office/drawing/2014/main" id="{93561DDF-C763-FBA9-A3F7-E1C9EFF5A223}"/>
                    </a:ext>
                  </a:extLst>
                </p14:cNvPr>
                <p14:cNvContentPartPr/>
                <p14:nvPr/>
              </p14:nvContentPartPr>
              <p14:xfrm>
                <a:off x="6095624" y="6302442"/>
                <a:ext cx="45360" cy="134280"/>
              </p14:xfrm>
            </p:contentPart>
          </mc:Choice>
          <mc:Fallback>
            <p:pic>
              <p:nvPicPr>
                <p:cNvPr id="54" name="Ink 53">
                  <a:extLst>
                    <a:ext uri="{FF2B5EF4-FFF2-40B4-BE49-F238E27FC236}">
                      <a16:creationId xmlns:a16="http://schemas.microsoft.com/office/drawing/2014/main" id="{93561DDF-C763-FBA9-A3F7-E1C9EFF5A223}"/>
                    </a:ext>
                  </a:extLst>
                </p:cNvPr>
                <p:cNvPicPr/>
                <p:nvPr/>
              </p:nvPicPr>
              <p:blipFill>
                <a:blip r:embed="rId69"/>
                <a:stretch>
                  <a:fillRect/>
                </a:stretch>
              </p:blipFill>
              <p:spPr>
                <a:xfrm>
                  <a:off x="6086984" y="6293442"/>
                  <a:ext cx="6300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5" name="Ink 54">
                  <a:extLst>
                    <a:ext uri="{FF2B5EF4-FFF2-40B4-BE49-F238E27FC236}">
                      <a16:creationId xmlns:a16="http://schemas.microsoft.com/office/drawing/2014/main" id="{74B2F2C5-9F21-C43E-8950-B863021E765C}"/>
                    </a:ext>
                  </a:extLst>
                </p14:cNvPr>
                <p14:cNvContentPartPr/>
                <p14:nvPr/>
              </p14:nvContentPartPr>
              <p14:xfrm>
                <a:off x="6093824" y="6169602"/>
                <a:ext cx="22320" cy="59040"/>
              </p14:xfrm>
            </p:contentPart>
          </mc:Choice>
          <mc:Fallback>
            <p:pic>
              <p:nvPicPr>
                <p:cNvPr id="55" name="Ink 54">
                  <a:extLst>
                    <a:ext uri="{FF2B5EF4-FFF2-40B4-BE49-F238E27FC236}">
                      <a16:creationId xmlns:a16="http://schemas.microsoft.com/office/drawing/2014/main" id="{74B2F2C5-9F21-C43E-8950-B863021E765C}"/>
                    </a:ext>
                  </a:extLst>
                </p:cNvPr>
                <p:cNvPicPr/>
                <p:nvPr/>
              </p:nvPicPr>
              <p:blipFill>
                <a:blip r:embed="rId71"/>
                <a:stretch>
                  <a:fillRect/>
                </a:stretch>
              </p:blipFill>
              <p:spPr>
                <a:xfrm>
                  <a:off x="6084824" y="6160962"/>
                  <a:ext cx="3996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6" name="Ink 55">
                  <a:extLst>
                    <a:ext uri="{FF2B5EF4-FFF2-40B4-BE49-F238E27FC236}">
                      <a16:creationId xmlns:a16="http://schemas.microsoft.com/office/drawing/2014/main" id="{9FAACB20-E3C1-F1EC-D28F-6B186C3F5AAD}"/>
                    </a:ext>
                  </a:extLst>
                </p14:cNvPr>
                <p14:cNvContentPartPr/>
                <p14:nvPr/>
              </p14:nvContentPartPr>
              <p14:xfrm>
                <a:off x="6165464" y="6196602"/>
                <a:ext cx="92160" cy="350280"/>
              </p14:xfrm>
            </p:contentPart>
          </mc:Choice>
          <mc:Fallback>
            <p:pic>
              <p:nvPicPr>
                <p:cNvPr id="56" name="Ink 55">
                  <a:extLst>
                    <a:ext uri="{FF2B5EF4-FFF2-40B4-BE49-F238E27FC236}">
                      <a16:creationId xmlns:a16="http://schemas.microsoft.com/office/drawing/2014/main" id="{9FAACB20-E3C1-F1EC-D28F-6B186C3F5AAD}"/>
                    </a:ext>
                  </a:extLst>
                </p:cNvPr>
                <p:cNvPicPr/>
                <p:nvPr/>
              </p:nvPicPr>
              <p:blipFill>
                <a:blip r:embed="rId73"/>
                <a:stretch>
                  <a:fillRect/>
                </a:stretch>
              </p:blipFill>
              <p:spPr>
                <a:xfrm>
                  <a:off x="6156464" y="6187602"/>
                  <a:ext cx="109800" cy="3679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7" name="Ink 56">
                  <a:extLst>
                    <a:ext uri="{FF2B5EF4-FFF2-40B4-BE49-F238E27FC236}">
                      <a16:creationId xmlns:a16="http://schemas.microsoft.com/office/drawing/2014/main" id="{74353218-3EFF-85E6-ABD3-3638461FF021}"/>
                    </a:ext>
                  </a:extLst>
                </p14:cNvPr>
                <p14:cNvContentPartPr/>
                <p14:nvPr/>
              </p14:nvContentPartPr>
              <p14:xfrm>
                <a:off x="6307664" y="6204162"/>
                <a:ext cx="57240" cy="171720"/>
              </p14:xfrm>
            </p:contentPart>
          </mc:Choice>
          <mc:Fallback>
            <p:pic>
              <p:nvPicPr>
                <p:cNvPr id="57" name="Ink 56">
                  <a:extLst>
                    <a:ext uri="{FF2B5EF4-FFF2-40B4-BE49-F238E27FC236}">
                      <a16:creationId xmlns:a16="http://schemas.microsoft.com/office/drawing/2014/main" id="{74353218-3EFF-85E6-ABD3-3638461FF021}"/>
                    </a:ext>
                  </a:extLst>
                </p:cNvPr>
                <p:cNvPicPr/>
                <p:nvPr/>
              </p:nvPicPr>
              <p:blipFill>
                <a:blip r:embed="rId75"/>
                <a:stretch>
                  <a:fillRect/>
                </a:stretch>
              </p:blipFill>
              <p:spPr>
                <a:xfrm>
                  <a:off x="6299024" y="6195162"/>
                  <a:ext cx="7488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8" name="Ink 57">
                  <a:extLst>
                    <a:ext uri="{FF2B5EF4-FFF2-40B4-BE49-F238E27FC236}">
                      <a16:creationId xmlns:a16="http://schemas.microsoft.com/office/drawing/2014/main" id="{5B365548-28D0-23D1-BC7C-368B1B5677E5}"/>
                    </a:ext>
                  </a:extLst>
                </p14:cNvPr>
                <p14:cNvContentPartPr/>
                <p14:nvPr/>
              </p14:nvContentPartPr>
              <p14:xfrm>
                <a:off x="6384344" y="6175002"/>
                <a:ext cx="130680" cy="201600"/>
              </p14:xfrm>
            </p:contentPart>
          </mc:Choice>
          <mc:Fallback>
            <p:pic>
              <p:nvPicPr>
                <p:cNvPr id="58" name="Ink 57">
                  <a:extLst>
                    <a:ext uri="{FF2B5EF4-FFF2-40B4-BE49-F238E27FC236}">
                      <a16:creationId xmlns:a16="http://schemas.microsoft.com/office/drawing/2014/main" id="{5B365548-28D0-23D1-BC7C-368B1B5677E5}"/>
                    </a:ext>
                  </a:extLst>
                </p:cNvPr>
                <p:cNvPicPr/>
                <p:nvPr/>
              </p:nvPicPr>
              <p:blipFill>
                <a:blip r:embed="rId77"/>
                <a:stretch>
                  <a:fillRect/>
                </a:stretch>
              </p:blipFill>
              <p:spPr>
                <a:xfrm>
                  <a:off x="6375344" y="6166362"/>
                  <a:ext cx="14832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9" name="Ink 58">
                  <a:extLst>
                    <a:ext uri="{FF2B5EF4-FFF2-40B4-BE49-F238E27FC236}">
                      <a16:creationId xmlns:a16="http://schemas.microsoft.com/office/drawing/2014/main" id="{31C63CF6-E97E-3C5A-9391-2C858C28CDD5}"/>
                    </a:ext>
                  </a:extLst>
                </p14:cNvPr>
                <p14:cNvContentPartPr/>
                <p14:nvPr/>
              </p14:nvContentPartPr>
              <p14:xfrm>
                <a:off x="6518264" y="5706282"/>
                <a:ext cx="2738520" cy="529560"/>
              </p14:xfrm>
            </p:contentPart>
          </mc:Choice>
          <mc:Fallback>
            <p:pic>
              <p:nvPicPr>
                <p:cNvPr id="59" name="Ink 58">
                  <a:extLst>
                    <a:ext uri="{FF2B5EF4-FFF2-40B4-BE49-F238E27FC236}">
                      <a16:creationId xmlns:a16="http://schemas.microsoft.com/office/drawing/2014/main" id="{31C63CF6-E97E-3C5A-9391-2C858C28CDD5}"/>
                    </a:ext>
                  </a:extLst>
                </p:cNvPr>
                <p:cNvPicPr/>
                <p:nvPr/>
              </p:nvPicPr>
              <p:blipFill>
                <a:blip r:embed="rId79"/>
                <a:stretch>
                  <a:fillRect/>
                </a:stretch>
              </p:blipFill>
              <p:spPr>
                <a:xfrm>
                  <a:off x="6509264" y="5697282"/>
                  <a:ext cx="2756160" cy="5472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60" name="Ink 59">
                  <a:extLst>
                    <a:ext uri="{FF2B5EF4-FFF2-40B4-BE49-F238E27FC236}">
                      <a16:creationId xmlns:a16="http://schemas.microsoft.com/office/drawing/2014/main" id="{3A8BE4C3-0898-774C-4B15-C1C89FD9C66D}"/>
                    </a:ext>
                  </a:extLst>
                </p14:cNvPr>
                <p14:cNvContentPartPr/>
                <p14:nvPr/>
              </p14:nvContentPartPr>
              <p14:xfrm>
                <a:off x="3656624" y="5875482"/>
                <a:ext cx="1796760" cy="605880"/>
              </p14:xfrm>
            </p:contentPart>
          </mc:Choice>
          <mc:Fallback>
            <p:pic>
              <p:nvPicPr>
                <p:cNvPr id="60" name="Ink 59">
                  <a:extLst>
                    <a:ext uri="{FF2B5EF4-FFF2-40B4-BE49-F238E27FC236}">
                      <a16:creationId xmlns:a16="http://schemas.microsoft.com/office/drawing/2014/main" id="{3A8BE4C3-0898-774C-4B15-C1C89FD9C66D}"/>
                    </a:ext>
                  </a:extLst>
                </p:cNvPr>
                <p:cNvPicPr/>
                <p:nvPr/>
              </p:nvPicPr>
              <p:blipFill>
                <a:blip r:embed="rId81"/>
                <a:stretch>
                  <a:fillRect/>
                </a:stretch>
              </p:blipFill>
              <p:spPr>
                <a:xfrm>
                  <a:off x="3647984" y="5866842"/>
                  <a:ext cx="1814400" cy="6235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62" name="Ink 61">
                  <a:extLst>
                    <a:ext uri="{FF2B5EF4-FFF2-40B4-BE49-F238E27FC236}">
                      <a16:creationId xmlns:a16="http://schemas.microsoft.com/office/drawing/2014/main" id="{820818B9-CB9F-2384-B16A-847B991222DC}"/>
                    </a:ext>
                  </a:extLst>
                </p14:cNvPr>
                <p14:cNvContentPartPr/>
                <p14:nvPr/>
              </p14:nvContentPartPr>
              <p14:xfrm>
                <a:off x="3600104" y="5765322"/>
                <a:ext cx="35280" cy="300240"/>
              </p14:xfrm>
            </p:contentPart>
          </mc:Choice>
          <mc:Fallback>
            <p:pic>
              <p:nvPicPr>
                <p:cNvPr id="62" name="Ink 61">
                  <a:extLst>
                    <a:ext uri="{FF2B5EF4-FFF2-40B4-BE49-F238E27FC236}">
                      <a16:creationId xmlns:a16="http://schemas.microsoft.com/office/drawing/2014/main" id="{820818B9-CB9F-2384-B16A-847B991222DC}"/>
                    </a:ext>
                  </a:extLst>
                </p:cNvPr>
                <p:cNvPicPr/>
                <p:nvPr/>
              </p:nvPicPr>
              <p:blipFill>
                <a:blip r:embed="rId83"/>
                <a:stretch>
                  <a:fillRect/>
                </a:stretch>
              </p:blipFill>
              <p:spPr>
                <a:xfrm>
                  <a:off x="3591464" y="5756682"/>
                  <a:ext cx="52920"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4" name="Ink 63">
                  <a:extLst>
                    <a:ext uri="{FF2B5EF4-FFF2-40B4-BE49-F238E27FC236}">
                      <a16:creationId xmlns:a16="http://schemas.microsoft.com/office/drawing/2014/main" id="{A4B2A4C3-7AA5-F177-8462-99FF5EA19C76}"/>
                    </a:ext>
                  </a:extLst>
                </p14:cNvPr>
                <p14:cNvContentPartPr/>
                <p14:nvPr/>
              </p14:nvContentPartPr>
              <p14:xfrm>
                <a:off x="1358024" y="4002042"/>
                <a:ext cx="158040" cy="181080"/>
              </p14:xfrm>
            </p:contentPart>
          </mc:Choice>
          <mc:Fallback>
            <p:pic>
              <p:nvPicPr>
                <p:cNvPr id="64" name="Ink 63">
                  <a:extLst>
                    <a:ext uri="{FF2B5EF4-FFF2-40B4-BE49-F238E27FC236}">
                      <a16:creationId xmlns:a16="http://schemas.microsoft.com/office/drawing/2014/main" id="{A4B2A4C3-7AA5-F177-8462-99FF5EA19C76}"/>
                    </a:ext>
                  </a:extLst>
                </p:cNvPr>
                <p:cNvPicPr/>
                <p:nvPr/>
              </p:nvPicPr>
              <p:blipFill>
                <a:blip r:embed="rId85"/>
                <a:stretch>
                  <a:fillRect/>
                </a:stretch>
              </p:blipFill>
              <p:spPr>
                <a:xfrm>
                  <a:off x="1349024" y="3993402"/>
                  <a:ext cx="17568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5" name="Ink 64">
                  <a:extLst>
                    <a:ext uri="{FF2B5EF4-FFF2-40B4-BE49-F238E27FC236}">
                      <a16:creationId xmlns:a16="http://schemas.microsoft.com/office/drawing/2014/main" id="{9D531755-2025-A9A9-A785-7159F480ECB0}"/>
                    </a:ext>
                  </a:extLst>
                </p14:cNvPr>
                <p14:cNvContentPartPr/>
                <p14:nvPr/>
              </p14:nvContentPartPr>
              <p14:xfrm>
                <a:off x="1409864" y="4108962"/>
                <a:ext cx="89640" cy="17640"/>
              </p14:xfrm>
            </p:contentPart>
          </mc:Choice>
          <mc:Fallback>
            <p:pic>
              <p:nvPicPr>
                <p:cNvPr id="65" name="Ink 64">
                  <a:extLst>
                    <a:ext uri="{FF2B5EF4-FFF2-40B4-BE49-F238E27FC236}">
                      <a16:creationId xmlns:a16="http://schemas.microsoft.com/office/drawing/2014/main" id="{9D531755-2025-A9A9-A785-7159F480ECB0}"/>
                    </a:ext>
                  </a:extLst>
                </p:cNvPr>
                <p:cNvPicPr/>
                <p:nvPr/>
              </p:nvPicPr>
              <p:blipFill>
                <a:blip r:embed="rId87"/>
                <a:stretch>
                  <a:fillRect/>
                </a:stretch>
              </p:blipFill>
              <p:spPr>
                <a:xfrm>
                  <a:off x="1400864" y="4100322"/>
                  <a:ext cx="10728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6" name="Ink 65">
                  <a:extLst>
                    <a:ext uri="{FF2B5EF4-FFF2-40B4-BE49-F238E27FC236}">
                      <a16:creationId xmlns:a16="http://schemas.microsoft.com/office/drawing/2014/main" id="{35D8BA49-91CC-FD29-ED66-42CE8741060F}"/>
                    </a:ext>
                  </a:extLst>
                </p14:cNvPr>
                <p14:cNvContentPartPr/>
                <p14:nvPr/>
              </p14:nvContentPartPr>
              <p14:xfrm>
                <a:off x="1577984" y="3988362"/>
                <a:ext cx="83880" cy="164520"/>
              </p14:xfrm>
            </p:contentPart>
          </mc:Choice>
          <mc:Fallback>
            <p:pic>
              <p:nvPicPr>
                <p:cNvPr id="66" name="Ink 65">
                  <a:extLst>
                    <a:ext uri="{FF2B5EF4-FFF2-40B4-BE49-F238E27FC236}">
                      <a16:creationId xmlns:a16="http://schemas.microsoft.com/office/drawing/2014/main" id="{35D8BA49-91CC-FD29-ED66-42CE8741060F}"/>
                    </a:ext>
                  </a:extLst>
                </p:cNvPr>
                <p:cNvPicPr/>
                <p:nvPr/>
              </p:nvPicPr>
              <p:blipFill>
                <a:blip r:embed="rId89"/>
                <a:stretch>
                  <a:fillRect/>
                </a:stretch>
              </p:blipFill>
              <p:spPr>
                <a:xfrm>
                  <a:off x="1569344" y="3979362"/>
                  <a:ext cx="10152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7" name="Ink 66">
                  <a:extLst>
                    <a:ext uri="{FF2B5EF4-FFF2-40B4-BE49-F238E27FC236}">
                      <a16:creationId xmlns:a16="http://schemas.microsoft.com/office/drawing/2014/main" id="{936B75AE-4D0B-0DDE-1AF4-21EB8E863196}"/>
                    </a:ext>
                  </a:extLst>
                </p14:cNvPr>
                <p14:cNvContentPartPr/>
                <p14:nvPr/>
              </p14:nvContentPartPr>
              <p14:xfrm>
                <a:off x="1593824" y="4069722"/>
                <a:ext cx="48240" cy="38520"/>
              </p14:xfrm>
            </p:contentPart>
          </mc:Choice>
          <mc:Fallback>
            <p:pic>
              <p:nvPicPr>
                <p:cNvPr id="67" name="Ink 66">
                  <a:extLst>
                    <a:ext uri="{FF2B5EF4-FFF2-40B4-BE49-F238E27FC236}">
                      <a16:creationId xmlns:a16="http://schemas.microsoft.com/office/drawing/2014/main" id="{936B75AE-4D0B-0DDE-1AF4-21EB8E863196}"/>
                    </a:ext>
                  </a:extLst>
                </p:cNvPr>
                <p:cNvPicPr/>
                <p:nvPr/>
              </p:nvPicPr>
              <p:blipFill>
                <a:blip r:embed="rId91"/>
                <a:stretch>
                  <a:fillRect/>
                </a:stretch>
              </p:blipFill>
              <p:spPr>
                <a:xfrm>
                  <a:off x="1584824" y="4061082"/>
                  <a:ext cx="6588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8" name="Ink 67">
                  <a:extLst>
                    <a:ext uri="{FF2B5EF4-FFF2-40B4-BE49-F238E27FC236}">
                      <a16:creationId xmlns:a16="http://schemas.microsoft.com/office/drawing/2014/main" id="{017D63F2-CFF1-4265-FA5B-3F7F679DA82D}"/>
                    </a:ext>
                  </a:extLst>
                </p14:cNvPr>
                <p14:cNvContentPartPr/>
                <p14:nvPr/>
              </p14:nvContentPartPr>
              <p14:xfrm>
                <a:off x="1757624" y="3948402"/>
                <a:ext cx="129960" cy="173520"/>
              </p14:xfrm>
            </p:contentPart>
          </mc:Choice>
          <mc:Fallback>
            <p:pic>
              <p:nvPicPr>
                <p:cNvPr id="68" name="Ink 67">
                  <a:extLst>
                    <a:ext uri="{FF2B5EF4-FFF2-40B4-BE49-F238E27FC236}">
                      <a16:creationId xmlns:a16="http://schemas.microsoft.com/office/drawing/2014/main" id="{017D63F2-CFF1-4265-FA5B-3F7F679DA82D}"/>
                    </a:ext>
                  </a:extLst>
                </p:cNvPr>
                <p:cNvPicPr/>
                <p:nvPr/>
              </p:nvPicPr>
              <p:blipFill>
                <a:blip r:embed="rId93"/>
                <a:stretch>
                  <a:fillRect/>
                </a:stretch>
              </p:blipFill>
              <p:spPr>
                <a:xfrm>
                  <a:off x="1748984" y="3939762"/>
                  <a:ext cx="14760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9" name="Ink 68">
                  <a:extLst>
                    <a:ext uri="{FF2B5EF4-FFF2-40B4-BE49-F238E27FC236}">
                      <a16:creationId xmlns:a16="http://schemas.microsoft.com/office/drawing/2014/main" id="{43FC4E0B-F02C-8AB5-2D70-C95B136A1EA4}"/>
                    </a:ext>
                  </a:extLst>
                </p14:cNvPr>
                <p14:cNvContentPartPr/>
                <p14:nvPr/>
              </p14:nvContentPartPr>
              <p14:xfrm>
                <a:off x="1934744" y="3945522"/>
                <a:ext cx="105480" cy="147240"/>
              </p14:xfrm>
            </p:contentPart>
          </mc:Choice>
          <mc:Fallback>
            <p:pic>
              <p:nvPicPr>
                <p:cNvPr id="69" name="Ink 68">
                  <a:extLst>
                    <a:ext uri="{FF2B5EF4-FFF2-40B4-BE49-F238E27FC236}">
                      <a16:creationId xmlns:a16="http://schemas.microsoft.com/office/drawing/2014/main" id="{43FC4E0B-F02C-8AB5-2D70-C95B136A1EA4}"/>
                    </a:ext>
                  </a:extLst>
                </p:cNvPr>
                <p:cNvPicPr/>
                <p:nvPr/>
              </p:nvPicPr>
              <p:blipFill>
                <a:blip r:embed="rId95"/>
                <a:stretch>
                  <a:fillRect/>
                </a:stretch>
              </p:blipFill>
              <p:spPr>
                <a:xfrm>
                  <a:off x="1925744" y="3936882"/>
                  <a:ext cx="12312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0" name="Ink 69">
                  <a:extLst>
                    <a:ext uri="{FF2B5EF4-FFF2-40B4-BE49-F238E27FC236}">
                      <a16:creationId xmlns:a16="http://schemas.microsoft.com/office/drawing/2014/main" id="{72F4D491-8B67-4162-C1B3-5AB39AEB55C6}"/>
                    </a:ext>
                  </a:extLst>
                </p14:cNvPr>
                <p14:cNvContentPartPr/>
                <p14:nvPr/>
              </p14:nvContentPartPr>
              <p14:xfrm>
                <a:off x="1974344" y="4007802"/>
                <a:ext cx="49320" cy="27720"/>
              </p14:xfrm>
            </p:contentPart>
          </mc:Choice>
          <mc:Fallback>
            <p:pic>
              <p:nvPicPr>
                <p:cNvPr id="70" name="Ink 69">
                  <a:extLst>
                    <a:ext uri="{FF2B5EF4-FFF2-40B4-BE49-F238E27FC236}">
                      <a16:creationId xmlns:a16="http://schemas.microsoft.com/office/drawing/2014/main" id="{72F4D491-8B67-4162-C1B3-5AB39AEB55C6}"/>
                    </a:ext>
                  </a:extLst>
                </p:cNvPr>
                <p:cNvPicPr/>
                <p:nvPr/>
              </p:nvPicPr>
              <p:blipFill>
                <a:blip r:embed="rId97"/>
                <a:stretch>
                  <a:fillRect/>
                </a:stretch>
              </p:blipFill>
              <p:spPr>
                <a:xfrm>
                  <a:off x="1965704" y="3999162"/>
                  <a:ext cx="6696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1" name="Ink 70">
                  <a:extLst>
                    <a:ext uri="{FF2B5EF4-FFF2-40B4-BE49-F238E27FC236}">
                      <a16:creationId xmlns:a16="http://schemas.microsoft.com/office/drawing/2014/main" id="{E9D32871-E20F-FE88-4FDE-D6773B266A3E}"/>
                    </a:ext>
                  </a:extLst>
                </p14:cNvPr>
                <p14:cNvContentPartPr/>
                <p14:nvPr/>
              </p14:nvContentPartPr>
              <p14:xfrm>
                <a:off x="2119424" y="3902682"/>
                <a:ext cx="116280" cy="190440"/>
              </p14:xfrm>
            </p:contentPart>
          </mc:Choice>
          <mc:Fallback>
            <p:pic>
              <p:nvPicPr>
                <p:cNvPr id="71" name="Ink 70">
                  <a:extLst>
                    <a:ext uri="{FF2B5EF4-FFF2-40B4-BE49-F238E27FC236}">
                      <a16:creationId xmlns:a16="http://schemas.microsoft.com/office/drawing/2014/main" id="{E9D32871-E20F-FE88-4FDE-D6773B266A3E}"/>
                    </a:ext>
                  </a:extLst>
                </p:cNvPr>
                <p:cNvPicPr/>
                <p:nvPr/>
              </p:nvPicPr>
              <p:blipFill>
                <a:blip r:embed="rId99"/>
                <a:stretch>
                  <a:fillRect/>
                </a:stretch>
              </p:blipFill>
              <p:spPr>
                <a:xfrm>
                  <a:off x="2110784" y="3894042"/>
                  <a:ext cx="13392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2" name="Ink 71">
                  <a:extLst>
                    <a:ext uri="{FF2B5EF4-FFF2-40B4-BE49-F238E27FC236}">
                      <a16:creationId xmlns:a16="http://schemas.microsoft.com/office/drawing/2014/main" id="{58BBDB58-6074-C775-26F1-ED23F4ACB22B}"/>
                    </a:ext>
                  </a:extLst>
                </p14:cNvPr>
                <p14:cNvContentPartPr/>
                <p14:nvPr/>
              </p14:nvContentPartPr>
              <p14:xfrm>
                <a:off x="2279264" y="4063962"/>
                <a:ext cx="104040" cy="18000"/>
              </p14:xfrm>
            </p:contentPart>
          </mc:Choice>
          <mc:Fallback>
            <p:pic>
              <p:nvPicPr>
                <p:cNvPr id="72" name="Ink 71">
                  <a:extLst>
                    <a:ext uri="{FF2B5EF4-FFF2-40B4-BE49-F238E27FC236}">
                      <a16:creationId xmlns:a16="http://schemas.microsoft.com/office/drawing/2014/main" id="{58BBDB58-6074-C775-26F1-ED23F4ACB22B}"/>
                    </a:ext>
                  </a:extLst>
                </p:cNvPr>
                <p:cNvPicPr/>
                <p:nvPr/>
              </p:nvPicPr>
              <p:blipFill>
                <a:blip r:embed="rId101"/>
                <a:stretch>
                  <a:fillRect/>
                </a:stretch>
              </p:blipFill>
              <p:spPr>
                <a:xfrm>
                  <a:off x="2270264" y="4054962"/>
                  <a:ext cx="12168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3" name="Ink 72">
                  <a:extLst>
                    <a:ext uri="{FF2B5EF4-FFF2-40B4-BE49-F238E27FC236}">
                      <a16:creationId xmlns:a16="http://schemas.microsoft.com/office/drawing/2014/main" id="{9C23642A-F3E5-C393-FBF0-CDFCBC63CA8D}"/>
                    </a:ext>
                  </a:extLst>
                </p14:cNvPr>
                <p14:cNvContentPartPr/>
                <p14:nvPr/>
              </p14:nvContentPartPr>
              <p14:xfrm>
                <a:off x="2426504" y="3856962"/>
                <a:ext cx="142920" cy="184680"/>
              </p14:xfrm>
            </p:contentPart>
          </mc:Choice>
          <mc:Fallback>
            <p:pic>
              <p:nvPicPr>
                <p:cNvPr id="73" name="Ink 72">
                  <a:extLst>
                    <a:ext uri="{FF2B5EF4-FFF2-40B4-BE49-F238E27FC236}">
                      <a16:creationId xmlns:a16="http://schemas.microsoft.com/office/drawing/2014/main" id="{9C23642A-F3E5-C393-FBF0-CDFCBC63CA8D}"/>
                    </a:ext>
                  </a:extLst>
                </p:cNvPr>
                <p:cNvPicPr/>
                <p:nvPr/>
              </p:nvPicPr>
              <p:blipFill>
                <a:blip r:embed="rId103"/>
                <a:stretch>
                  <a:fillRect/>
                </a:stretch>
              </p:blipFill>
              <p:spPr>
                <a:xfrm>
                  <a:off x="2417864" y="3848322"/>
                  <a:ext cx="16056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4" name="Ink 73">
                  <a:extLst>
                    <a:ext uri="{FF2B5EF4-FFF2-40B4-BE49-F238E27FC236}">
                      <a16:creationId xmlns:a16="http://schemas.microsoft.com/office/drawing/2014/main" id="{8DEC8998-17B2-8E9F-B441-0D0675B45AF0}"/>
                    </a:ext>
                  </a:extLst>
                </p14:cNvPr>
                <p14:cNvContentPartPr/>
                <p14:nvPr/>
              </p14:nvContentPartPr>
              <p14:xfrm>
                <a:off x="2656904" y="3892962"/>
                <a:ext cx="28440" cy="151560"/>
              </p14:xfrm>
            </p:contentPart>
          </mc:Choice>
          <mc:Fallback>
            <p:pic>
              <p:nvPicPr>
                <p:cNvPr id="74" name="Ink 73">
                  <a:extLst>
                    <a:ext uri="{FF2B5EF4-FFF2-40B4-BE49-F238E27FC236}">
                      <a16:creationId xmlns:a16="http://schemas.microsoft.com/office/drawing/2014/main" id="{8DEC8998-17B2-8E9F-B441-0D0675B45AF0}"/>
                    </a:ext>
                  </a:extLst>
                </p:cNvPr>
                <p:cNvPicPr/>
                <p:nvPr/>
              </p:nvPicPr>
              <p:blipFill>
                <a:blip r:embed="rId105"/>
                <a:stretch>
                  <a:fillRect/>
                </a:stretch>
              </p:blipFill>
              <p:spPr>
                <a:xfrm>
                  <a:off x="2648264" y="3883962"/>
                  <a:ext cx="4608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5" name="Ink 74">
                  <a:extLst>
                    <a:ext uri="{FF2B5EF4-FFF2-40B4-BE49-F238E27FC236}">
                      <a16:creationId xmlns:a16="http://schemas.microsoft.com/office/drawing/2014/main" id="{43A40C11-3451-1212-EC00-14413AAAA683}"/>
                    </a:ext>
                  </a:extLst>
                </p14:cNvPr>
                <p14:cNvContentPartPr/>
                <p14:nvPr/>
              </p14:nvContentPartPr>
              <p14:xfrm>
                <a:off x="2747264" y="3857682"/>
                <a:ext cx="192960" cy="207720"/>
              </p14:xfrm>
            </p:contentPart>
          </mc:Choice>
          <mc:Fallback>
            <p:pic>
              <p:nvPicPr>
                <p:cNvPr id="75" name="Ink 74">
                  <a:extLst>
                    <a:ext uri="{FF2B5EF4-FFF2-40B4-BE49-F238E27FC236}">
                      <a16:creationId xmlns:a16="http://schemas.microsoft.com/office/drawing/2014/main" id="{43A40C11-3451-1212-EC00-14413AAAA683}"/>
                    </a:ext>
                  </a:extLst>
                </p:cNvPr>
                <p:cNvPicPr/>
                <p:nvPr/>
              </p:nvPicPr>
              <p:blipFill>
                <a:blip r:embed="rId107"/>
                <a:stretch>
                  <a:fillRect/>
                </a:stretch>
              </p:blipFill>
              <p:spPr>
                <a:xfrm>
                  <a:off x="2738264" y="3849042"/>
                  <a:ext cx="21060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6" name="Ink 75">
                  <a:extLst>
                    <a:ext uri="{FF2B5EF4-FFF2-40B4-BE49-F238E27FC236}">
                      <a16:creationId xmlns:a16="http://schemas.microsoft.com/office/drawing/2014/main" id="{48889275-4016-18F5-04CD-BD6005F03727}"/>
                    </a:ext>
                  </a:extLst>
                </p14:cNvPr>
                <p14:cNvContentPartPr/>
                <p14:nvPr/>
              </p14:nvContentPartPr>
              <p14:xfrm>
                <a:off x="2943464" y="3824202"/>
                <a:ext cx="113400" cy="216720"/>
              </p14:xfrm>
            </p:contentPart>
          </mc:Choice>
          <mc:Fallback>
            <p:pic>
              <p:nvPicPr>
                <p:cNvPr id="76" name="Ink 75">
                  <a:extLst>
                    <a:ext uri="{FF2B5EF4-FFF2-40B4-BE49-F238E27FC236}">
                      <a16:creationId xmlns:a16="http://schemas.microsoft.com/office/drawing/2014/main" id="{48889275-4016-18F5-04CD-BD6005F03727}"/>
                    </a:ext>
                  </a:extLst>
                </p:cNvPr>
                <p:cNvPicPr/>
                <p:nvPr/>
              </p:nvPicPr>
              <p:blipFill>
                <a:blip r:embed="rId109"/>
                <a:stretch>
                  <a:fillRect/>
                </a:stretch>
              </p:blipFill>
              <p:spPr>
                <a:xfrm>
                  <a:off x="2934824" y="3815202"/>
                  <a:ext cx="13104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7" name="Ink 76">
                  <a:extLst>
                    <a:ext uri="{FF2B5EF4-FFF2-40B4-BE49-F238E27FC236}">
                      <a16:creationId xmlns:a16="http://schemas.microsoft.com/office/drawing/2014/main" id="{5FE2E236-BB40-03DB-1EA7-C8F72CC19901}"/>
                    </a:ext>
                  </a:extLst>
                </p14:cNvPr>
                <p14:cNvContentPartPr/>
                <p14:nvPr/>
              </p14:nvContentPartPr>
              <p14:xfrm>
                <a:off x="3133184" y="3814122"/>
                <a:ext cx="104760" cy="211320"/>
              </p14:xfrm>
            </p:contentPart>
          </mc:Choice>
          <mc:Fallback>
            <p:pic>
              <p:nvPicPr>
                <p:cNvPr id="77" name="Ink 76">
                  <a:extLst>
                    <a:ext uri="{FF2B5EF4-FFF2-40B4-BE49-F238E27FC236}">
                      <a16:creationId xmlns:a16="http://schemas.microsoft.com/office/drawing/2014/main" id="{5FE2E236-BB40-03DB-1EA7-C8F72CC19901}"/>
                    </a:ext>
                  </a:extLst>
                </p:cNvPr>
                <p:cNvPicPr/>
                <p:nvPr/>
              </p:nvPicPr>
              <p:blipFill>
                <a:blip r:embed="rId111"/>
                <a:stretch>
                  <a:fillRect/>
                </a:stretch>
              </p:blipFill>
              <p:spPr>
                <a:xfrm>
                  <a:off x="3124544" y="3805122"/>
                  <a:ext cx="12240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8" name="Ink 77">
                  <a:extLst>
                    <a:ext uri="{FF2B5EF4-FFF2-40B4-BE49-F238E27FC236}">
                      <a16:creationId xmlns:a16="http://schemas.microsoft.com/office/drawing/2014/main" id="{420447C2-5D72-FFEA-6776-98F2819CE1F4}"/>
                    </a:ext>
                  </a:extLst>
                </p14:cNvPr>
                <p14:cNvContentPartPr/>
                <p14:nvPr/>
              </p14:nvContentPartPr>
              <p14:xfrm>
                <a:off x="3255584" y="3794322"/>
                <a:ext cx="117720" cy="198360"/>
              </p14:xfrm>
            </p:contentPart>
          </mc:Choice>
          <mc:Fallback>
            <p:pic>
              <p:nvPicPr>
                <p:cNvPr id="78" name="Ink 77">
                  <a:extLst>
                    <a:ext uri="{FF2B5EF4-FFF2-40B4-BE49-F238E27FC236}">
                      <a16:creationId xmlns:a16="http://schemas.microsoft.com/office/drawing/2014/main" id="{420447C2-5D72-FFEA-6776-98F2819CE1F4}"/>
                    </a:ext>
                  </a:extLst>
                </p:cNvPr>
                <p:cNvPicPr/>
                <p:nvPr/>
              </p:nvPicPr>
              <p:blipFill>
                <a:blip r:embed="rId113"/>
                <a:stretch>
                  <a:fillRect/>
                </a:stretch>
              </p:blipFill>
              <p:spPr>
                <a:xfrm>
                  <a:off x="3246944" y="3785322"/>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9" name="Ink 78">
                  <a:extLst>
                    <a:ext uri="{FF2B5EF4-FFF2-40B4-BE49-F238E27FC236}">
                      <a16:creationId xmlns:a16="http://schemas.microsoft.com/office/drawing/2014/main" id="{C4B0296E-2E71-0CDA-0D6D-FFAC554CFAD4}"/>
                    </a:ext>
                  </a:extLst>
                </p14:cNvPr>
                <p14:cNvContentPartPr/>
                <p14:nvPr/>
              </p14:nvContentPartPr>
              <p14:xfrm>
                <a:off x="3297344" y="3896922"/>
                <a:ext cx="98640" cy="25920"/>
              </p14:xfrm>
            </p:contentPart>
          </mc:Choice>
          <mc:Fallback>
            <p:pic>
              <p:nvPicPr>
                <p:cNvPr id="79" name="Ink 78">
                  <a:extLst>
                    <a:ext uri="{FF2B5EF4-FFF2-40B4-BE49-F238E27FC236}">
                      <a16:creationId xmlns:a16="http://schemas.microsoft.com/office/drawing/2014/main" id="{C4B0296E-2E71-0CDA-0D6D-FFAC554CFAD4}"/>
                    </a:ext>
                  </a:extLst>
                </p:cNvPr>
                <p:cNvPicPr/>
                <p:nvPr/>
              </p:nvPicPr>
              <p:blipFill>
                <a:blip r:embed="rId115"/>
                <a:stretch>
                  <a:fillRect/>
                </a:stretch>
              </p:blipFill>
              <p:spPr>
                <a:xfrm>
                  <a:off x="3288704" y="3888282"/>
                  <a:ext cx="11628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0" name="Ink 79">
                  <a:extLst>
                    <a:ext uri="{FF2B5EF4-FFF2-40B4-BE49-F238E27FC236}">
                      <a16:creationId xmlns:a16="http://schemas.microsoft.com/office/drawing/2014/main" id="{4C45ABA0-0560-07D4-86BD-058A533287C4}"/>
                    </a:ext>
                  </a:extLst>
                </p14:cNvPr>
                <p14:cNvContentPartPr/>
                <p14:nvPr/>
              </p14:nvContentPartPr>
              <p14:xfrm>
                <a:off x="3433784" y="3830682"/>
                <a:ext cx="158760" cy="173160"/>
              </p14:xfrm>
            </p:contentPart>
          </mc:Choice>
          <mc:Fallback>
            <p:pic>
              <p:nvPicPr>
                <p:cNvPr id="80" name="Ink 79">
                  <a:extLst>
                    <a:ext uri="{FF2B5EF4-FFF2-40B4-BE49-F238E27FC236}">
                      <a16:creationId xmlns:a16="http://schemas.microsoft.com/office/drawing/2014/main" id="{4C45ABA0-0560-07D4-86BD-058A533287C4}"/>
                    </a:ext>
                  </a:extLst>
                </p:cNvPr>
                <p:cNvPicPr/>
                <p:nvPr/>
              </p:nvPicPr>
              <p:blipFill>
                <a:blip r:embed="rId117"/>
                <a:stretch>
                  <a:fillRect/>
                </a:stretch>
              </p:blipFill>
              <p:spPr>
                <a:xfrm>
                  <a:off x="3425144" y="3822042"/>
                  <a:ext cx="1764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82" name="Ink 81">
                  <a:extLst>
                    <a:ext uri="{FF2B5EF4-FFF2-40B4-BE49-F238E27FC236}">
                      <a16:creationId xmlns:a16="http://schemas.microsoft.com/office/drawing/2014/main" id="{B056D498-D822-FD67-9461-6CD393932CA0}"/>
                    </a:ext>
                  </a:extLst>
                </p14:cNvPr>
                <p14:cNvContentPartPr/>
                <p14:nvPr/>
              </p14:nvContentPartPr>
              <p14:xfrm>
                <a:off x="3619904" y="3803322"/>
                <a:ext cx="103680" cy="167040"/>
              </p14:xfrm>
            </p:contentPart>
          </mc:Choice>
          <mc:Fallback>
            <p:pic>
              <p:nvPicPr>
                <p:cNvPr id="82" name="Ink 81">
                  <a:extLst>
                    <a:ext uri="{FF2B5EF4-FFF2-40B4-BE49-F238E27FC236}">
                      <a16:creationId xmlns:a16="http://schemas.microsoft.com/office/drawing/2014/main" id="{B056D498-D822-FD67-9461-6CD393932CA0}"/>
                    </a:ext>
                  </a:extLst>
                </p:cNvPr>
                <p:cNvPicPr/>
                <p:nvPr/>
              </p:nvPicPr>
              <p:blipFill>
                <a:blip r:embed="rId119"/>
                <a:stretch>
                  <a:fillRect/>
                </a:stretch>
              </p:blipFill>
              <p:spPr>
                <a:xfrm>
                  <a:off x="3610904" y="3794682"/>
                  <a:ext cx="12132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83" name="Ink 82">
                  <a:extLst>
                    <a:ext uri="{FF2B5EF4-FFF2-40B4-BE49-F238E27FC236}">
                      <a16:creationId xmlns:a16="http://schemas.microsoft.com/office/drawing/2014/main" id="{7D8735BA-52BC-CAD5-D674-04E1CFF79E6C}"/>
                    </a:ext>
                  </a:extLst>
                </p14:cNvPr>
                <p14:cNvContentPartPr/>
                <p14:nvPr/>
              </p14:nvContentPartPr>
              <p14:xfrm>
                <a:off x="3789104" y="3799002"/>
                <a:ext cx="84600" cy="209520"/>
              </p14:xfrm>
            </p:contentPart>
          </mc:Choice>
          <mc:Fallback>
            <p:pic>
              <p:nvPicPr>
                <p:cNvPr id="83" name="Ink 82">
                  <a:extLst>
                    <a:ext uri="{FF2B5EF4-FFF2-40B4-BE49-F238E27FC236}">
                      <a16:creationId xmlns:a16="http://schemas.microsoft.com/office/drawing/2014/main" id="{7D8735BA-52BC-CAD5-D674-04E1CFF79E6C}"/>
                    </a:ext>
                  </a:extLst>
                </p:cNvPr>
                <p:cNvPicPr/>
                <p:nvPr/>
              </p:nvPicPr>
              <p:blipFill>
                <a:blip r:embed="rId121"/>
                <a:stretch>
                  <a:fillRect/>
                </a:stretch>
              </p:blipFill>
              <p:spPr>
                <a:xfrm>
                  <a:off x="3780464" y="3790362"/>
                  <a:ext cx="10224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4" name="Ink 83">
                  <a:extLst>
                    <a:ext uri="{FF2B5EF4-FFF2-40B4-BE49-F238E27FC236}">
                      <a16:creationId xmlns:a16="http://schemas.microsoft.com/office/drawing/2014/main" id="{6B319EFD-525C-8406-3145-52FE182EB5E9}"/>
                    </a:ext>
                  </a:extLst>
                </p14:cNvPr>
                <p14:cNvContentPartPr/>
                <p14:nvPr/>
              </p14:nvContentPartPr>
              <p14:xfrm>
                <a:off x="3901784" y="3803322"/>
                <a:ext cx="127080" cy="219240"/>
              </p14:xfrm>
            </p:contentPart>
          </mc:Choice>
          <mc:Fallback>
            <p:pic>
              <p:nvPicPr>
                <p:cNvPr id="84" name="Ink 83">
                  <a:extLst>
                    <a:ext uri="{FF2B5EF4-FFF2-40B4-BE49-F238E27FC236}">
                      <a16:creationId xmlns:a16="http://schemas.microsoft.com/office/drawing/2014/main" id="{6B319EFD-525C-8406-3145-52FE182EB5E9}"/>
                    </a:ext>
                  </a:extLst>
                </p:cNvPr>
                <p:cNvPicPr/>
                <p:nvPr/>
              </p:nvPicPr>
              <p:blipFill>
                <a:blip r:embed="rId123"/>
                <a:stretch>
                  <a:fillRect/>
                </a:stretch>
              </p:blipFill>
              <p:spPr>
                <a:xfrm>
                  <a:off x="3892784" y="3794682"/>
                  <a:ext cx="14472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5" name="Ink 84">
                  <a:extLst>
                    <a:ext uri="{FF2B5EF4-FFF2-40B4-BE49-F238E27FC236}">
                      <a16:creationId xmlns:a16="http://schemas.microsoft.com/office/drawing/2014/main" id="{BDED96A7-90CE-B899-B943-A92B92E52937}"/>
                    </a:ext>
                  </a:extLst>
                </p14:cNvPr>
                <p14:cNvContentPartPr/>
                <p14:nvPr/>
              </p14:nvContentPartPr>
              <p14:xfrm>
                <a:off x="3951464" y="3926442"/>
                <a:ext cx="130320" cy="49320"/>
              </p14:xfrm>
            </p:contentPart>
          </mc:Choice>
          <mc:Fallback>
            <p:pic>
              <p:nvPicPr>
                <p:cNvPr id="85" name="Ink 84">
                  <a:extLst>
                    <a:ext uri="{FF2B5EF4-FFF2-40B4-BE49-F238E27FC236}">
                      <a16:creationId xmlns:a16="http://schemas.microsoft.com/office/drawing/2014/main" id="{BDED96A7-90CE-B899-B943-A92B92E52937}"/>
                    </a:ext>
                  </a:extLst>
                </p:cNvPr>
                <p:cNvPicPr/>
                <p:nvPr/>
              </p:nvPicPr>
              <p:blipFill>
                <a:blip r:embed="rId125"/>
                <a:stretch>
                  <a:fillRect/>
                </a:stretch>
              </p:blipFill>
              <p:spPr>
                <a:xfrm>
                  <a:off x="3942464" y="3917442"/>
                  <a:ext cx="14796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7" name="Ink 86">
                  <a:extLst>
                    <a:ext uri="{FF2B5EF4-FFF2-40B4-BE49-F238E27FC236}">
                      <a16:creationId xmlns:a16="http://schemas.microsoft.com/office/drawing/2014/main" id="{57E9474C-BE41-62EE-8214-1D615FD7443A}"/>
                    </a:ext>
                  </a:extLst>
                </p14:cNvPr>
                <p14:cNvContentPartPr/>
                <p14:nvPr/>
              </p14:nvContentPartPr>
              <p14:xfrm>
                <a:off x="1144184" y="3557082"/>
                <a:ext cx="3409200" cy="804600"/>
              </p14:xfrm>
            </p:contentPart>
          </mc:Choice>
          <mc:Fallback>
            <p:pic>
              <p:nvPicPr>
                <p:cNvPr id="87" name="Ink 86">
                  <a:extLst>
                    <a:ext uri="{FF2B5EF4-FFF2-40B4-BE49-F238E27FC236}">
                      <a16:creationId xmlns:a16="http://schemas.microsoft.com/office/drawing/2014/main" id="{57E9474C-BE41-62EE-8214-1D615FD7443A}"/>
                    </a:ext>
                  </a:extLst>
                </p:cNvPr>
                <p:cNvPicPr/>
                <p:nvPr/>
              </p:nvPicPr>
              <p:blipFill>
                <a:blip r:embed="rId127"/>
                <a:stretch>
                  <a:fillRect/>
                </a:stretch>
              </p:blipFill>
              <p:spPr>
                <a:xfrm>
                  <a:off x="1135544" y="3548082"/>
                  <a:ext cx="3426840" cy="8222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8" name="Ink 87">
                  <a:extLst>
                    <a:ext uri="{FF2B5EF4-FFF2-40B4-BE49-F238E27FC236}">
                      <a16:creationId xmlns:a16="http://schemas.microsoft.com/office/drawing/2014/main" id="{B6F1AB13-FF11-B5C1-5D78-E94584AAA422}"/>
                    </a:ext>
                  </a:extLst>
                </p14:cNvPr>
                <p14:cNvContentPartPr/>
                <p14:nvPr/>
              </p14:nvContentPartPr>
              <p14:xfrm>
                <a:off x="2417504" y="2108442"/>
                <a:ext cx="2437200" cy="1553400"/>
              </p14:xfrm>
            </p:contentPart>
          </mc:Choice>
          <mc:Fallback>
            <p:pic>
              <p:nvPicPr>
                <p:cNvPr id="88" name="Ink 87">
                  <a:extLst>
                    <a:ext uri="{FF2B5EF4-FFF2-40B4-BE49-F238E27FC236}">
                      <a16:creationId xmlns:a16="http://schemas.microsoft.com/office/drawing/2014/main" id="{B6F1AB13-FF11-B5C1-5D78-E94584AAA422}"/>
                    </a:ext>
                  </a:extLst>
                </p:cNvPr>
                <p:cNvPicPr/>
                <p:nvPr/>
              </p:nvPicPr>
              <p:blipFill>
                <a:blip r:embed="rId129"/>
                <a:stretch>
                  <a:fillRect/>
                </a:stretch>
              </p:blipFill>
              <p:spPr>
                <a:xfrm>
                  <a:off x="2408864" y="2099442"/>
                  <a:ext cx="2454840" cy="15710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9" name="Ink 88">
                  <a:extLst>
                    <a:ext uri="{FF2B5EF4-FFF2-40B4-BE49-F238E27FC236}">
                      <a16:creationId xmlns:a16="http://schemas.microsoft.com/office/drawing/2014/main" id="{C863E45C-A881-2073-BA4F-72A9ABD928F2}"/>
                    </a:ext>
                  </a:extLst>
                </p14:cNvPr>
                <p14:cNvContentPartPr/>
                <p14:nvPr/>
              </p14:nvContentPartPr>
              <p14:xfrm>
                <a:off x="4585424" y="2007282"/>
                <a:ext cx="155880" cy="251640"/>
              </p14:xfrm>
            </p:contentPart>
          </mc:Choice>
          <mc:Fallback>
            <p:pic>
              <p:nvPicPr>
                <p:cNvPr id="89" name="Ink 88">
                  <a:extLst>
                    <a:ext uri="{FF2B5EF4-FFF2-40B4-BE49-F238E27FC236}">
                      <a16:creationId xmlns:a16="http://schemas.microsoft.com/office/drawing/2014/main" id="{C863E45C-A881-2073-BA4F-72A9ABD928F2}"/>
                    </a:ext>
                  </a:extLst>
                </p:cNvPr>
                <p:cNvPicPr/>
                <p:nvPr/>
              </p:nvPicPr>
              <p:blipFill>
                <a:blip r:embed="rId131"/>
                <a:stretch>
                  <a:fillRect/>
                </a:stretch>
              </p:blipFill>
              <p:spPr>
                <a:xfrm>
                  <a:off x="4576784" y="1998642"/>
                  <a:ext cx="17352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90" name="Ink 89">
                  <a:extLst>
                    <a:ext uri="{FF2B5EF4-FFF2-40B4-BE49-F238E27FC236}">
                      <a16:creationId xmlns:a16="http://schemas.microsoft.com/office/drawing/2014/main" id="{81099695-88EE-81D9-D202-94AE6ABF6105}"/>
                    </a:ext>
                  </a:extLst>
                </p14:cNvPr>
                <p14:cNvContentPartPr/>
                <p14:nvPr/>
              </p14:nvContentPartPr>
              <p14:xfrm>
                <a:off x="3143624" y="2311842"/>
                <a:ext cx="1948680" cy="1174680"/>
              </p14:xfrm>
            </p:contentPart>
          </mc:Choice>
          <mc:Fallback>
            <p:pic>
              <p:nvPicPr>
                <p:cNvPr id="90" name="Ink 89">
                  <a:extLst>
                    <a:ext uri="{FF2B5EF4-FFF2-40B4-BE49-F238E27FC236}">
                      <a16:creationId xmlns:a16="http://schemas.microsoft.com/office/drawing/2014/main" id="{81099695-88EE-81D9-D202-94AE6ABF6105}"/>
                    </a:ext>
                  </a:extLst>
                </p:cNvPr>
                <p:cNvPicPr/>
                <p:nvPr/>
              </p:nvPicPr>
              <p:blipFill>
                <a:blip r:embed="rId133"/>
                <a:stretch>
                  <a:fillRect/>
                </a:stretch>
              </p:blipFill>
              <p:spPr>
                <a:xfrm>
                  <a:off x="3134624" y="2303202"/>
                  <a:ext cx="1966320" cy="11923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1" name="Ink 90">
                  <a:extLst>
                    <a:ext uri="{FF2B5EF4-FFF2-40B4-BE49-F238E27FC236}">
                      <a16:creationId xmlns:a16="http://schemas.microsoft.com/office/drawing/2014/main" id="{CC2CAC81-07C5-CA9F-E5F9-CE559F5A0FBB}"/>
                    </a:ext>
                  </a:extLst>
                </p14:cNvPr>
                <p14:cNvContentPartPr/>
                <p14:nvPr/>
              </p14:nvContentPartPr>
              <p14:xfrm>
                <a:off x="3306344" y="3353682"/>
                <a:ext cx="219960" cy="92520"/>
              </p14:xfrm>
            </p:contentPart>
          </mc:Choice>
          <mc:Fallback>
            <p:pic>
              <p:nvPicPr>
                <p:cNvPr id="91" name="Ink 90">
                  <a:extLst>
                    <a:ext uri="{FF2B5EF4-FFF2-40B4-BE49-F238E27FC236}">
                      <a16:creationId xmlns:a16="http://schemas.microsoft.com/office/drawing/2014/main" id="{CC2CAC81-07C5-CA9F-E5F9-CE559F5A0FBB}"/>
                    </a:ext>
                  </a:extLst>
                </p:cNvPr>
                <p:cNvPicPr/>
                <p:nvPr/>
              </p:nvPicPr>
              <p:blipFill>
                <a:blip r:embed="rId135"/>
                <a:stretch>
                  <a:fillRect/>
                </a:stretch>
              </p:blipFill>
              <p:spPr>
                <a:xfrm>
                  <a:off x="3297704" y="3345042"/>
                  <a:ext cx="23760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34" name="Ink 33">
                  <a:extLst>
                    <a:ext uri="{FF2B5EF4-FFF2-40B4-BE49-F238E27FC236}">
                      <a16:creationId xmlns:a16="http://schemas.microsoft.com/office/drawing/2014/main" id="{D423B71B-023E-17E8-D796-D454647961E1}"/>
                    </a:ext>
                  </a:extLst>
                </p14:cNvPr>
                <p14:cNvContentPartPr/>
                <p14:nvPr/>
              </p14:nvContentPartPr>
              <p14:xfrm>
                <a:off x="7878704" y="3795762"/>
                <a:ext cx="4212360" cy="2073600"/>
              </p14:xfrm>
            </p:contentPart>
          </mc:Choice>
          <mc:Fallback>
            <p:pic>
              <p:nvPicPr>
                <p:cNvPr id="34" name="Ink 33">
                  <a:extLst>
                    <a:ext uri="{FF2B5EF4-FFF2-40B4-BE49-F238E27FC236}">
                      <a16:creationId xmlns:a16="http://schemas.microsoft.com/office/drawing/2014/main" id="{D423B71B-023E-17E8-D796-D454647961E1}"/>
                    </a:ext>
                  </a:extLst>
                </p:cNvPr>
                <p:cNvPicPr/>
                <p:nvPr/>
              </p:nvPicPr>
              <p:blipFill>
                <a:blip r:embed="rId137"/>
                <a:stretch>
                  <a:fillRect/>
                </a:stretch>
              </p:blipFill>
              <p:spPr>
                <a:xfrm>
                  <a:off x="7869704" y="3787122"/>
                  <a:ext cx="4230000" cy="20912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35" name="Ink 34">
                  <a:extLst>
                    <a:ext uri="{FF2B5EF4-FFF2-40B4-BE49-F238E27FC236}">
                      <a16:creationId xmlns:a16="http://schemas.microsoft.com/office/drawing/2014/main" id="{53EF1451-ADF2-1E63-3D64-FB8F8508B0D0}"/>
                    </a:ext>
                  </a:extLst>
                </p14:cNvPr>
                <p14:cNvContentPartPr/>
                <p14:nvPr/>
              </p14:nvContentPartPr>
              <p14:xfrm>
                <a:off x="8097224" y="3929682"/>
                <a:ext cx="653040" cy="52920"/>
              </p14:xfrm>
            </p:contentPart>
          </mc:Choice>
          <mc:Fallback>
            <p:pic>
              <p:nvPicPr>
                <p:cNvPr id="35" name="Ink 34">
                  <a:extLst>
                    <a:ext uri="{FF2B5EF4-FFF2-40B4-BE49-F238E27FC236}">
                      <a16:creationId xmlns:a16="http://schemas.microsoft.com/office/drawing/2014/main" id="{53EF1451-ADF2-1E63-3D64-FB8F8508B0D0}"/>
                    </a:ext>
                  </a:extLst>
                </p:cNvPr>
                <p:cNvPicPr/>
                <p:nvPr/>
              </p:nvPicPr>
              <p:blipFill>
                <a:blip r:embed="rId139"/>
                <a:stretch>
                  <a:fillRect/>
                </a:stretch>
              </p:blipFill>
              <p:spPr>
                <a:xfrm>
                  <a:off x="8088224" y="3920682"/>
                  <a:ext cx="67068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36" name="Ink 35">
                  <a:extLst>
                    <a:ext uri="{FF2B5EF4-FFF2-40B4-BE49-F238E27FC236}">
                      <a16:creationId xmlns:a16="http://schemas.microsoft.com/office/drawing/2014/main" id="{455C7C86-3F59-26E4-ABA4-50CA2B5EFE99}"/>
                    </a:ext>
                  </a:extLst>
                </p14:cNvPr>
                <p14:cNvContentPartPr/>
                <p14:nvPr/>
              </p14:nvContentPartPr>
              <p14:xfrm>
                <a:off x="9549464" y="4183842"/>
                <a:ext cx="255600" cy="445680"/>
              </p14:xfrm>
            </p:contentPart>
          </mc:Choice>
          <mc:Fallback>
            <p:pic>
              <p:nvPicPr>
                <p:cNvPr id="36" name="Ink 35">
                  <a:extLst>
                    <a:ext uri="{FF2B5EF4-FFF2-40B4-BE49-F238E27FC236}">
                      <a16:creationId xmlns:a16="http://schemas.microsoft.com/office/drawing/2014/main" id="{455C7C86-3F59-26E4-ABA4-50CA2B5EFE99}"/>
                    </a:ext>
                  </a:extLst>
                </p:cNvPr>
                <p:cNvPicPr/>
                <p:nvPr/>
              </p:nvPicPr>
              <p:blipFill>
                <a:blip r:embed="rId141"/>
                <a:stretch>
                  <a:fillRect/>
                </a:stretch>
              </p:blipFill>
              <p:spPr>
                <a:xfrm>
                  <a:off x="9540464" y="4174842"/>
                  <a:ext cx="273240" cy="4633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37" name="Ink 36">
                  <a:extLst>
                    <a:ext uri="{FF2B5EF4-FFF2-40B4-BE49-F238E27FC236}">
                      <a16:creationId xmlns:a16="http://schemas.microsoft.com/office/drawing/2014/main" id="{5EED50ED-E718-A1B9-E818-2CCEC6945517}"/>
                    </a:ext>
                  </a:extLst>
                </p14:cNvPr>
                <p14:cNvContentPartPr/>
                <p14:nvPr/>
              </p14:nvContentPartPr>
              <p14:xfrm>
                <a:off x="9620744" y="4320642"/>
                <a:ext cx="450000" cy="217440"/>
              </p14:xfrm>
            </p:contentPart>
          </mc:Choice>
          <mc:Fallback>
            <p:pic>
              <p:nvPicPr>
                <p:cNvPr id="37" name="Ink 36">
                  <a:extLst>
                    <a:ext uri="{FF2B5EF4-FFF2-40B4-BE49-F238E27FC236}">
                      <a16:creationId xmlns:a16="http://schemas.microsoft.com/office/drawing/2014/main" id="{5EED50ED-E718-A1B9-E818-2CCEC6945517}"/>
                    </a:ext>
                  </a:extLst>
                </p:cNvPr>
                <p:cNvPicPr/>
                <p:nvPr/>
              </p:nvPicPr>
              <p:blipFill>
                <a:blip r:embed="rId143"/>
                <a:stretch>
                  <a:fillRect/>
                </a:stretch>
              </p:blipFill>
              <p:spPr>
                <a:xfrm>
                  <a:off x="9611744" y="4311642"/>
                  <a:ext cx="46764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38" name="Ink 37">
                  <a:extLst>
                    <a:ext uri="{FF2B5EF4-FFF2-40B4-BE49-F238E27FC236}">
                      <a16:creationId xmlns:a16="http://schemas.microsoft.com/office/drawing/2014/main" id="{43F9920D-674D-755C-E1C7-E8EDBEE1AB29}"/>
                    </a:ext>
                  </a:extLst>
                </p14:cNvPr>
                <p14:cNvContentPartPr/>
                <p14:nvPr/>
              </p14:nvContentPartPr>
              <p14:xfrm>
                <a:off x="10148864" y="4266282"/>
                <a:ext cx="230400" cy="282600"/>
              </p14:xfrm>
            </p:contentPart>
          </mc:Choice>
          <mc:Fallback>
            <p:pic>
              <p:nvPicPr>
                <p:cNvPr id="38" name="Ink 37">
                  <a:extLst>
                    <a:ext uri="{FF2B5EF4-FFF2-40B4-BE49-F238E27FC236}">
                      <a16:creationId xmlns:a16="http://schemas.microsoft.com/office/drawing/2014/main" id="{43F9920D-674D-755C-E1C7-E8EDBEE1AB29}"/>
                    </a:ext>
                  </a:extLst>
                </p:cNvPr>
                <p:cNvPicPr/>
                <p:nvPr/>
              </p:nvPicPr>
              <p:blipFill>
                <a:blip r:embed="rId145"/>
                <a:stretch>
                  <a:fillRect/>
                </a:stretch>
              </p:blipFill>
              <p:spPr>
                <a:xfrm>
                  <a:off x="10140224" y="4257282"/>
                  <a:ext cx="24804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39" name="Ink 38">
                  <a:extLst>
                    <a:ext uri="{FF2B5EF4-FFF2-40B4-BE49-F238E27FC236}">
                      <a16:creationId xmlns:a16="http://schemas.microsoft.com/office/drawing/2014/main" id="{4D526C13-4200-E64F-D3DD-557B0F34102A}"/>
                    </a:ext>
                  </a:extLst>
                </p14:cNvPr>
                <p14:cNvContentPartPr/>
                <p14:nvPr/>
              </p14:nvContentPartPr>
              <p14:xfrm>
                <a:off x="10600664" y="4113642"/>
                <a:ext cx="187200" cy="499320"/>
              </p14:xfrm>
            </p:contentPart>
          </mc:Choice>
          <mc:Fallback>
            <p:pic>
              <p:nvPicPr>
                <p:cNvPr id="39" name="Ink 38">
                  <a:extLst>
                    <a:ext uri="{FF2B5EF4-FFF2-40B4-BE49-F238E27FC236}">
                      <a16:creationId xmlns:a16="http://schemas.microsoft.com/office/drawing/2014/main" id="{4D526C13-4200-E64F-D3DD-557B0F34102A}"/>
                    </a:ext>
                  </a:extLst>
                </p:cNvPr>
                <p:cNvPicPr/>
                <p:nvPr/>
              </p:nvPicPr>
              <p:blipFill>
                <a:blip r:embed="rId147"/>
                <a:stretch>
                  <a:fillRect/>
                </a:stretch>
              </p:blipFill>
              <p:spPr>
                <a:xfrm>
                  <a:off x="10592024" y="4104642"/>
                  <a:ext cx="204840" cy="5169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40" name="Ink 39">
                  <a:extLst>
                    <a:ext uri="{FF2B5EF4-FFF2-40B4-BE49-F238E27FC236}">
                      <a16:creationId xmlns:a16="http://schemas.microsoft.com/office/drawing/2014/main" id="{BDA9DEAA-113F-3825-8AE0-04DAD4927A3B}"/>
                    </a:ext>
                  </a:extLst>
                </p14:cNvPr>
                <p14:cNvContentPartPr/>
                <p14:nvPr/>
              </p14:nvContentPartPr>
              <p14:xfrm>
                <a:off x="10833584" y="4417482"/>
                <a:ext cx="56160" cy="200160"/>
              </p14:xfrm>
            </p:contentPart>
          </mc:Choice>
          <mc:Fallback>
            <p:pic>
              <p:nvPicPr>
                <p:cNvPr id="40" name="Ink 39">
                  <a:extLst>
                    <a:ext uri="{FF2B5EF4-FFF2-40B4-BE49-F238E27FC236}">
                      <a16:creationId xmlns:a16="http://schemas.microsoft.com/office/drawing/2014/main" id="{BDA9DEAA-113F-3825-8AE0-04DAD4927A3B}"/>
                    </a:ext>
                  </a:extLst>
                </p:cNvPr>
                <p:cNvPicPr/>
                <p:nvPr/>
              </p:nvPicPr>
              <p:blipFill>
                <a:blip r:embed="rId149"/>
                <a:stretch>
                  <a:fillRect/>
                </a:stretch>
              </p:blipFill>
              <p:spPr>
                <a:xfrm>
                  <a:off x="10824584" y="4408842"/>
                  <a:ext cx="7380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41" name="Ink 40">
                  <a:extLst>
                    <a:ext uri="{FF2B5EF4-FFF2-40B4-BE49-F238E27FC236}">
                      <a16:creationId xmlns:a16="http://schemas.microsoft.com/office/drawing/2014/main" id="{3122DADE-37FD-D124-828B-D1F921C749FC}"/>
                    </a:ext>
                  </a:extLst>
                </p14:cNvPr>
                <p14:cNvContentPartPr/>
                <p14:nvPr/>
              </p14:nvContentPartPr>
              <p14:xfrm>
                <a:off x="10930424" y="4250802"/>
                <a:ext cx="49320" cy="23400"/>
              </p14:xfrm>
            </p:contentPart>
          </mc:Choice>
          <mc:Fallback>
            <p:pic>
              <p:nvPicPr>
                <p:cNvPr id="41" name="Ink 40">
                  <a:extLst>
                    <a:ext uri="{FF2B5EF4-FFF2-40B4-BE49-F238E27FC236}">
                      <a16:creationId xmlns:a16="http://schemas.microsoft.com/office/drawing/2014/main" id="{3122DADE-37FD-D124-828B-D1F921C749FC}"/>
                    </a:ext>
                  </a:extLst>
                </p:cNvPr>
                <p:cNvPicPr/>
                <p:nvPr/>
              </p:nvPicPr>
              <p:blipFill>
                <a:blip r:embed="rId151"/>
                <a:stretch>
                  <a:fillRect/>
                </a:stretch>
              </p:blipFill>
              <p:spPr>
                <a:xfrm>
                  <a:off x="10921424" y="4241802"/>
                  <a:ext cx="6696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42" name="Ink 41">
                  <a:extLst>
                    <a:ext uri="{FF2B5EF4-FFF2-40B4-BE49-F238E27FC236}">
                      <a16:creationId xmlns:a16="http://schemas.microsoft.com/office/drawing/2014/main" id="{D6CD99E8-7D16-6014-5BA9-CAEC91FF54FF}"/>
                    </a:ext>
                  </a:extLst>
                </p14:cNvPr>
                <p14:cNvContentPartPr/>
                <p14:nvPr/>
              </p14:nvContentPartPr>
              <p14:xfrm>
                <a:off x="10984784" y="4380402"/>
                <a:ext cx="85680" cy="237240"/>
              </p14:xfrm>
            </p:contentPart>
          </mc:Choice>
          <mc:Fallback>
            <p:pic>
              <p:nvPicPr>
                <p:cNvPr id="42" name="Ink 41">
                  <a:extLst>
                    <a:ext uri="{FF2B5EF4-FFF2-40B4-BE49-F238E27FC236}">
                      <a16:creationId xmlns:a16="http://schemas.microsoft.com/office/drawing/2014/main" id="{D6CD99E8-7D16-6014-5BA9-CAEC91FF54FF}"/>
                    </a:ext>
                  </a:extLst>
                </p:cNvPr>
                <p:cNvPicPr/>
                <p:nvPr/>
              </p:nvPicPr>
              <p:blipFill>
                <a:blip r:embed="rId153"/>
                <a:stretch>
                  <a:fillRect/>
                </a:stretch>
              </p:blipFill>
              <p:spPr>
                <a:xfrm>
                  <a:off x="10976144" y="4371402"/>
                  <a:ext cx="10332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43" name="Ink 42">
                  <a:extLst>
                    <a:ext uri="{FF2B5EF4-FFF2-40B4-BE49-F238E27FC236}">
                      <a16:creationId xmlns:a16="http://schemas.microsoft.com/office/drawing/2014/main" id="{6B62F3CA-6BED-C325-342F-08C75815D01B}"/>
                    </a:ext>
                  </a:extLst>
                </p14:cNvPr>
                <p14:cNvContentPartPr/>
                <p14:nvPr/>
              </p14:nvContentPartPr>
              <p14:xfrm>
                <a:off x="11117984" y="4355202"/>
                <a:ext cx="208440" cy="264240"/>
              </p14:xfrm>
            </p:contentPart>
          </mc:Choice>
          <mc:Fallback>
            <p:pic>
              <p:nvPicPr>
                <p:cNvPr id="43" name="Ink 42">
                  <a:extLst>
                    <a:ext uri="{FF2B5EF4-FFF2-40B4-BE49-F238E27FC236}">
                      <a16:creationId xmlns:a16="http://schemas.microsoft.com/office/drawing/2014/main" id="{6B62F3CA-6BED-C325-342F-08C75815D01B}"/>
                    </a:ext>
                  </a:extLst>
                </p:cNvPr>
                <p:cNvPicPr/>
                <p:nvPr/>
              </p:nvPicPr>
              <p:blipFill>
                <a:blip r:embed="rId155"/>
                <a:stretch>
                  <a:fillRect/>
                </a:stretch>
              </p:blipFill>
              <p:spPr>
                <a:xfrm>
                  <a:off x="11108984" y="4346562"/>
                  <a:ext cx="22608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44" name="Ink 43">
                  <a:extLst>
                    <a:ext uri="{FF2B5EF4-FFF2-40B4-BE49-F238E27FC236}">
                      <a16:creationId xmlns:a16="http://schemas.microsoft.com/office/drawing/2014/main" id="{F5F665C1-7F26-26AE-2170-AD0FA1E1DBB7}"/>
                    </a:ext>
                  </a:extLst>
                </p14:cNvPr>
                <p14:cNvContentPartPr/>
                <p14:nvPr/>
              </p14:nvContentPartPr>
              <p14:xfrm>
                <a:off x="9766904" y="4695402"/>
                <a:ext cx="322920" cy="301680"/>
              </p14:xfrm>
            </p:contentPart>
          </mc:Choice>
          <mc:Fallback>
            <p:pic>
              <p:nvPicPr>
                <p:cNvPr id="44" name="Ink 43">
                  <a:extLst>
                    <a:ext uri="{FF2B5EF4-FFF2-40B4-BE49-F238E27FC236}">
                      <a16:creationId xmlns:a16="http://schemas.microsoft.com/office/drawing/2014/main" id="{F5F665C1-7F26-26AE-2170-AD0FA1E1DBB7}"/>
                    </a:ext>
                  </a:extLst>
                </p:cNvPr>
                <p:cNvPicPr/>
                <p:nvPr/>
              </p:nvPicPr>
              <p:blipFill>
                <a:blip r:embed="rId157"/>
                <a:stretch>
                  <a:fillRect/>
                </a:stretch>
              </p:blipFill>
              <p:spPr>
                <a:xfrm>
                  <a:off x="9757904" y="4686762"/>
                  <a:ext cx="340560" cy="3193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45" name="Ink 44">
                  <a:extLst>
                    <a:ext uri="{FF2B5EF4-FFF2-40B4-BE49-F238E27FC236}">
                      <a16:creationId xmlns:a16="http://schemas.microsoft.com/office/drawing/2014/main" id="{F4677F02-7CBA-F562-9915-24893E6381DB}"/>
                    </a:ext>
                  </a:extLst>
                </p14:cNvPr>
                <p14:cNvContentPartPr/>
                <p14:nvPr/>
              </p14:nvContentPartPr>
              <p14:xfrm>
                <a:off x="10124384" y="4770642"/>
                <a:ext cx="264240" cy="199800"/>
              </p14:xfrm>
            </p:contentPart>
          </mc:Choice>
          <mc:Fallback>
            <p:pic>
              <p:nvPicPr>
                <p:cNvPr id="45" name="Ink 44">
                  <a:extLst>
                    <a:ext uri="{FF2B5EF4-FFF2-40B4-BE49-F238E27FC236}">
                      <a16:creationId xmlns:a16="http://schemas.microsoft.com/office/drawing/2014/main" id="{F4677F02-7CBA-F562-9915-24893E6381DB}"/>
                    </a:ext>
                  </a:extLst>
                </p:cNvPr>
                <p:cNvPicPr/>
                <p:nvPr/>
              </p:nvPicPr>
              <p:blipFill>
                <a:blip r:embed="rId159"/>
                <a:stretch>
                  <a:fillRect/>
                </a:stretch>
              </p:blipFill>
              <p:spPr>
                <a:xfrm>
                  <a:off x="10115384" y="4762002"/>
                  <a:ext cx="28188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46" name="Ink 45">
                  <a:extLst>
                    <a:ext uri="{FF2B5EF4-FFF2-40B4-BE49-F238E27FC236}">
                      <a16:creationId xmlns:a16="http://schemas.microsoft.com/office/drawing/2014/main" id="{E8B8373F-C130-8D79-F148-B49E5876B8D4}"/>
                    </a:ext>
                  </a:extLst>
                </p14:cNvPr>
                <p14:cNvContentPartPr/>
                <p14:nvPr/>
              </p14:nvContentPartPr>
              <p14:xfrm>
                <a:off x="10500584" y="4756962"/>
                <a:ext cx="178920" cy="271440"/>
              </p14:xfrm>
            </p:contentPart>
          </mc:Choice>
          <mc:Fallback>
            <p:pic>
              <p:nvPicPr>
                <p:cNvPr id="46" name="Ink 45">
                  <a:extLst>
                    <a:ext uri="{FF2B5EF4-FFF2-40B4-BE49-F238E27FC236}">
                      <a16:creationId xmlns:a16="http://schemas.microsoft.com/office/drawing/2014/main" id="{E8B8373F-C130-8D79-F148-B49E5876B8D4}"/>
                    </a:ext>
                  </a:extLst>
                </p:cNvPr>
                <p:cNvPicPr/>
                <p:nvPr/>
              </p:nvPicPr>
              <p:blipFill>
                <a:blip r:embed="rId161"/>
                <a:stretch>
                  <a:fillRect/>
                </a:stretch>
              </p:blipFill>
              <p:spPr>
                <a:xfrm>
                  <a:off x="10491944" y="4747962"/>
                  <a:ext cx="19656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3" name="Ink 92">
                  <a:extLst>
                    <a:ext uri="{FF2B5EF4-FFF2-40B4-BE49-F238E27FC236}">
                      <a16:creationId xmlns:a16="http://schemas.microsoft.com/office/drawing/2014/main" id="{CD19AB83-238A-B5F1-D409-921DD650AA23}"/>
                    </a:ext>
                  </a:extLst>
                </p14:cNvPr>
                <p14:cNvContentPartPr/>
                <p14:nvPr/>
              </p14:nvContentPartPr>
              <p14:xfrm>
                <a:off x="8800304" y="3643842"/>
                <a:ext cx="32760" cy="382680"/>
              </p14:xfrm>
            </p:contentPart>
          </mc:Choice>
          <mc:Fallback>
            <p:pic>
              <p:nvPicPr>
                <p:cNvPr id="93" name="Ink 92">
                  <a:extLst>
                    <a:ext uri="{FF2B5EF4-FFF2-40B4-BE49-F238E27FC236}">
                      <a16:creationId xmlns:a16="http://schemas.microsoft.com/office/drawing/2014/main" id="{CD19AB83-238A-B5F1-D409-921DD650AA23}"/>
                    </a:ext>
                  </a:extLst>
                </p:cNvPr>
                <p:cNvPicPr/>
                <p:nvPr/>
              </p:nvPicPr>
              <p:blipFill>
                <a:blip r:embed="rId163"/>
                <a:stretch>
                  <a:fillRect/>
                </a:stretch>
              </p:blipFill>
              <p:spPr>
                <a:xfrm>
                  <a:off x="8791304" y="3634842"/>
                  <a:ext cx="50400" cy="4003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4" name="Ink 93">
                  <a:extLst>
                    <a:ext uri="{FF2B5EF4-FFF2-40B4-BE49-F238E27FC236}">
                      <a16:creationId xmlns:a16="http://schemas.microsoft.com/office/drawing/2014/main" id="{74404584-AF88-7B1C-0E98-DEE51DD7369E}"/>
                    </a:ext>
                  </a:extLst>
                </p14:cNvPr>
                <p14:cNvContentPartPr/>
                <p14:nvPr/>
              </p14:nvContentPartPr>
              <p14:xfrm>
                <a:off x="8757824" y="3430002"/>
                <a:ext cx="2490480" cy="654120"/>
              </p14:xfrm>
            </p:contentPart>
          </mc:Choice>
          <mc:Fallback>
            <p:pic>
              <p:nvPicPr>
                <p:cNvPr id="94" name="Ink 93">
                  <a:extLst>
                    <a:ext uri="{FF2B5EF4-FFF2-40B4-BE49-F238E27FC236}">
                      <a16:creationId xmlns:a16="http://schemas.microsoft.com/office/drawing/2014/main" id="{74404584-AF88-7B1C-0E98-DEE51DD7369E}"/>
                    </a:ext>
                  </a:extLst>
                </p:cNvPr>
                <p:cNvPicPr/>
                <p:nvPr/>
              </p:nvPicPr>
              <p:blipFill>
                <a:blip r:embed="rId165"/>
                <a:stretch>
                  <a:fillRect/>
                </a:stretch>
              </p:blipFill>
              <p:spPr>
                <a:xfrm>
                  <a:off x="8749184" y="3421362"/>
                  <a:ext cx="2508120" cy="6717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6" name="Ink 95">
                  <a:extLst>
                    <a:ext uri="{FF2B5EF4-FFF2-40B4-BE49-F238E27FC236}">
                      <a16:creationId xmlns:a16="http://schemas.microsoft.com/office/drawing/2014/main" id="{A38ED83A-A5CF-63DE-EF42-CFDB0C5F7B02}"/>
                    </a:ext>
                  </a:extLst>
                </p14:cNvPr>
                <p14:cNvContentPartPr/>
                <p14:nvPr/>
              </p14:nvContentPartPr>
              <p14:xfrm>
                <a:off x="9004424" y="3652122"/>
                <a:ext cx="173880" cy="234000"/>
              </p14:xfrm>
            </p:contentPart>
          </mc:Choice>
          <mc:Fallback>
            <p:pic>
              <p:nvPicPr>
                <p:cNvPr id="96" name="Ink 95">
                  <a:extLst>
                    <a:ext uri="{FF2B5EF4-FFF2-40B4-BE49-F238E27FC236}">
                      <a16:creationId xmlns:a16="http://schemas.microsoft.com/office/drawing/2014/main" id="{A38ED83A-A5CF-63DE-EF42-CFDB0C5F7B02}"/>
                    </a:ext>
                  </a:extLst>
                </p:cNvPr>
                <p:cNvPicPr/>
                <p:nvPr/>
              </p:nvPicPr>
              <p:blipFill>
                <a:blip r:embed="rId167"/>
                <a:stretch>
                  <a:fillRect/>
                </a:stretch>
              </p:blipFill>
              <p:spPr>
                <a:xfrm>
                  <a:off x="8995424" y="3643482"/>
                  <a:ext cx="19152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97" name="Ink 96">
                  <a:extLst>
                    <a:ext uri="{FF2B5EF4-FFF2-40B4-BE49-F238E27FC236}">
                      <a16:creationId xmlns:a16="http://schemas.microsoft.com/office/drawing/2014/main" id="{9366DFB7-7E56-0590-E7CE-D62A7FAE6431}"/>
                    </a:ext>
                  </a:extLst>
                </p14:cNvPr>
                <p14:cNvContentPartPr/>
                <p14:nvPr/>
              </p14:nvContentPartPr>
              <p14:xfrm>
                <a:off x="9243104" y="3684522"/>
                <a:ext cx="120240" cy="204480"/>
              </p14:xfrm>
            </p:contentPart>
          </mc:Choice>
          <mc:Fallback>
            <p:pic>
              <p:nvPicPr>
                <p:cNvPr id="97" name="Ink 96">
                  <a:extLst>
                    <a:ext uri="{FF2B5EF4-FFF2-40B4-BE49-F238E27FC236}">
                      <a16:creationId xmlns:a16="http://schemas.microsoft.com/office/drawing/2014/main" id="{9366DFB7-7E56-0590-E7CE-D62A7FAE6431}"/>
                    </a:ext>
                  </a:extLst>
                </p:cNvPr>
                <p:cNvPicPr/>
                <p:nvPr/>
              </p:nvPicPr>
              <p:blipFill>
                <a:blip r:embed="rId169"/>
                <a:stretch>
                  <a:fillRect/>
                </a:stretch>
              </p:blipFill>
              <p:spPr>
                <a:xfrm>
                  <a:off x="9234104" y="3675882"/>
                  <a:ext cx="13788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98" name="Ink 97">
                  <a:extLst>
                    <a:ext uri="{FF2B5EF4-FFF2-40B4-BE49-F238E27FC236}">
                      <a16:creationId xmlns:a16="http://schemas.microsoft.com/office/drawing/2014/main" id="{F4FE1F4E-F553-B01D-7EB6-8E1478F484D1}"/>
                    </a:ext>
                  </a:extLst>
                </p14:cNvPr>
                <p14:cNvContentPartPr/>
                <p14:nvPr/>
              </p14:nvContentPartPr>
              <p14:xfrm>
                <a:off x="9426344" y="3651402"/>
                <a:ext cx="334800" cy="237600"/>
              </p14:xfrm>
            </p:contentPart>
          </mc:Choice>
          <mc:Fallback>
            <p:pic>
              <p:nvPicPr>
                <p:cNvPr id="98" name="Ink 97">
                  <a:extLst>
                    <a:ext uri="{FF2B5EF4-FFF2-40B4-BE49-F238E27FC236}">
                      <a16:creationId xmlns:a16="http://schemas.microsoft.com/office/drawing/2014/main" id="{F4FE1F4E-F553-B01D-7EB6-8E1478F484D1}"/>
                    </a:ext>
                  </a:extLst>
                </p:cNvPr>
                <p:cNvPicPr/>
                <p:nvPr/>
              </p:nvPicPr>
              <p:blipFill>
                <a:blip r:embed="rId171"/>
                <a:stretch>
                  <a:fillRect/>
                </a:stretch>
              </p:blipFill>
              <p:spPr>
                <a:xfrm>
                  <a:off x="9417704" y="3642762"/>
                  <a:ext cx="35244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99" name="Ink 98">
                  <a:extLst>
                    <a:ext uri="{FF2B5EF4-FFF2-40B4-BE49-F238E27FC236}">
                      <a16:creationId xmlns:a16="http://schemas.microsoft.com/office/drawing/2014/main" id="{66D5A907-466E-745C-FEFA-67D8A3D1CA58}"/>
                    </a:ext>
                  </a:extLst>
                </p14:cNvPr>
                <p14:cNvContentPartPr/>
                <p14:nvPr/>
              </p14:nvContentPartPr>
              <p14:xfrm>
                <a:off x="9892904" y="3636642"/>
                <a:ext cx="171360" cy="281160"/>
              </p14:xfrm>
            </p:contentPart>
          </mc:Choice>
          <mc:Fallback>
            <p:pic>
              <p:nvPicPr>
                <p:cNvPr id="99" name="Ink 98">
                  <a:extLst>
                    <a:ext uri="{FF2B5EF4-FFF2-40B4-BE49-F238E27FC236}">
                      <a16:creationId xmlns:a16="http://schemas.microsoft.com/office/drawing/2014/main" id="{66D5A907-466E-745C-FEFA-67D8A3D1CA58}"/>
                    </a:ext>
                  </a:extLst>
                </p:cNvPr>
                <p:cNvPicPr/>
                <p:nvPr/>
              </p:nvPicPr>
              <p:blipFill>
                <a:blip r:embed="rId173"/>
                <a:stretch>
                  <a:fillRect/>
                </a:stretch>
              </p:blipFill>
              <p:spPr>
                <a:xfrm>
                  <a:off x="9884264" y="3628002"/>
                  <a:ext cx="18900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0" name="Ink 99">
                  <a:extLst>
                    <a:ext uri="{FF2B5EF4-FFF2-40B4-BE49-F238E27FC236}">
                      <a16:creationId xmlns:a16="http://schemas.microsoft.com/office/drawing/2014/main" id="{02C14609-6B68-A24C-BDE7-F34896756732}"/>
                    </a:ext>
                  </a:extLst>
                </p14:cNvPr>
                <p14:cNvContentPartPr/>
                <p14:nvPr/>
              </p14:nvContentPartPr>
              <p14:xfrm>
                <a:off x="10103864" y="3666522"/>
                <a:ext cx="27360" cy="109080"/>
              </p14:xfrm>
            </p:contentPart>
          </mc:Choice>
          <mc:Fallback>
            <p:pic>
              <p:nvPicPr>
                <p:cNvPr id="100" name="Ink 99">
                  <a:extLst>
                    <a:ext uri="{FF2B5EF4-FFF2-40B4-BE49-F238E27FC236}">
                      <a16:creationId xmlns:a16="http://schemas.microsoft.com/office/drawing/2014/main" id="{02C14609-6B68-A24C-BDE7-F34896756732}"/>
                    </a:ext>
                  </a:extLst>
                </p:cNvPr>
                <p:cNvPicPr/>
                <p:nvPr/>
              </p:nvPicPr>
              <p:blipFill>
                <a:blip r:embed="rId175"/>
                <a:stretch>
                  <a:fillRect/>
                </a:stretch>
              </p:blipFill>
              <p:spPr>
                <a:xfrm>
                  <a:off x="10095224" y="3657882"/>
                  <a:ext cx="4500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1" name="Ink 100">
                  <a:extLst>
                    <a:ext uri="{FF2B5EF4-FFF2-40B4-BE49-F238E27FC236}">
                      <a16:creationId xmlns:a16="http://schemas.microsoft.com/office/drawing/2014/main" id="{B3606C61-B134-7B8D-C2B7-0A81F8E823DE}"/>
                    </a:ext>
                  </a:extLst>
                </p14:cNvPr>
                <p14:cNvContentPartPr/>
                <p14:nvPr/>
              </p14:nvContentPartPr>
              <p14:xfrm>
                <a:off x="10098104" y="3516762"/>
                <a:ext cx="12240" cy="61560"/>
              </p14:xfrm>
            </p:contentPart>
          </mc:Choice>
          <mc:Fallback>
            <p:pic>
              <p:nvPicPr>
                <p:cNvPr id="101" name="Ink 100">
                  <a:extLst>
                    <a:ext uri="{FF2B5EF4-FFF2-40B4-BE49-F238E27FC236}">
                      <a16:creationId xmlns:a16="http://schemas.microsoft.com/office/drawing/2014/main" id="{B3606C61-B134-7B8D-C2B7-0A81F8E823DE}"/>
                    </a:ext>
                  </a:extLst>
                </p:cNvPr>
                <p:cNvPicPr/>
                <p:nvPr/>
              </p:nvPicPr>
              <p:blipFill>
                <a:blip r:embed="rId177"/>
                <a:stretch>
                  <a:fillRect/>
                </a:stretch>
              </p:blipFill>
              <p:spPr>
                <a:xfrm>
                  <a:off x="10089104" y="3508122"/>
                  <a:ext cx="2988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2" name="Ink 101">
                  <a:extLst>
                    <a:ext uri="{FF2B5EF4-FFF2-40B4-BE49-F238E27FC236}">
                      <a16:creationId xmlns:a16="http://schemas.microsoft.com/office/drawing/2014/main" id="{0808E003-7718-94AD-93BD-AC2C6A25D4B2}"/>
                    </a:ext>
                  </a:extLst>
                </p14:cNvPr>
                <p14:cNvContentPartPr/>
                <p14:nvPr/>
              </p14:nvContentPartPr>
              <p14:xfrm>
                <a:off x="10210784" y="3589482"/>
                <a:ext cx="25920" cy="138600"/>
              </p14:xfrm>
            </p:contentPart>
          </mc:Choice>
          <mc:Fallback>
            <p:pic>
              <p:nvPicPr>
                <p:cNvPr id="102" name="Ink 101">
                  <a:extLst>
                    <a:ext uri="{FF2B5EF4-FFF2-40B4-BE49-F238E27FC236}">
                      <a16:creationId xmlns:a16="http://schemas.microsoft.com/office/drawing/2014/main" id="{0808E003-7718-94AD-93BD-AC2C6A25D4B2}"/>
                    </a:ext>
                  </a:extLst>
                </p:cNvPr>
                <p:cNvPicPr/>
                <p:nvPr/>
              </p:nvPicPr>
              <p:blipFill>
                <a:blip r:embed="rId179"/>
                <a:stretch>
                  <a:fillRect/>
                </a:stretch>
              </p:blipFill>
              <p:spPr>
                <a:xfrm>
                  <a:off x="10201784" y="3580842"/>
                  <a:ext cx="4356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3" name="Ink 102">
                  <a:extLst>
                    <a:ext uri="{FF2B5EF4-FFF2-40B4-BE49-F238E27FC236}">
                      <a16:creationId xmlns:a16="http://schemas.microsoft.com/office/drawing/2014/main" id="{38F05E10-2F84-EE1C-68AF-643F4CC3499F}"/>
                    </a:ext>
                  </a:extLst>
                </p14:cNvPr>
                <p14:cNvContentPartPr/>
                <p14:nvPr/>
              </p14:nvContentPartPr>
              <p14:xfrm>
                <a:off x="10184144" y="3643842"/>
                <a:ext cx="90360" cy="73440"/>
              </p14:xfrm>
            </p:contentPart>
          </mc:Choice>
          <mc:Fallback>
            <p:pic>
              <p:nvPicPr>
                <p:cNvPr id="103" name="Ink 102">
                  <a:extLst>
                    <a:ext uri="{FF2B5EF4-FFF2-40B4-BE49-F238E27FC236}">
                      <a16:creationId xmlns:a16="http://schemas.microsoft.com/office/drawing/2014/main" id="{38F05E10-2F84-EE1C-68AF-643F4CC3499F}"/>
                    </a:ext>
                  </a:extLst>
                </p:cNvPr>
                <p:cNvPicPr/>
                <p:nvPr/>
              </p:nvPicPr>
              <p:blipFill>
                <a:blip r:embed="rId181"/>
                <a:stretch>
                  <a:fillRect/>
                </a:stretch>
              </p:blipFill>
              <p:spPr>
                <a:xfrm>
                  <a:off x="10175144" y="3635202"/>
                  <a:ext cx="10800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4" name="Ink 103">
                  <a:extLst>
                    <a:ext uri="{FF2B5EF4-FFF2-40B4-BE49-F238E27FC236}">
                      <a16:creationId xmlns:a16="http://schemas.microsoft.com/office/drawing/2014/main" id="{6D99643C-916D-9C7C-5CFD-E935A456192A}"/>
                    </a:ext>
                  </a:extLst>
                </p14:cNvPr>
                <p14:cNvContentPartPr/>
                <p14:nvPr/>
              </p14:nvContentPartPr>
              <p14:xfrm>
                <a:off x="10368824" y="3551322"/>
                <a:ext cx="118800" cy="284040"/>
              </p14:xfrm>
            </p:contentPart>
          </mc:Choice>
          <mc:Fallback>
            <p:pic>
              <p:nvPicPr>
                <p:cNvPr id="104" name="Ink 103">
                  <a:extLst>
                    <a:ext uri="{FF2B5EF4-FFF2-40B4-BE49-F238E27FC236}">
                      <a16:creationId xmlns:a16="http://schemas.microsoft.com/office/drawing/2014/main" id="{6D99643C-916D-9C7C-5CFD-E935A456192A}"/>
                    </a:ext>
                  </a:extLst>
                </p:cNvPr>
                <p:cNvPicPr/>
                <p:nvPr/>
              </p:nvPicPr>
              <p:blipFill>
                <a:blip r:embed="rId183"/>
                <a:stretch>
                  <a:fillRect/>
                </a:stretch>
              </p:blipFill>
              <p:spPr>
                <a:xfrm>
                  <a:off x="10360184" y="3542682"/>
                  <a:ext cx="13644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5" name="Ink 104">
                  <a:extLst>
                    <a:ext uri="{FF2B5EF4-FFF2-40B4-BE49-F238E27FC236}">
                      <a16:creationId xmlns:a16="http://schemas.microsoft.com/office/drawing/2014/main" id="{ADF36A3F-7A18-697D-5499-B9B885D4DF52}"/>
                    </a:ext>
                  </a:extLst>
                </p14:cNvPr>
                <p14:cNvContentPartPr/>
                <p14:nvPr/>
              </p14:nvContentPartPr>
              <p14:xfrm>
                <a:off x="10495544" y="3595962"/>
                <a:ext cx="66600" cy="168840"/>
              </p14:xfrm>
            </p:contentPart>
          </mc:Choice>
          <mc:Fallback>
            <p:pic>
              <p:nvPicPr>
                <p:cNvPr id="105" name="Ink 104">
                  <a:extLst>
                    <a:ext uri="{FF2B5EF4-FFF2-40B4-BE49-F238E27FC236}">
                      <a16:creationId xmlns:a16="http://schemas.microsoft.com/office/drawing/2014/main" id="{ADF36A3F-7A18-697D-5499-B9B885D4DF52}"/>
                    </a:ext>
                  </a:extLst>
                </p:cNvPr>
                <p:cNvPicPr/>
                <p:nvPr/>
              </p:nvPicPr>
              <p:blipFill>
                <a:blip r:embed="rId185"/>
                <a:stretch>
                  <a:fillRect/>
                </a:stretch>
              </p:blipFill>
              <p:spPr>
                <a:xfrm>
                  <a:off x="10486544" y="3586962"/>
                  <a:ext cx="8424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6" name="Ink 105">
                  <a:extLst>
                    <a:ext uri="{FF2B5EF4-FFF2-40B4-BE49-F238E27FC236}">
                      <a16:creationId xmlns:a16="http://schemas.microsoft.com/office/drawing/2014/main" id="{08007548-D253-8309-5520-207B7B9E4B88}"/>
                    </a:ext>
                  </a:extLst>
                </p14:cNvPr>
                <p14:cNvContentPartPr/>
                <p14:nvPr/>
              </p14:nvContentPartPr>
              <p14:xfrm>
                <a:off x="10628024" y="3561402"/>
                <a:ext cx="105840" cy="144000"/>
              </p14:xfrm>
            </p:contentPart>
          </mc:Choice>
          <mc:Fallback>
            <p:pic>
              <p:nvPicPr>
                <p:cNvPr id="106" name="Ink 105">
                  <a:extLst>
                    <a:ext uri="{FF2B5EF4-FFF2-40B4-BE49-F238E27FC236}">
                      <a16:creationId xmlns:a16="http://schemas.microsoft.com/office/drawing/2014/main" id="{08007548-D253-8309-5520-207B7B9E4B88}"/>
                    </a:ext>
                  </a:extLst>
                </p:cNvPr>
                <p:cNvPicPr/>
                <p:nvPr/>
              </p:nvPicPr>
              <p:blipFill>
                <a:blip r:embed="rId187"/>
                <a:stretch>
                  <a:fillRect/>
                </a:stretch>
              </p:blipFill>
              <p:spPr>
                <a:xfrm>
                  <a:off x="10619024" y="3552762"/>
                  <a:ext cx="12348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07" name="Ink 106">
                  <a:extLst>
                    <a:ext uri="{FF2B5EF4-FFF2-40B4-BE49-F238E27FC236}">
                      <a16:creationId xmlns:a16="http://schemas.microsoft.com/office/drawing/2014/main" id="{6AA85D7D-A47B-AA24-1C26-5B851CCFD1E7}"/>
                    </a:ext>
                  </a:extLst>
                </p14:cNvPr>
                <p14:cNvContentPartPr/>
                <p14:nvPr/>
              </p14:nvContentPartPr>
              <p14:xfrm>
                <a:off x="10729544" y="3572922"/>
                <a:ext cx="209160" cy="312480"/>
              </p14:xfrm>
            </p:contentPart>
          </mc:Choice>
          <mc:Fallback>
            <p:pic>
              <p:nvPicPr>
                <p:cNvPr id="107" name="Ink 106">
                  <a:extLst>
                    <a:ext uri="{FF2B5EF4-FFF2-40B4-BE49-F238E27FC236}">
                      <a16:creationId xmlns:a16="http://schemas.microsoft.com/office/drawing/2014/main" id="{6AA85D7D-A47B-AA24-1C26-5B851CCFD1E7}"/>
                    </a:ext>
                  </a:extLst>
                </p:cNvPr>
                <p:cNvPicPr/>
                <p:nvPr/>
              </p:nvPicPr>
              <p:blipFill>
                <a:blip r:embed="rId189"/>
                <a:stretch>
                  <a:fillRect/>
                </a:stretch>
              </p:blipFill>
              <p:spPr>
                <a:xfrm>
                  <a:off x="10720904" y="3563922"/>
                  <a:ext cx="22680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08" name="Ink 107">
                  <a:extLst>
                    <a:ext uri="{FF2B5EF4-FFF2-40B4-BE49-F238E27FC236}">
                      <a16:creationId xmlns:a16="http://schemas.microsoft.com/office/drawing/2014/main" id="{04CBC63D-FA2E-30F2-E06B-78162EE83D84}"/>
                    </a:ext>
                  </a:extLst>
                </p14:cNvPr>
                <p14:cNvContentPartPr/>
                <p14:nvPr/>
              </p14:nvContentPartPr>
              <p14:xfrm>
                <a:off x="10980104" y="3637722"/>
                <a:ext cx="5760" cy="1800"/>
              </p14:xfrm>
            </p:contentPart>
          </mc:Choice>
          <mc:Fallback>
            <p:pic>
              <p:nvPicPr>
                <p:cNvPr id="108" name="Ink 107">
                  <a:extLst>
                    <a:ext uri="{FF2B5EF4-FFF2-40B4-BE49-F238E27FC236}">
                      <a16:creationId xmlns:a16="http://schemas.microsoft.com/office/drawing/2014/main" id="{04CBC63D-FA2E-30F2-E06B-78162EE83D84}"/>
                    </a:ext>
                  </a:extLst>
                </p:cNvPr>
                <p:cNvPicPr/>
                <p:nvPr/>
              </p:nvPicPr>
              <p:blipFill>
                <a:blip r:embed="rId191"/>
                <a:stretch>
                  <a:fillRect/>
                </a:stretch>
              </p:blipFill>
              <p:spPr>
                <a:xfrm>
                  <a:off x="10971464" y="3628722"/>
                  <a:ext cx="234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0" name="Ink 109">
                  <a:extLst>
                    <a:ext uri="{FF2B5EF4-FFF2-40B4-BE49-F238E27FC236}">
                      <a16:creationId xmlns:a16="http://schemas.microsoft.com/office/drawing/2014/main" id="{31496DAA-4AF2-2779-2989-9D2039E1B472}"/>
                    </a:ext>
                  </a:extLst>
                </p14:cNvPr>
                <p14:cNvContentPartPr/>
                <p14:nvPr/>
              </p14:nvContentPartPr>
              <p14:xfrm>
                <a:off x="8061584" y="2073882"/>
                <a:ext cx="1879200" cy="1384920"/>
              </p14:xfrm>
            </p:contentPart>
          </mc:Choice>
          <mc:Fallback>
            <p:pic>
              <p:nvPicPr>
                <p:cNvPr id="110" name="Ink 109">
                  <a:extLst>
                    <a:ext uri="{FF2B5EF4-FFF2-40B4-BE49-F238E27FC236}">
                      <a16:creationId xmlns:a16="http://schemas.microsoft.com/office/drawing/2014/main" id="{31496DAA-4AF2-2779-2989-9D2039E1B472}"/>
                    </a:ext>
                  </a:extLst>
                </p:cNvPr>
                <p:cNvPicPr/>
                <p:nvPr/>
              </p:nvPicPr>
              <p:blipFill>
                <a:blip r:embed="rId193"/>
                <a:stretch>
                  <a:fillRect/>
                </a:stretch>
              </p:blipFill>
              <p:spPr>
                <a:xfrm>
                  <a:off x="8052944" y="2064882"/>
                  <a:ext cx="1896840" cy="140256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1" name="Ink 110">
                  <a:extLst>
                    <a:ext uri="{FF2B5EF4-FFF2-40B4-BE49-F238E27FC236}">
                      <a16:creationId xmlns:a16="http://schemas.microsoft.com/office/drawing/2014/main" id="{63E43AEC-18B4-0727-9AE4-5C445F648F44}"/>
                    </a:ext>
                  </a:extLst>
                </p14:cNvPr>
                <p14:cNvContentPartPr/>
                <p14:nvPr/>
              </p14:nvContentPartPr>
              <p14:xfrm>
                <a:off x="8100104" y="1987842"/>
                <a:ext cx="193680" cy="225720"/>
              </p14:xfrm>
            </p:contentPart>
          </mc:Choice>
          <mc:Fallback>
            <p:pic>
              <p:nvPicPr>
                <p:cNvPr id="111" name="Ink 110">
                  <a:extLst>
                    <a:ext uri="{FF2B5EF4-FFF2-40B4-BE49-F238E27FC236}">
                      <a16:creationId xmlns:a16="http://schemas.microsoft.com/office/drawing/2014/main" id="{63E43AEC-18B4-0727-9AE4-5C445F648F44}"/>
                    </a:ext>
                  </a:extLst>
                </p:cNvPr>
                <p:cNvPicPr/>
                <p:nvPr/>
              </p:nvPicPr>
              <p:blipFill>
                <a:blip r:embed="rId195"/>
                <a:stretch>
                  <a:fillRect/>
                </a:stretch>
              </p:blipFill>
              <p:spPr>
                <a:xfrm>
                  <a:off x="8091464" y="1978842"/>
                  <a:ext cx="21132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2" name="Ink 111">
                  <a:extLst>
                    <a:ext uri="{FF2B5EF4-FFF2-40B4-BE49-F238E27FC236}">
                      <a16:creationId xmlns:a16="http://schemas.microsoft.com/office/drawing/2014/main" id="{40B22563-D830-3BB8-6562-38E1B66B3C65}"/>
                    </a:ext>
                  </a:extLst>
                </p14:cNvPr>
                <p14:cNvContentPartPr/>
                <p14:nvPr/>
              </p14:nvContentPartPr>
              <p14:xfrm>
                <a:off x="7712024" y="1536042"/>
                <a:ext cx="2744640" cy="1715040"/>
              </p14:xfrm>
            </p:contentPart>
          </mc:Choice>
          <mc:Fallback>
            <p:pic>
              <p:nvPicPr>
                <p:cNvPr id="112" name="Ink 111">
                  <a:extLst>
                    <a:ext uri="{FF2B5EF4-FFF2-40B4-BE49-F238E27FC236}">
                      <a16:creationId xmlns:a16="http://schemas.microsoft.com/office/drawing/2014/main" id="{40B22563-D830-3BB8-6562-38E1B66B3C65}"/>
                    </a:ext>
                  </a:extLst>
                </p:cNvPr>
                <p:cNvPicPr/>
                <p:nvPr/>
              </p:nvPicPr>
              <p:blipFill>
                <a:blip r:embed="rId197"/>
                <a:stretch>
                  <a:fillRect/>
                </a:stretch>
              </p:blipFill>
              <p:spPr>
                <a:xfrm>
                  <a:off x="7703024" y="1527402"/>
                  <a:ext cx="2762280" cy="17326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3" name="Ink 112">
                  <a:extLst>
                    <a:ext uri="{FF2B5EF4-FFF2-40B4-BE49-F238E27FC236}">
                      <a16:creationId xmlns:a16="http://schemas.microsoft.com/office/drawing/2014/main" id="{1EF29E5A-8393-535A-0D7F-779190E5B945}"/>
                    </a:ext>
                  </a:extLst>
                </p14:cNvPr>
                <p14:cNvContentPartPr/>
                <p14:nvPr/>
              </p14:nvContentPartPr>
              <p14:xfrm>
                <a:off x="10309424" y="3120762"/>
                <a:ext cx="197640" cy="158400"/>
              </p14:xfrm>
            </p:contentPart>
          </mc:Choice>
          <mc:Fallback>
            <p:pic>
              <p:nvPicPr>
                <p:cNvPr id="113" name="Ink 112">
                  <a:extLst>
                    <a:ext uri="{FF2B5EF4-FFF2-40B4-BE49-F238E27FC236}">
                      <a16:creationId xmlns:a16="http://schemas.microsoft.com/office/drawing/2014/main" id="{1EF29E5A-8393-535A-0D7F-779190E5B945}"/>
                    </a:ext>
                  </a:extLst>
                </p:cNvPr>
                <p:cNvPicPr/>
                <p:nvPr/>
              </p:nvPicPr>
              <p:blipFill>
                <a:blip r:embed="rId199"/>
                <a:stretch>
                  <a:fillRect/>
                </a:stretch>
              </p:blipFill>
              <p:spPr>
                <a:xfrm>
                  <a:off x="10300424" y="3112122"/>
                  <a:ext cx="21528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5" name="Ink 114">
                  <a:extLst>
                    <a:ext uri="{FF2B5EF4-FFF2-40B4-BE49-F238E27FC236}">
                      <a16:creationId xmlns:a16="http://schemas.microsoft.com/office/drawing/2014/main" id="{244EBDCB-F94D-713A-2459-FD6FB35F7E06}"/>
                    </a:ext>
                  </a:extLst>
                </p14:cNvPr>
                <p14:cNvContentPartPr/>
                <p14:nvPr/>
              </p14:nvContentPartPr>
              <p14:xfrm>
                <a:off x="8237264" y="4996362"/>
                <a:ext cx="528840" cy="357120"/>
              </p14:xfrm>
            </p:contentPart>
          </mc:Choice>
          <mc:Fallback>
            <p:pic>
              <p:nvPicPr>
                <p:cNvPr id="115" name="Ink 114">
                  <a:extLst>
                    <a:ext uri="{FF2B5EF4-FFF2-40B4-BE49-F238E27FC236}">
                      <a16:creationId xmlns:a16="http://schemas.microsoft.com/office/drawing/2014/main" id="{244EBDCB-F94D-713A-2459-FD6FB35F7E06}"/>
                    </a:ext>
                  </a:extLst>
                </p:cNvPr>
                <p:cNvPicPr/>
                <p:nvPr/>
              </p:nvPicPr>
              <p:blipFill>
                <a:blip r:embed="rId201"/>
                <a:stretch>
                  <a:fillRect/>
                </a:stretch>
              </p:blipFill>
              <p:spPr>
                <a:xfrm>
                  <a:off x="8228624" y="4987362"/>
                  <a:ext cx="546480" cy="37476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6" name="Ink 115">
                  <a:extLst>
                    <a:ext uri="{FF2B5EF4-FFF2-40B4-BE49-F238E27FC236}">
                      <a16:creationId xmlns:a16="http://schemas.microsoft.com/office/drawing/2014/main" id="{F9BC0D67-F0C7-ACE7-4241-8E48B730991D}"/>
                    </a:ext>
                  </a:extLst>
                </p14:cNvPr>
                <p14:cNvContentPartPr/>
                <p14:nvPr/>
              </p14:nvContentPartPr>
              <p14:xfrm>
                <a:off x="8294864" y="4740402"/>
                <a:ext cx="425880" cy="289800"/>
              </p14:xfrm>
            </p:contentPart>
          </mc:Choice>
          <mc:Fallback>
            <p:pic>
              <p:nvPicPr>
                <p:cNvPr id="116" name="Ink 115">
                  <a:extLst>
                    <a:ext uri="{FF2B5EF4-FFF2-40B4-BE49-F238E27FC236}">
                      <a16:creationId xmlns:a16="http://schemas.microsoft.com/office/drawing/2014/main" id="{F9BC0D67-F0C7-ACE7-4241-8E48B730991D}"/>
                    </a:ext>
                  </a:extLst>
                </p:cNvPr>
                <p:cNvPicPr/>
                <p:nvPr/>
              </p:nvPicPr>
              <p:blipFill>
                <a:blip r:embed="rId203"/>
                <a:stretch>
                  <a:fillRect/>
                </a:stretch>
              </p:blipFill>
              <p:spPr>
                <a:xfrm>
                  <a:off x="8286224" y="4731762"/>
                  <a:ext cx="44352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7" name="Ink 116">
                  <a:extLst>
                    <a:ext uri="{FF2B5EF4-FFF2-40B4-BE49-F238E27FC236}">
                      <a16:creationId xmlns:a16="http://schemas.microsoft.com/office/drawing/2014/main" id="{8C586937-A940-1179-8803-11BD4158123A}"/>
                    </a:ext>
                  </a:extLst>
                </p14:cNvPr>
                <p14:cNvContentPartPr/>
                <p14:nvPr/>
              </p14:nvContentPartPr>
              <p14:xfrm>
                <a:off x="8339864" y="4411362"/>
                <a:ext cx="380520" cy="361800"/>
              </p14:xfrm>
            </p:contentPart>
          </mc:Choice>
          <mc:Fallback>
            <p:pic>
              <p:nvPicPr>
                <p:cNvPr id="117" name="Ink 116">
                  <a:extLst>
                    <a:ext uri="{FF2B5EF4-FFF2-40B4-BE49-F238E27FC236}">
                      <a16:creationId xmlns:a16="http://schemas.microsoft.com/office/drawing/2014/main" id="{8C586937-A940-1179-8803-11BD4158123A}"/>
                    </a:ext>
                  </a:extLst>
                </p:cNvPr>
                <p:cNvPicPr/>
                <p:nvPr/>
              </p:nvPicPr>
              <p:blipFill>
                <a:blip r:embed="rId205"/>
                <a:stretch>
                  <a:fillRect/>
                </a:stretch>
              </p:blipFill>
              <p:spPr>
                <a:xfrm>
                  <a:off x="8330864" y="4402362"/>
                  <a:ext cx="398160" cy="3794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18" name="Ink 117">
                  <a:extLst>
                    <a:ext uri="{FF2B5EF4-FFF2-40B4-BE49-F238E27FC236}">
                      <a16:creationId xmlns:a16="http://schemas.microsoft.com/office/drawing/2014/main" id="{64EE70E6-2939-E58B-9553-38ADC796A258}"/>
                    </a:ext>
                  </a:extLst>
                </p14:cNvPr>
                <p14:cNvContentPartPr/>
                <p14:nvPr/>
              </p14:nvContentPartPr>
              <p14:xfrm>
                <a:off x="8734784" y="4355562"/>
                <a:ext cx="185400" cy="1157400"/>
              </p14:xfrm>
            </p:contentPart>
          </mc:Choice>
          <mc:Fallback>
            <p:pic>
              <p:nvPicPr>
                <p:cNvPr id="118" name="Ink 117">
                  <a:extLst>
                    <a:ext uri="{FF2B5EF4-FFF2-40B4-BE49-F238E27FC236}">
                      <a16:creationId xmlns:a16="http://schemas.microsoft.com/office/drawing/2014/main" id="{64EE70E6-2939-E58B-9553-38ADC796A258}"/>
                    </a:ext>
                  </a:extLst>
                </p:cNvPr>
                <p:cNvPicPr/>
                <p:nvPr/>
              </p:nvPicPr>
              <p:blipFill>
                <a:blip r:embed="rId207"/>
                <a:stretch>
                  <a:fillRect/>
                </a:stretch>
              </p:blipFill>
              <p:spPr>
                <a:xfrm>
                  <a:off x="8725784" y="4346922"/>
                  <a:ext cx="203040" cy="117504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0" name="Ink 119">
                  <a:extLst>
                    <a:ext uri="{FF2B5EF4-FFF2-40B4-BE49-F238E27FC236}">
                      <a16:creationId xmlns:a16="http://schemas.microsoft.com/office/drawing/2014/main" id="{9A29AFAF-2A0F-86A8-8280-0A59A37EA3DE}"/>
                    </a:ext>
                  </a:extLst>
                </p14:cNvPr>
                <p14:cNvContentPartPr/>
                <p14:nvPr/>
              </p14:nvContentPartPr>
              <p14:xfrm>
                <a:off x="8069504" y="4340082"/>
                <a:ext cx="216360" cy="1227240"/>
              </p14:xfrm>
            </p:contentPart>
          </mc:Choice>
          <mc:Fallback>
            <p:pic>
              <p:nvPicPr>
                <p:cNvPr id="120" name="Ink 119">
                  <a:extLst>
                    <a:ext uri="{FF2B5EF4-FFF2-40B4-BE49-F238E27FC236}">
                      <a16:creationId xmlns:a16="http://schemas.microsoft.com/office/drawing/2014/main" id="{9A29AFAF-2A0F-86A8-8280-0A59A37EA3DE}"/>
                    </a:ext>
                  </a:extLst>
                </p:cNvPr>
                <p:cNvPicPr/>
                <p:nvPr/>
              </p:nvPicPr>
              <p:blipFill>
                <a:blip r:embed="rId209"/>
                <a:stretch>
                  <a:fillRect/>
                </a:stretch>
              </p:blipFill>
              <p:spPr>
                <a:xfrm>
                  <a:off x="8060504" y="4331082"/>
                  <a:ext cx="234000" cy="12448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2" name="Ink 121">
                  <a:extLst>
                    <a:ext uri="{FF2B5EF4-FFF2-40B4-BE49-F238E27FC236}">
                      <a16:creationId xmlns:a16="http://schemas.microsoft.com/office/drawing/2014/main" id="{400361CA-D890-1E67-D7DE-FFE847722C6F}"/>
                    </a:ext>
                  </a:extLst>
                </p14:cNvPr>
                <p14:cNvContentPartPr/>
                <p14:nvPr/>
              </p14:nvContentPartPr>
              <p14:xfrm>
                <a:off x="9998384" y="5514762"/>
                <a:ext cx="193320" cy="210960"/>
              </p14:xfrm>
            </p:contentPart>
          </mc:Choice>
          <mc:Fallback>
            <p:pic>
              <p:nvPicPr>
                <p:cNvPr id="122" name="Ink 121">
                  <a:extLst>
                    <a:ext uri="{FF2B5EF4-FFF2-40B4-BE49-F238E27FC236}">
                      <a16:creationId xmlns:a16="http://schemas.microsoft.com/office/drawing/2014/main" id="{400361CA-D890-1E67-D7DE-FFE847722C6F}"/>
                    </a:ext>
                  </a:extLst>
                </p:cNvPr>
                <p:cNvPicPr/>
                <p:nvPr/>
              </p:nvPicPr>
              <p:blipFill>
                <a:blip r:embed="rId211"/>
                <a:stretch>
                  <a:fillRect/>
                </a:stretch>
              </p:blipFill>
              <p:spPr>
                <a:xfrm>
                  <a:off x="9989744" y="5506122"/>
                  <a:ext cx="21096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3" name="Ink 122">
                  <a:extLst>
                    <a:ext uri="{FF2B5EF4-FFF2-40B4-BE49-F238E27FC236}">
                      <a16:creationId xmlns:a16="http://schemas.microsoft.com/office/drawing/2014/main" id="{1913EBAE-D843-E47E-C1CC-0802D080DE78}"/>
                    </a:ext>
                  </a:extLst>
                </p14:cNvPr>
                <p14:cNvContentPartPr/>
                <p14:nvPr/>
              </p14:nvContentPartPr>
              <p14:xfrm>
                <a:off x="10020344" y="5561922"/>
                <a:ext cx="131040" cy="189720"/>
              </p14:xfrm>
            </p:contentPart>
          </mc:Choice>
          <mc:Fallback>
            <p:pic>
              <p:nvPicPr>
                <p:cNvPr id="123" name="Ink 122">
                  <a:extLst>
                    <a:ext uri="{FF2B5EF4-FFF2-40B4-BE49-F238E27FC236}">
                      <a16:creationId xmlns:a16="http://schemas.microsoft.com/office/drawing/2014/main" id="{1913EBAE-D843-E47E-C1CC-0802D080DE78}"/>
                    </a:ext>
                  </a:extLst>
                </p:cNvPr>
                <p:cNvPicPr/>
                <p:nvPr/>
              </p:nvPicPr>
              <p:blipFill>
                <a:blip r:embed="rId213"/>
                <a:stretch>
                  <a:fillRect/>
                </a:stretch>
              </p:blipFill>
              <p:spPr>
                <a:xfrm>
                  <a:off x="10011344" y="5553282"/>
                  <a:ext cx="14868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5" name="Ink 124">
                  <a:extLst>
                    <a:ext uri="{FF2B5EF4-FFF2-40B4-BE49-F238E27FC236}">
                      <a16:creationId xmlns:a16="http://schemas.microsoft.com/office/drawing/2014/main" id="{4F5F0CE5-3ECF-DC92-32E4-4B743DDA5720}"/>
                    </a:ext>
                  </a:extLst>
                </p14:cNvPr>
                <p14:cNvContentPartPr/>
                <p14:nvPr/>
              </p14:nvContentPartPr>
              <p14:xfrm>
                <a:off x="10376384" y="5539962"/>
                <a:ext cx="288000" cy="180360"/>
              </p14:xfrm>
            </p:contentPart>
          </mc:Choice>
          <mc:Fallback>
            <p:pic>
              <p:nvPicPr>
                <p:cNvPr id="125" name="Ink 124">
                  <a:extLst>
                    <a:ext uri="{FF2B5EF4-FFF2-40B4-BE49-F238E27FC236}">
                      <a16:creationId xmlns:a16="http://schemas.microsoft.com/office/drawing/2014/main" id="{4F5F0CE5-3ECF-DC92-32E4-4B743DDA5720}"/>
                    </a:ext>
                  </a:extLst>
                </p:cNvPr>
                <p:cNvPicPr/>
                <p:nvPr/>
              </p:nvPicPr>
              <p:blipFill>
                <a:blip r:embed="rId215"/>
                <a:stretch>
                  <a:fillRect/>
                </a:stretch>
              </p:blipFill>
              <p:spPr>
                <a:xfrm>
                  <a:off x="10367744" y="5530962"/>
                  <a:ext cx="30564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6" name="Ink 125">
                  <a:extLst>
                    <a:ext uri="{FF2B5EF4-FFF2-40B4-BE49-F238E27FC236}">
                      <a16:creationId xmlns:a16="http://schemas.microsoft.com/office/drawing/2014/main" id="{DCEFD3EB-717D-AAA4-5249-CCA3D0E4C577}"/>
                    </a:ext>
                  </a:extLst>
                </p14:cNvPr>
                <p14:cNvContentPartPr/>
                <p14:nvPr/>
              </p14:nvContentPartPr>
              <p14:xfrm>
                <a:off x="10430024" y="5543562"/>
                <a:ext cx="211680" cy="207360"/>
              </p14:xfrm>
            </p:contentPart>
          </mc:Choice>
          <mc:Fallback>
            <p:pic>
              <p:nvPicPr>
                <p:cNvPr id="126" name="Ink 125">
                  <a:extLst>
                    <a:ext uri="{FF2B5EF4-FFF2-40B4-BE49-F238E27FC236}">
                      <a16:creationId xmlns:a16="http://schemas.microsoft.com/office/drawing/2014/main" id="{DCEFD3EB-717D-AAA4-5249-CCA3D0E4C577}"/>
                    </a:ext>
                  </a:extLst>
                </p:cNvPr>
                <p:cNvPicPr/>
                <p:nvPr/>
              </p:nvPicPr>
              <p:blipFill>
                <a:blip r:embed="rId217"/>
                <a:stretch>
                  <a:fillRect/>
                </a:stretch>
              </p:blipFill>
              <p:spPr>
                <a:xfrm>
                  <a:off x="10421024" y="5534562"/>
                  <a:ext cx="22932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4" name="Ink 133">
                  <a:extLst>
                    <a:ext uri="{FF2B5EF4-FFF2-40B4-BE49-F238E27FC236}">
                      <a16:creationId xmlns:a16="http://schemas.microsoft.com/office/drawing/2014/main" id="{F4444F63-140E-FEC7-1690-82B25552A899}"/>
                    </a:ext>
                  </a:extLst>
                </p14:cNvPr>
                <p14:cNvContentPartPr/>
                <p14:nvPr/>
              </p14:nvContentPartPr>
              <p14:xfrm>
                <a:off x="10879664" y="5471562"/>
                <a:ext cx="362520" cy="249480"/>
              </p14:xfrm>
            </p:contentPart>
          </mc:Choice>
          <mc:Fallback>
            <p:pic>
              <p:nvPicPr>
                <p:cNvPr id="134" name="Ink 133">
                  <a:extLst>
                    <a:ext uri="{FF2B5EF4-FFF2-40B4-BE49-F238E27FC236}">
                      <a16:creationId xmlns:a16="http://schemas.microsoft.com/office/drawing/2014/main" id="{F4444F63-140E-FEC7-1690-82B25552A899}"/>
                    </a:ext>
                  </a:extLst>
                </p:cNvPr>
                <p:cNvPicPr/>
                <p:nvPr/>
              </p:nvPicPr>
              <p:blipFill>
                <a:blip r:embed="rId219"/>
                <a:stretch>
                  <a:fillRect/>
                </a:stretch>
              </p:blipFill>
              <p:spPr>
                <a:xfrm>
                  <a:off x="10871024" y="5462922"/>
                  <a:ext cx="38016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8" name="Ink 127">
                  <a:extLst>
                    <a:ext uri="{FF2B5EF4-FFF2-40B4-BE49-F238E27FC236}">
                      <a16:creationId xmlns:a16="http://schemas.microsoft.com/office/drawing/2014/main" id="{E55B139C-D8F2-9D49-F85D-416F2AFF552F}"/>
                    </a:ext>
                  </a:extLst>
                </p14:cNvPr>
                <p14:cNvContentPartPr/>
                <p14:nvPr/>
              </p14:nvContentPartPr>
              <p14:xfrm>
                <a:off x="1307264" y="5053242"/>
                <a:ext cx="263880" cy="289440"/>
              </p14:xfrm>
            </p:contentPart>
          </mc:Choice>
          <mc:Fallback>
            <p:pic>
              <p:nvPicPr>
                <p:cNvPr id="128" name="Ink 127">
                  <a:extLst>
                    <a:ext uri="{FF2B5EF4-FFF2-40B4-BE49-F238E27FC236}">
                      <a16:creationId xmlns:a16="http://schemas.microsoft.com/office/drawing/2014/main" id="{E55B139C-D8F2-9D49-F85D-416F2AFF552F}"/>
                    </a:ext>
                  </a:extLst>
                </p:cNvPr>
                <p:cNvPicPr/>
                <p:nvPr/>
              </p:nvPicPr>
              <p:blipFill>
                <a:blip r:embed="rId221"/>
                <a:stretch>
                  <a:fillRect/>
                </a:stretch>
              </p:blipFill>
              <p:spPr>
                <a:xfrm>
                  <a:off x="1298624" y="5044602"/>
                  <a:ext cx="28152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29" name="Ink 128">
                  <a:extLst>
                    <a:ext uri="{FF2B5EF4-FFF2-40B4-BE49-F238E27FC236}">
                      <a16:creationId xmlns:a16="http://schemas.microsoft.com/office/drawing/2014/main" id="{5AEC8261-34F9-A272-DE86-5B27DA86B7DC}"/>
                    </a:ext>
                  </a:extLst>
                </p14:cNvPr>
                <p14:cNvContentPartPr/>
                <p14:nvPr/>
              </p14:nvContentPartPr>
              <p14:xfrm>
                <a:off x="1281704" y="5351322"/>
                <a:ext cx="255600" cy="209880"/>
              </p14:xfrm>
            </p:contentPart>
          </mc:Choice>
          <mc:Fallback>
            <p:pic>
              <p:nvPicPr>
                <p:cNvPr id="129" name="Ink 128">
                  <a:extLst>
                    <a:ext uri="{FF2B5EF4-FFF2-40B4-BE49-F238E27FC236}">
                      <a16:creationId xmlns:a16="http://schemas.microsoft.com/office/drawing/2014/main" id="{5AEC8261-34F9-A272-DE86-5B27DA86B7DC}"/>
                    </a:ext>
                  </a:extLst>
                </p:cNvPr>
                <p:cNvPicPr/>
                <p:nvPr/>
              </p:nvPicPr>
              <p:blipFill>
                <a:blip r:embed="rId223"/>
                <a:stretch>
                  <a:fillRect/>
                </a:stretch>
              </p:blipFill>
              <p:spPr>
                <a:xfrm>
                  <a:off x="1273064" y="5342682"/>
                  <a:ext cx="27324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0" name="Ink 129">
                  <a:extLst>
                    <a:ext uri="{FF2B5EF4-FFF2-40B4-BE49-F238E27FC236}">
                      <a16:creationId xmlns:a16="http://schemas.microsoft.com/office/drawing/2014/main" id="{A7345905-7BB7-F4CF-E441-60FCD0EC3CBA}"/>
                    </a:ext>
                  </a:extLst>
                </p14:cNvPr>
                <p14:cNvContentPartPr/>
                <p14:nvPr/>
              </p14:nvContentPartPr>
              <p14:xfrm>
                <a:off x="1352264" y="5562642"/>
                <a:ext cx="202320" cy="209880"/>
              </p14:xfrm>
            </p:contentPart>
          </mc:Choice>
          <mc:Fallback>
            <p:pic>
              <p:nvPicPr>
                <p:cNvPr id="130" name="Ink 129">
                  <a:extLst>
                    <a:ext uri="{FF2B5EF4-FFF2-40B4-BE49-F238E27FC236}">
                      <a16:creationId xmlns:a16="http://schemas.microsoft.com/office/drawing/2014/main" id="{A7345905-7BB7-F4CF-E441-60FCD0EC3CBA}"/>
                    </a:ext>
                  </a:extLst>
                </p:cNvPr>
                <p:cNvPicPr/>
                <p:nvPr/>
              </p:nvPicPr>
              <p:blipFill>
                <a:blip r:embed="rId225"/>
                <a:stretch>
                  <a:fillRect/>
                </a:stretch>
              </p:blipFill>
              <p:spPr>
                <a:xfrm>
                  <a:off x="1343624" y="5554002"/>
                  <a:ext cx="2199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2" name="Ink 131">
                  <a:extLst>
                    <a:ext uri="{FF2B5EF4-FFF2-40B4-BE49-F238E27FC236}">
                      <a16:creationId xmlns:a16="http://schemas.microsoft.com/office/drawing/2014/main" id="{D1292CBA-4A4B-243A-C0EF-E0187DEE9CBA}"/>
                    </a:ext>
                  </a:extLst>
                </p14:cNvPr>
                <p14:cNvContentPartPr/>
                <p14:nvPr/>
              </p14:nvContentPartPr>
              <p14:xfrm>
                <a:off x="1143824" y="4880082"/>
                <a:ext cx="726480" cy="1038600"/>
              </p14:xfrm>
            </p:contentPart>
          </mc:Choice>
          <mc:Fallback>
            <p:pic>
              <p:nvPicPr>
                <p:cNvPr id="132" name="Ink 131">
                  <a:extLst>
                    <a:ext uri="{FF2B5EF4-FFF2-40B4-BE49-F238E27FC236}">
                      <a16:creationId xmlns:a16="http://schemas.microsoft.com/office/drawing/2014/main" id="{D1292CBA-4A4B-243A-C0EF-E0187DEE9CBA}"/>
                    </a:ext>
                  </a:extLst>
                </p:cNvPr>
                <p:cNvPicPr/>
                <p:nvPr/>
              </p:nvPicPr>
              <p:blipFill>
                <a:blip r:embed="rId227"/>
                <a:stretch>
                  <a:fillRect/>
                </a:stretch>
              </p:blipFill>
              <p:spPr>
                <a:xfrm>
                  <a:off x="1135184" y="4871082"/>
                  <a:ext cx="744120" cy="10562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6" name="Ink 135">
                  <a:extLst>
                    <a:ext uri="{FF2B5EF4-FFF2-40B4-BE49-F238E27FC236}">
                      <a16:creationId xmlns:a16="http://schemas.microsoft.com/office/drawing/2014/main" id="{F5FDB6F6-A381-82F2-BD89-2D810AA9CD4E}"/>
                    </a:ext>
                  </a:extLst>
                </p14:cNvPr>
                <p14:cNvContentPartPr/>
                <p14:nvPr/>
              </p14:nvContentPartPr>
              <p14:xfrm>
                <a:off x="1823504" y="5267082"/>
                <a:ext cx="185040" cy="255960"/>
              </p14:xfrm>
            </p:contentPart>
          </mc:Choice>
          <mc:Fallback>
            <p:pic>
              <p:nvPicPr>
                <p:cNvPr id="136" name="Ink 135">
                  <a:extLst>
                    <a:ext uri="{FF2B5EF4-FFF2-40B4-BE49-F238E27FC236}">
                      <a16:creationId xmlns:a16="http://schemas.microsoft.com/office/drawing/2014/main" id="{F5FDB6F6-A381-82F2-BD89-2D810AA9CD4E}"/>
                    </a:ext>
                  </a:extLst>
                </p:cNvPr>
                <p:cNvPicPr/>
                <p:nvPr/>
              </p:nvPicPr>
              <p:blipFill>
                <a:blip r:embed="rId229"/>
                <a:stretch>
                  <a:fillRect/>
                </a:stretch>
              </p:blipFill>
              <p:spPr>
                <a:xfrm>
                  <a:off x="1814504" y="5258082"/>
                  <a:ext cx="20268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7" name="Ink 136">
                  <a:extLst>
                    <a:ext uri="{FF2B5EF4-FFF2-40B4-BE49-F238E27FC236}">
                      <a16:creationId xmlns:a16="http://schemas.microsoft.com/office/drawing/2014/main" id="{FA6329F2-E9E2-DDE0-2B24-C38A88EE1F58}"/>
                    </a:ext>
                  </a:extLst>
                </p14:cNvPr>
                <p14:cNvContentPartPr/>
                <p14:nvPr/>
              </p14:nvContentPartPr>
              <p14:xfrm>
                <a:off x="1950584" y="5429442"/>
                <a:ext cx="310320" cy="24120"/>
              </p14:xfrm>
            </p:contentPart>
          </mc:Choice>
          <mc:Fallback>
            <p:pic>
              <p:nvPicPr>
                <p:cNvPr id="137" name="Ink 136">
                  <a:extLst>
                    <a:ext uri="{FF2B5EF4-FFF2-40B4-BE49-F238E27FC236}">
                      <a16:creationId xmlns:a16="http://schemas.microsoft.com/office/drawing/2014/main" id="{FA6329F2-E9E2-DDE0-2B24-C38A88EE1F58}"/>
                    </a:ext>
                  </a:extLst>
                </p:cNvPr>
                <p:cNvPicPr/>
                <p:nvPr/>
              </p:nvPicPr>
              <p:blipFill>
                <a:blip r:embed="rId231"/>
                <a:stretch>
                  <a:fillRect/>
                </a:stretch>
              </p:blipFill>
              <p:spPr>
                <a:xfrm>
                  <a:off x="1941584" y="5420442"/>
                  <a:ext cx="32796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9" name="Ink 138">
                  <a:extLst>
                    <a:ext uri="{FF2B5EF4-FFF2-40B4-BE49-F238E27FC236}">
                      <a16:creationId xmlns:a16="http://schemas.microsoft.com/office/drawing/2014/main" id="{9FD1766C-C33B-9D20-210F-419213849354}"/>
                    </a:ext>
                  </a:extLst>
                </p14:cNvPr>
                <p14:cNvContentPartPr/>
                <p14:nvPr/>
              </p14:nvContentPartPr>
              <p14:xfrm>
                <a:off x="255704" y="5052522"/>
                <a:ext cx="243720" cy="288360"/>
              </p14:xfrm>
            </p:contentPart>
          </mc:Choice>
          <mc:Fallback>
            <p:pic>
              <p:nvPicPr>
                <p:cNvPr id="139" name="Ink 138">
                  <a:extLst>
                    <a:ext uri="{FF2B5EF4-FFF2-40B4-BE49-F238E27FC236}">
                      <a16:creationId xmlns:a16="http://schemas.microsoft.com/office/drawing/2014/main" id="{9FD1766C-C33B-9D20-210F-419213849354}"/>
                    </a:ext>
                  </a:extLst>
                </p:cNvPr>
                <p:cNvPicPr/>
                <p:nvPr/>
              </p:nvPicPr>
              <p:blipFill>
                <a:blip r:embed="rId233"/>
                <a:stretch>
                  <a:fillRect/>
                </a:stretch>
              </p:blipFill>
              <p:spPr>
                <a:xfrm>
                  <a:off x="247064" y="5043522"/>
                  <a:ext cx="26136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0" name="Ink 139">
                  <a:extLst>
                    <a:ext uri="{FF2B5EF4-FFF2-40B4-BE49-F238E27FC236}">
                      <a16:creationId xmlns:a16="http://schemas.microsoft.com/office/drawing/2014/main" id="{3923A6DB-E542-ABAE-52E3-360DCDCD3A01}"/>
                    </a:ext>
                  </a:extLst>
                </p14:cNvPr>
                <p14:cNvContentPartPr/>
                <p14:nvPr/>
              </p14:nvContentPartPr>
              <p14:xfrm>
                <a:off x="285584" y="5347002"/>
                <a:ext cx="180000" cy="208080"/>
              </p14:xfrm>
            </p:contentPart>
          </mc:Choice>
          <mc:Fallback>
            <p:pic>
              <p:nvPicPr>
                <p:cNvPr id="140" name="Ink 139">
                  <a:extLst>
                    <a:ext uri="{FF2B5EF4-FFF2-40B4-BE49-F238E27FC236}">
                      <a16:creationId xmlns:a16="http://schemas.microsoft.com/office/drawing/2014/main" id="{3923A6DB-E542-ABAE-52E3-360DCDCD3A01}"/>
                    </a:ext>
                  </a:extLst>
                </p:cNvPr>
                <p:cNvPicPr/>
                <p:nvPr/>
              </p:nvPicPr>
              <p:blipFill>
                <a:blip r:embed="rId235"/>
                <a:stretch>
                  <a:fillRect/>
                </a:stretch>
              </p:blipFill>
              <p:spPr>
                <a:xfrm>
                  <a:off x="276584" y="5338002"/>
                  <a:ext cx="19764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1" name="Ink 140">
                  <a:extLst>
                    <a:ext uri="{FF2B5EF4-FFF2-40B4-BE49-F238E27FC236}">
                      <a16:creationId xmlns:a16="http://schemas.microsoft.com/office/drawing/2014/main" id="{ADA2CC40-35F1-B6D6-EB3A-C4A5AFCD5CF3}"/>
                    </a:ext>
                  </a:extLst>
                </p14:cNvPr>
                <p14:cNvContentPartPr/>
                <p14:nvPr/>
              </p14:nvContentPartPr>
              <p14:xfrm>
                <a:off x="280904" y="5221722"/>
                <a:ext cx="119520" cy="70200"/>
              </p14:xfrm>
            </p:contentPart>
          </mc:Choice>
          <mc:Fallback>
            <p:pic>
              <p:nvPicPr>
                <p:cNvPr id="141" name="Ink 140">
                  <a:extLst>
                    <a:ext uri="{FF2B5EF4-FFF2-40B4-BE49-F238E27FC236}">
                      <a16:creationId xmlns:a16="http://schemas.microsoft.com/office/drawing/2014/main" id="{ADA2CC40-35F1-B6D6-EB3A-C4A5AFCD5CF3}"/>
                    </a:ext>
                  </a:extLst>
                </p:cNvPr>
                <p:cNvPicPr/>
                <p:nvPr/>
              </p:nvPicPr>
              <p:blipFill>
                <a:blip r:embed="rId237"/>
                <a:stretch>
                  <a:fillRect/>
                </a:stretch>
              </p:blipFill>
              <p:spPr>
                <a:xfrm>
                  <a:off x="271904" y="5213082"/>
                  <a:ext cx="13716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2" name="Ink 141">
                  <a:extLst>
                    <a:ext uri="{FF2B5EF4-FFF2-40B4-BE49-F238E27FC236}">
                      <a16:creationId xmlns:a16="http://schemas.microsoft.com/office/drawing/2014/main" id="{AABF3847-071C-C3D2-3576-5237F845289A}"/>
                    </a:ext>
                  </a:extLst>
                </p14:cNvPr>
                <p14:cNvContentPartPr/>
                <p14:nvPr/>
              </p14:nvContentPartPr>
              <p14:xfrm>
                <a:off x="295664" y="5122002"/>
                <a:ext cx="15840" cy="12960"/>
              </p14:xfrm>
            </p:contentPart>
          </mc:Choice>
          <mc:Fallback>
            <p:pic>
              <p:nvPicPr>
                <p:cNvPr id="142" name="Ink 141">
                  <a:extLst>
                    <a:ext uri="{FF2B5EF4-FFF2-40B4-BE49-F238E27FC236}">
                      <a16:creationId xmlns:a16="http://schemas.microsoft.com/office/drawing/2014/main" id="{AABF3847-071C-C3D2-3576-5237F845289A}"/>
                    </a:ext>
                  </a:extLst>
                </p:cNvPr>
                <p:cNvPicPr/>
                <p:nvPr/>
              </p:nvPicPr>
              <p:blipFill>
                <a:blip r:embed="rId239"/>
                <a:stretch>
                  <a:fillRect/>
                </a:stretch>
              </p:blipFill>
              <p:spPr>
                <a:xfrm>
                  <a:off x="287024" y="5113002"/>
                  <a:ext cx="3348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3" name="Ink 142">
                  <a:extLst>
                    <a:ext uri="{FF2B5EF4-FFF2-40B4-BE49-F238E27FC236}">
                      <a16:creationId xmlns:a16="http://schemas.microsoft.com/office/drawing/2014/main" id="{7CC0B1C6-FC77-98B0-5235-3E100CE0AB9F}"/>
                    </a:ext>
                  </a:extLst>
                </p14:cNvPr>
                <p14:cNvContentPartPr/>
                <p14:nvPr/>
              </p14:nvContentPartPr>
              <p14:xfrm>
                <a:off x="393944" y="5119842"/>
                <a:ext cx="10440" cy="15840"/>
              </p14:xfrm>
            </p:contentPart>
          </mc:Choice>
          <mc:Fallback>
            <p:pic>
              <p:nvPicPr>
                <p:cNvPr id="143" name="Ink 142">
                  <a:extLst>
                    <a:ext uri="{FF2B5EF4-FFF2-40B4-BE49-F238E27FC236}">
                      <a16:creationId xmlns:a16="http://schemas.microsoft.com/office/drawing/2014/main" id="{7CC0B1C6-FC77-98B0-5235-3E100CE0AB9F}"/>
                    </a:ext>
                  </a:extLst>
                </p:cNvPr>
                <p:cNvPicPr/>
                <p:nvPr/>
              </p:nvPicPr>
              <p:blipFill>
                <a:blip r:embed="rId241"/>
                <a:stretch>
                  <a:fillRect/>
                </a:stretch>
              </p:blipFill>
              <p:spPr>
                <a:xfrm>
                  <a:off x="384944" y="5110842"/>
                  <a:ext cx="2808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4" name="Ink 143">
                  <a:extLst>
                    <a:ext uri="{FF2B5EF4-FFF2-40B4-BE49-F238E27FC236}">
                      <a16:creationId xmlns:a16="http://schemas.microsoft.com/office/drawing/2014/main" id="{D45715F6-E846-BCA0-5B7C-19D2C9DAD5A0}"/>
                    </a:ext>
                  </a:extLst>
                </p14:cNvPr>
                <p14:cNvContentPartPr/>
                <p14:nvPr/>
              </p14:nvContentPartPr>
              <p14:xfrm>
                <a:off x="311504" y="5717082"/>
                <a:ext cx="265680" cy="280080"/>
              </p14:xfrm>
            </p:contentPart>
          </mc:Choice>
          <mc:Fallback>
            <p:pic>
              <p:nvPicPr>
                <p:cNvPr id="144" name="Ink 143">
                  <a:extLst>
                    <a:ext uri="{FF2B5EF4-FFF2-40B4-BE49-F238E27FC236}">
                      <a16:creationId xmlns:a16="http://schemas.microsoft.com/office/drawing/2014/main" id="{D45715F6-E846-BCA0-5B7C-19D2C9DAD5A0}"/>
                    </a:ext>
                  </a:extLst>
                </p:cNvPr>
                <p:cNvPicPr/>
                <p:nvPr/>
              </p:nvPicPr>
              <p:blipFill>
                <a:blip r:embed="rId243"/>
                <a:stretch>
                  <a:fillRect/>
                </a:stretch>
              </p:blipFill>
              <p:spPr>
                <a:xfrm>
                  <a:off x="302504" y="5708082"/>
                  <a:ext cx="28332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5" name="Ink 144">
                  <a:extLst>
                    <a:ext uri="{FF2B5EF4-FFF2-40B4-BE49-F238E27FC236}">
                      <a16:creationId xmlns:a16="http://schemas.microsoft.com/office/drawing/2014/main" id="{CAEB150C-ED24-C63B-5136-63294353F745}"/>
                    </a:ext>
                  </a:extLst>
                </p14:cNvPr>
                <p14:cNvContentPartPr/>
                <p14:nvPr/>
              </p14:nvContentPartPr>
              <p14:xfrm>
                <a:off x="429944" y="6016242"/>
                <a:ext cx="179280" cy="259200"/>
              </p14:xfrm>
            </p:contentPart>
          </mc:Choice>
          <mc:Fallback>
            <p:pic>
              <p:nvPicPr>
                <p:cNvPr id="145" name="Ink 144">
                  <a:extLst>
                    <a:ext uri="{FF2B5EF4-FFF2-40B4-BE49-F238E27FC236}">
                      <a16:creationId xmlns:a16="http://schemas.microsoft.com/office/drawing/2014/main" id="{CAEB150C-ED24-C63B-5136-63294353F745}"/>
                    </a:ext>
                  </a:extLst>
                </p:cNvPr>
                <p:cNvPicPr/>
                <p:nvPr/>
              </p:nvPicPr>
              <p:blipFill>
                <a:blip r:embed="rId245"/>
                <a:stretch>
                  <a:fillRect/>
                </a:stretch>
              </p:blipFill>
              <p:spPr>
                <a:xfrm>
                  <a:off x="420944" y="6007602"/>
                  <a:ext cx="19692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6" name="Ink 145">
                  <a:extLst>
                    <a:ext uri="{FF2B5EF4-FFF2-40B4-BE49-F238E27FC236}">
                      <a16:creationId xmlns:a16="http://schemas.microsoft.com/office/drawing/2014/main" id="{15C4ABC5-6BD5-0CCC-6E0C-4E26D308B7BF}"/>
                    </a:ext>
                  </a:extLst>
                </p14:cNvPr>
                <p14:cNvContentPartPr/>
                <p14:nvPr/>
              </p14:nvContentPartPr>
              <p14:xfrm>
                <a:off x="335984" y="5865042"/>
                <a:ext cx="105120" cy="84240"/>
              </p14:xfrm>
            </p:contentPart>
          </mc:Choice>
          <mc:Fallback>
            <p:pic>
              <p:nvPicPr>
                <p:cNvPr id="146" name="Ink 145">
                  <a:extLst>
                    <a:ext uri="{FF2B5EF4-FFF2-40B4-BE49-F238E27FC236}">
                      <a16:creationId xmlns:a16="http://schemas.microsoft.com/office/drawing/2014/main" id="{15C4ABC5-6BD5-0CCC-6E0C-4E26D308B7BF}"/>
                    </a:ext>
                  </a:extLst>
                </p:cNvPr>
                <p:cNvPicPr/>
                <p:nvPr/>
              </p:nvPicPr>
              <p:blipFill>
                <a:blip r:embed="rId247"/>
                <a:stretch>
                  <a:fillRect/>
                </a:stretch>
              </p:blipFill>
              <p:spPr>
                <a:xfrm>
                  <a:off x="327344" y="5856042"/>
                  <a:ext cx="12276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47" name="Ink 146">
                  <a:extLst>
                    <a:ext uri="{FF2B5EF4-FFF2-40B4-BE49-F238E27FC236}">
                      <a16:creationId xmlns:a16="http://schemas.microsoft.com/office/drawing/2014/main" id="{B8536583-77A9-A007-3088-DD0A7C0E4422}"/>
                    </a:ext>
                  </a:extLst>
                </p14:cNvPr>
                <p14:cNvContentPartPr/>
                <p14:nvPr/>
              </p14:nvContentPartPr>
              <p14:xfrm>
                <a:off x="389264" y="5832642"/>
                <a:ext cx="8640" cy="24840"/>
              </p14:xfrm>
            </p:contentPart>
          </mc:Choice>
          <mc:Fallback>
            <p:pic>
              <p:nvPicPr>
                <p:cNvPr id="147" name="Ink 146">
                  <a:extLst>
                    <a:ext uri="{FF2B5EF4-FFF2-40B4-BE49-F238E27FC236}">
                      <a16:creationId xmlns:a16="http://schemas.microsoft.com/office/drawing/2014/main" id="{B8536583-77A9-A007-3088-DD0A7C0E4422}"/>
                    </a:ext>
                  </a:extLst>
                </p:cNvPr>
                <p:cNvPicPr/>
                <p:nvPr/>
              </p:nvPicPr>
              <p:blipFill>
                <a:blip r:embed="rId249"/>
                <a:stretch>
                  <a:fillRect/>
                </a:stretch>
              </p:blipFill>
              <p:spPr>
                <a:xfrm>
                  <a:off x="380624" y="5824002"/>
                  <a:ext cx="2628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8" name="Ink 147">
                  <a:extLst>
                    <a:ext uri="{FF2B5EF4-FFF2-40B4-BE49-F238E27FC236}">
                      <a16:creationId xmlns:a16="http://schemas.microsoft.com/office/drawing/2014/main" id="{AA4E93BC-4077-58D8-FFE2-39A3BA5FB827}"/>
                    </a:ext>
                  </a:extLst>
                </p14:cNvPr>
                <p14:cNvContentPartPr/>
                <p14:nvPr/>
              </p14:nvContentPartPr>
              <p14:xfrm>
                <a:off x="503384" y="5833722"/>
                <a:ext cx="360" cy="4320"/>
              </p14:xfrm>
            </p:contentPart>
          </mc:Choice>
          <mc:Fallback>
            <p:pic>
              <p:nvPicPr>
                <p:cNvPr id="148" name="Ink 147">
                  <a:extLst>
                    <a:ext uri="{FF2B5EF4-FFF2-40B4-BE49-F238E27FC236}">
                      <a16:creationId xmlns:a16="http://schemas.microsoft.com/office/drawing/2014/main" id="{AA4E93BC-4077-58D8-FFE2-39A3BA5FB827}"/>
                    </a:ext>
                  </a:extLst>
                </p:cNvPr>
                <p:cNvPicPr/>
                <p:nvPr/>
              </p:nvPicPr>
              <p:blipFill>
                <a:blip r:embed="rId191"/>
                <a:stretch>
                  <a:fillRect/>
                </a:stretch>
              </p:blipFill>
              <p:spPr>
                <a:xfrm>
                  <a:off x="494384" y="5824722"/>
                  <a:ext cx="180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49" name="Ink 148">
                  <a:extLst>
                    <a:ext uri="{FF2B5EF4-FFF2-40B4-BE49-F238E27FC236}">
                      <a16:creationId xmlns:a16="http://schemas.microsoft.com/office/drawing/2014/main" id="{49E37579-64F4-E407-A959-E69B6E29F1FF}"/>
                    </a:ext>
                  </a:extLst>
                </p14:cNvPr>
                <p14:cNvContentPartPr/>
                <p14:nvPr/>
              </p14:nvContentPartPr>
              <p14:xfrm>
                <a:off x="882464" y="6042882"/>
                <a:ext cx="235800" cy="273600"/>
              </p14:xfrm>
            </p:contentPart>
          </mc:Choice>
          <mc:Fallback>
            <p:pic>
              <p:nvPicPr>
                <p:cNvPr id="149" name="Ink 148">
                  <a:extLst>
                    <a:ext uri="{FF2B5EF4-FFF2-40B4-BE49-F238E27FC236}">
                      <a16:creationId xmlns:a16="http://schemas.microsoft.com/office/drawing/2014/main" id="{49E37579-64F4-E407-A959-E69B6E29F1FF}"/>
                    </a:ext>
                  </a:extLst>
                </p:cNvPr>
                <p:cNvPicPr/>
                <p:nvPr/>
              </p:nvPicPr>
              <p:blipFill>
                <a:blip r:embed="rId252"/>
                <a:stretch>
                  <a:fillRect/>
                </a:stretch>
              </p:blipFill>
              <p:spPr>
                <a:xfrm>
                  <a:off x="873464" y="6034242"/>
                  <a:ext cx="25344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50" name="Ink 149">
                  <a:extLst>
                    <a:ext uri="{FF2B5EF4-FFF2-40B4-BE49-F238E27FC236}">
                      <a16:creationId xmlns:a16="http://schemas.microsoft.com/office/drawing/2014/main" id="{5C42B73F-57DF-35B1-171E-786F294E07C6}"/>
                    </a:ext>
                  </a:extLst>
                </p14:cNvPr>
                <p14:cNvContentPartPr/>
                <p14:nvPr/>
              </p14:nvContentPartPr>
              <p14:xfrm>
                <a:off x="917384" y="6338802"/>
                <a:ext cx="255240" cy="259920"/>
              </p14:xfrm>
            </p:contentPart>
          </mc:Choice>
          <mc:Fallback>
            <p:pic>
              <p:nvPicPr>
                <p:cNvPr id="150" name="Ink 149">
                  <a:extLst>
                    <a:ext uri="{FF2B5EF4-FFF2-40B4-BE49-F238E27FC236}">
                      <a16:creationId xmlns:a16="http://schemas.microsoft.com/office/drawing/2014/main" id="{5C42B73F-57DF-35B1-171E-786F294E07C6}"/>
                    </a:ext>
                  </a:extLst>
                </p:cNvPr>
                <p:cNvPicPr/>
                <p:nvPr/>
              </p:nvPicPr>
              <p:blipFill>
                <a:blip r:embed="rId254"/>
                <a:stretch>
                  <a:fillRect/>
                </a:stretch>
              </p:blipFill>
              <p:spPr>
                <a:xfrm>
                  <a:off x="908744" y="6329802"/>
                  <a:ext cx="272880" cy="27756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51" name="Ink 150">
                  <a:extLst>
                    <a:ext uri="{FF2B5EF4-FFF2-40B4-BE49-F238E27FC236}">
                      <a16:creationId xmlns:a16="http://schemas.microsoft.com/office/drawing/2014/main" id="{406FF9C4-464E-1262-D08F-9FCA0BBF7DC0}"/>
                    </a:ext>
                  </a:extLst>
                </p14:cNvPr>
                <p14:cNvContentPartPr/>
                <p14:nvPr/>
              </p14:nvContentPartPr>
              <p14:xfrm>
                <a:off x="924944" y="6169602"/>
                <a:ext cx="89640" cy="79200"/>
              </p14:xfrm>
            </p:contentPart>
          </mc:Choice>
          <mc:Fallback>
            <p:pic>
              <p:nvPicPr>
                <p:cNvPr id="151" name="Ink 150">
                  <a:extLst>
                    <a:ext uri="{FF2B5EF4-FFF2-40B4-BE49-F238E27FC236}">
                      <a16:creationId xmlns:a16="http://schemas.microsoft.com/office/drawing/2014/main" id="{406FF9C4-464E-1262-D08F-9FCA0BBF7DC0}"/>
                    </a:ext>
                  </a:extLst>
                </p:cNvPr>
                <p:cNvPicPr/>
                <p:nvPr/>
              </p:nvPicPr>
              <p:blipFill>
                <a:blip r:embed="rId256"/>
                <a:stretch>
                  <a:fillRect/>
                </a:stretch>
              </p:blipFill>
              <p:spPr>
                <a:xfrm>
                  <a:off x="915944" y="6160602"/>
                  <a:ext cx="10728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52" name="Ink 151">
                  <a:extLst>
                    <a:ext uri="{FF2B5EF4-FFF2-40B4-BE49-F238E27FC236}">
                      <a16:creationId xmlns:a16="http://schemas.microsoft.com/office/drawing/2014/main" id="{F3BF1093-C4BE-D7CE-262C-6FBC42A65EA4}"/>
                    </a:ext>
                  </a:extLst>
                </p14:cNvPr>
                <p14:cNvContentPartPr/>
                <p14:nvPr/>
              </p14:nvContentPartPr>
              <p14:xfrm>
                <a:off x="937184" y="6166002"/>
                <a:ext cx="10440" cy="9360"/>
              </p14:xfrm>
            </p:contentPart>
          </mc:Choice>
          <mc:Fallback>
            <p:pic>
              <p:nvPicPr>
                <p:cNvPr id="152" name="Ink 151">
                  <a:extLst>
                    <a:ext uri="{FF2B5EF4-FFF2-40B4-BE49-F238E27FC236}">
                      <a16:creationId xmlns:a16="http://schemas.microsoft.com/office/drawing/2014/main" id="{F3BF1093-C4BE-D7CE-262C-6FBC42A65EA4}"/>
                    </a:ext>
                  </a:extLst>
                </p:cNvPr>
                <p:cNvPicPr/>
                <p:nvPr/>
              </p:nvPicPr>
              <p:blipFill>
                <a:blip r:embed="rId258"/>
                <a:stretch>
                  <a:fillRect/>
                </a:stretch>
              </p:blipFill>
              <p:spPr>
                <a:xfrm>
                  <a:off x="928544" y="6157362"/>
                  <a:ext cx="2808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53" name="Ink 152">
                  <a:extLst>
                    <a:ext uri="{FF2B5EF4-FFF2-40B4-BE49-F238E27FC236}">
                      <a16:creationId xmlns:a16="http://schemas.microsoft.com/office/drawing/2014/main" id="{D636D4D3-2C24-49E1-A207-5B56D5ACFD64}"/>
                    </a:ext>
                  </a:extLst>
                </p14:cNvPr>
                <p14:cNvContentPartPr/>
                <p14:nvPr/>
              </p14:nvContentPartPr>
              <p14:xfrm>
                <a:off x="1046624" y="6162042"/>
                <a:ext cx="360" cy="1800"/>
              </p14:xfrm>
            </p:contentPart>
          </mc:Choice>
          <mc:Fallback>
            <p:pic>
              <p:nvPicPr>
                <p:cNvPr id="153" name="Ink 152">
                  <a:extLst>
                    <a:ext uri="{FF2B5EF4-FFF2-40B4-BE49-F238E27FC236}">
                      <a16:creationId xmlns:a16="http://schemas.microsoft.com/office/drawing/2014/main" id="{D636D4D3-2C24-49E1-A207-5B56D5ACFD64}"/>
                    </a:ext>
                  </a:extLst>
                </p:cNvPr>
                <p:cNvPicPr/>
                <p:nvPr/>
              </p:nvPicPr>
              <p:blipFill>
                <a:blip r:embed="rId191"/>
                <a:stretch>
                  <a:fillRect/>
                </a:stretch>
              </p:blipFill>
              <p:spPr>
                <a:xfrm>
                  <a:off x="1037624" y="6153402"/>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4" name="Ink 153">
                  <a:extLst>
                    <a:ext uri="{FF2B5EF4-FFF2-40B4-BE49-F238E27FC236}">
                      <a16:creationId xmlns:a16="http://schemas.microsoft.com/office/drawing/2014/main" id="{FD9D2155-4C16-B08C-6C25-8A81CFAF2AA4}"/>
                    </a:ext>
                  </a:extLst>
                </p14:cNvPr>
                <p14:cNvContentPartPr/>
                <p14:nvPr/>
              </p14:nvContentPartPr>
              <p14:xfrm>
                <a:off x="1133024" y="5823642"/>
                <a:ext cx="214200" cy="398520"/>
              </p14:xfrm>
            </p:contentPart>
          </mc:Choice>
          <mc:Fallback>
            <p:pic>
              <p:nvPicPr>
                <p:cNvPr id="154" name="Ink 153">
                  <a:extLst>
                    <a:ext uri="{FF2B5EF4-FFF2-40B4-BE49-F238E27FC236}">
                      <a16:creationId xmlns:a16="http://schemas.microsoft.com/office/drawing/2014/main" id="{FD9D2155-4C16-B08C-6C25-8A81CFAF2AA4}"/>
                    </a:ext>
                  </a:extLst>
                </p:cNvPr>
                <p:cNvPicPr/>
                <p:nvPr/>
              </p:nvPicPr>
              <p:blipFill>
                <a:blip r:embed="rId261"/>
                <a:stretch>
                  <a:fillRect/>
                </a:stretch>
              </p:blipFill>
              <p:spPr>
                <a:xfrm>
                  <a:off x="1124024" y="5815002"/>
                  <a:ext cx="231840" cy="4161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5" name="Ink 154">
                  <a:extLst>
                    <a:ext uri="{FF2B5EF4-FFF2-40B4-BE49-F238E27FC236}">
                      <a16:creationId xmlns:a16="http://schemas.microsoft.com/office/drawing/2014/main" id="{9E2CD12E-5457-5C28-5106-AFD35C2D3172}"/>
                    </a:ext>
                  </a:extLst>
                </p14:cNvPr>
                <p14:cNvContentPartPr/>
                <p14:nvPr/>
              </p14:nvContentPartPr>
              <p14:xfrm>
                <a:off x="1304024" y="5796642"/>
                <a:ext cx="105480" cy="127440"/>
              </p14:xfrm>
            </p:contentPart>
          </mc:Choice>
          <mc:Fallback>
            <p:pic>
              <p:nvPicPr>
                <p:cNvPr id="155" name="Ink 154">
                  <a:extLst>
                    <a:ext uri="{FF2B5EF4-FFF2-40B4-BE49-F238E27FC236}">
                      <a16:creationId xmlns:a16="http://schemas.microsoft.com/office/drawing/2014/main" id="{9E2CD12E-5457-5C28-5106-AFD35C2D3172}"/>
                    </a:ext>
                  </a:extLst>
                </p:cNvPr>
                <p:cNvPicPr/>
                <p:nvPr/>
              </p:nvPicPr>
              <p:blipFill>
                <a:blip r:embed="rId263"/>
                <a:stretch>
                  <a:fillRect/>
                </a:stretch>
              </p:blipFill>
              <p:spPr>
                <a:xfrm>
                  <a:off x="1295384" y="5787642"/>
                  <a:ext cx="1231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56" name="Ink 155">
                  <a:extLst>
                    <a:ext uri="{FF2B5EF4-FFF2-40B4-BE49-F238E27FC236}">
                      <a16:creationId xmlns:a16="http://schemas.microsoft.com/office/drawing/2014/main" id="{4DA87C28-F6F3-6EB2-AF12-E1A1EA384DE0}"/>
                    </a:ext>
                  </a:extLst>
                </p14:cNvPr>
                <p14:cNvContentPartPr/>
                <p14:nvPr/>
              </p14:nvContentPartPr>
              <p14:xfrm>
                <a:off x="516344" y="5684682"/>
                <a:ext cx="677880" cy="285480"/>
              </p14:xfrm>
            </p:contentPart>
          </mc:Choice>
          <mc:Fallback>
            <p:pic>
              <p:nvPicPr>
                <p:cNvPr id="156" name="Ink 155">
                  <a:extLst>
                    <a:ext uri="{FF2B5EF4-FFF2-40B4-BE49-F238E27FC236}">
                      <a16:creationId xmlns:a16="http://schemas.microsoft.com/office/drawing/2014/main" id="{4DA87C28-F6F3-6EB2-AF12-E1A1EA384DE0}"/>
                    </a:ext>
                  </a:extLst>
                </p:cNvPr>
                <p:cNvPicPr/>
                <p:nvPr/>
              </p:nvPicPr>
              <p:blipFill>
                <a:blip r:embed="rId265"/>
                <a:stretch>
                  <a:fillRect/>
                </a:stretch>
              </p:blipFill>
              <p:spPr>
                <a:xfrm>
                  <a:off x="507704" y="5676042"/>
                  <a:ext cx="69552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57" name="Ink 156">
                  <a:extLst>
                    <a:ext uri="{FF2B5EF4-FFF2-40B4-BE49-F238E27FC236}">
                      <a16:creationId xmlns:a16="http://schemas.microsoft.com/office/drawing/2014/main" id="{CEBE2D26-2D5F-6534-37FD-2EAE60A629D1}"/>
                    </a:ext>
                  </a:extLst>
                </p14:cNvPr>
                <p14:cNvContentPartPr/>
                <p14:nvPr/>
              </p14:nvContentPartPr>
              <p14:xfrm>
                <a:off x="1099904" y="5626722"/>
                <a:ext cx="91440" cy="71280"/>
              </p14:xfrm>
            </p:contentPart>
          </mc:Choice>
          <mc:Fallback>
            <p:pic>
              <p:nvPicPr>
                <p:cNvPr id="157" name="Ink 156">
                  <a:extLst>
                    <a:ext uri="{FF2B5EF4-FFF2-40B4-BE49-F238E27FC236}">
                      <a16:creationId xmlns:a16="http://schemas.microsoft.com/office/drawing/2014/main" id="{CEBE2D26-2D5F-6534-37FD-2EAE60A629D1}"/>
                    </a:ext>
                  </a:extLst>
                </p:cNvPr>
                <p:cNvPicPr/>
                <p:nvPr/>
              </p:nvPicPr>
              <p:blipFill>
                <a:blip r:embed="rId267"/>
                <a:stretch>
                  <a:fillRect/>
                </a:stretch>
              </p:blipFill>
              <p:spPr>
                <a:xfrm>
                  <a:off x="1090904" y="5617722"/>
                  <a:ext cx="10908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58" name="Ink 157">
                  <a:extLst>
                    <a:ext uri="{FF2B5EF4-FFF2-40B4-BE49-F238E27FC236}">
                      <a16:creationId xmlns:a16="http://schemas.microsoft.com/office/drawing/2014/main" id="{9DC0C29A-3EFC-D5AD-ED28-A87E684B5456}"/>
                    </a:ext>
                  </a:extLst>
                </p14:cNvPr>
                <p14:cNvContentPartPr/>
                <p14:nvPr/>
              </p14:nvContentPartPr>
              <p14:xfrm>
                <a:off x="540464" y="5214162"/>
                <a:ext cx="655920" cy="90360"/>
              </p14:xfrm>
            </p:contentPart>
          </mc:Choice>
          <mc:Fallback>
            <p:pic>
              <p:nvPicPr>
                <p:cNvPr id="158" name="Ink 157">
                  <a:extLst>
                    <a:ext uri="{FF2B5EF4-FFF2-40B4-BE49-F238E27FC236}">
                      <a16:creationId xmlns:a16="http://schemas.microsoft.com/office/drawing/2014/main" id="{9DC0C29A-3EFC-D5AD-ED28-A87E684B5456}"/>
                    </a:ext>
                  </a:extLst>
                </p:cNvPr>
                <p:cNvPicPr/>
                <p:nvPr/>
              </p:nvPicPr>
              <p:blipFill>
                <a:blip r:embed="rId269"/>
                <a:stretch>
                  <a:fillRect/>
                </a:stretch>
              </p:blipFill>
              <p:spPr>
                <a:xfrm>
                  <a:off x="531464" y="5205162"/>
                  <a:ext cx="67356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59" name="Ink 158">
                  <a:extLst>
                    <a:ext uri="{FF2B5EF4-FFF2-40B4-BE49-F238E27FC236}">
                      <a16:creationId xmlns:a16="http://schemas.microsoft.com/office/drawing/2014/main" id="{2819358C-A428-78A9-B12B-C04AE5966405}"/>
                    </a:ext>
                  </a:extLst>
                </p14:cNvPr>
                <p14:cNvContentPartPr/>
                <p14:nvPr/>
              </p14:nvContentPartPr>
              <p14:xfrm>
                <a:off x="1151384" y="5203722"/>
                <a:ext cx="27720" cy="72360"/>
              </p14:xfrm>
            </p:contentPart>
          </mc:Choice>
          <mc:Fallback>
            <p:pic>
              <p:nvPicPr>
                <p:cNvPr id="159" name="Ink 158">
                  <a:extLst>
                    <a:ext uri="{FF2B5EF4-FFF2-40B4-BE49-F238E27FC236}">
                      <a16:creationId xmlns:a16="http://schemas.microsoft.com/office/drawing/2014/main" id="{2819358C-A428-78A9-B12B-C04AE5966405}"/>
                    </a:ext>
                  </a:extLst>
                </p:cNvPr>
                <p:cNvPicPr/>
                <p:nvPr/>
              </p:nvPicPr>
              <p:blipFill>
                <a:blip r:embed="rId271"/>
                <a:stretch>
                  <a:fillRect/>
                </a:stretch>
              </p:blipFill>
              <p:spPr>
                <a:xfrm>
                  <a:off x="1142384" y="5195082"/>
                  <a:ext cx="4536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1" name="Ink 160">
                  <a:extLst>
                    <a:ext uri="{FF2B5EF4-FFF2-40B4-BE49-F238E27FC236}">
                      <a16:creationId xmlns:a16="http://schemas.microsoft.com/office/drawing/2014/main" id="{D6A78D30-9FD7-8142-E7A7-B603A2D02DBC}"/>
                    </a:ext>
                  </a:extLst>
                </p14:cNvPr>
                <p14:cNvContentPartPr/>
                <p14:nvPr/>
              </p14:nvContentPartPr>
              <p14:xfrm>
                <a:off x="3810344" y="3019602"/>
                <a:ext cx="4388760" cy="1101240"/>
              </p14:xfrm>
            </p:contentPart>
          </mc:Choice>
          <mc:Fallback>
            <p:pic>
              <p:nvPicPr>
                <p:cNvPr id="161" name="Ink 160">
                  <a:extLst>
                    <a:ext uri="{FF2B5EF4-FFF2-40B4-BE49-F238E27FC236}">
                      <a16:creationId xmlns:a16="http://schemas.microsoft.com/office/drawing/2014/main" id="{D6A78D30-9FD7-8142-E7A7-B603A2D02DBC}"/>
                    </a:ext>
                  </a:extLst>
                </p:cNvPr>
                <p:cNvPicPr/>
                <p:nvPr/>
              </p:nvPicPr>
              <p:blipFill>
                <a:blip r:embed="rId273"/>
                <a:stretch>
                  <a:fillRect/>
                </a:stretch>
              </p:blipFill>
              <p:spPr>
                <a:xfrm>
                  <a:off x="3801704" y="3010602"/>
                  <a:ext cx="4406400" cy="111888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2" name="Ink 161">
                  <a:extLst>
                    <a:ext uri="{FF2B5EF4-FFF2-40B4-BE49-F238E27FC236}">
                      <a16:creationId xmlns:a16="http://schemas.microsoft.com/office/drawing/2014/main" id="{CDAB9769-EFBD-E93A-CB8A-09800B6A0B44}"/>
                    </a:ext>
                  </a:extLst>
                </p14:cNvPr>
                <p14:cNvContentPartPr/>
                <p14:nvPr/>
              </p14:nvContentPartPr>
              <p14:xfrm>
                <a:off x="7977704" y="3943722"/>
                <a:ext cx="189720" cy="167760"/>
              </p14:xfrm>
            </p:contentPart>
          </mc:Choice>
          <mc:Fallback>
            <p:pic>
              <p:nvPicPr>
                <p:cNvPr id="162" name="Ink 161">
                  <a:extLst>
                    <a:ext uri="{FF2B5EF4-FFF2-40B4-BE49-F238E27FC236}">
                      <a16:creationId xmlns:a16="http://schemas.microsoft.com/office/drawing/2014/main" id="{CDAB9769-EFBD-E93A-CB8A-09800B6A0B44}"/>
                    </a:ext>
                  </a:extLst>
                </p:cNvPr>
                <p:cNvPicPr/>
                <p:nvPr/>
              </p:nvPicPr>
              <p:blipFill>
                <a:blip r:embed="rId275"/>
                <a:stretch>
                  <a:fillRect/>
                </a:stretch>
              </p:blipFill>
              <p:spPr>
                <a:xfrm>
                  <a:off x="7968704" y="3934722"/>
                  <a:ext cx="20736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3" name="Ink 162">
                  <a:extLst>
                    <a:ext uri="{FF2B5EF4-FFF2-40B4-BE49-F238E27FC236}">
                      <a16:creationId xmlns:a16="http://schemas.microsoft.com/office/drawing/2014/main" id="{CAC1E7E5-38C3-A501-19F9-2E113F128E5A}"/>
                    </a:ext>
                  </a:extLst>
                </p14:cNvPr>
                <p14:cNvContentPartPr/>
                <p14:nvPr/>
              </p14:nvContentPartPr>
              <p14:xfrm>
                <a:off x="4250264" y="2743122"/>
                <a:ext cx="4060080" cy="1226160"/>
              </p14:xfrm>
            </p:contentPart>
          </mc:Choice>
          <mc:Fallback>
            <p:pic>
              <p:nvPicPr>
                <p:cNvPr id="163" name="Ink 162">
                  <a:extLst>
                    <a:ext uri="{FF2B5EF4-FFF2-40B4-BE49-F238E27FC236}">
                      <a16:creationId xmlns:a16="http://schemas.microsoft.com/office/drawing/2014/main" id="{CAC1E7E5-38C3-A501-19F9-2E113F128E5A}"/>
                    </a:ext>
                  </a:extLst>
                </p:cNvPr>
                <p:cNvPicPr/>
                <p:nvPr/>
              </p:nvPicPr>
              <p:blipFill>
                <a:blip r:embed="rId277"/>
                <a:stretch>
                  <a:fillRect/>
                </a:stretch>
              </p:blipFill>
              <p:spPr>
                <a:xfrm>
                  <a:off x="4241264" y="2734482"/>
                  <a:ext cx="4077720" cy="12438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4" name="Ink 163">
                  <a:extLst>
                    <a:ext uri="{FF2B5EF4-FFF2-40B4-BE49-F238E27FC236}">
                      <a16:creationId xmlns:a16="http://schemas.microsoft.com/office/drawing/2014/main" id="{73C00FD6-52A3-CD6F-8DCB-C28A27042DA5}"/>
                    </a:ext>
                  </a:extLst>
                </p14:cNvPr>
                <p14:cNvContentPartPr/>
                <p14:nvPr/>
              </p14:nvContentPartPr>
              <p14:xfrm>
                <a:off x="4253864" y="3682722"/>
                <a:ext cx="258840" cy="169920"/>
              </p14:xfrm>
            </p:contentPart>
          </mc:Choice>
          <mc:Fallback>
            <p:pic>
              <p:nvPicPr>
                <p:cNvPr id="164" name="Ink 163">
                  <a:extLst>
                    <a:ext uri="{FF2B5EF4-FFF2-40B4-BE49-F238E27FC236}">
                      <a16:creationId xmlns:a16="http://schemas.microsoft.com/office/drawing/2014/main" id="{73C00FD6-52A3-CD6F-8DCB-C28A27042DA5}"/>
                    </a:ext>
                  </a:extLst>
                </p:cNvPr>
                <p:cNvPicPr/>
                <p:nvPr/>
              </p:nvPicPr>
              <p:blipFill>
                <a:blip r:embed="rId279"/>
                <a:stretch>
                  <a:fillRect/>
                </a:stretch>
              </p:blipFill>
              <p:spPr>
                <a:xfrm>
                  <a:off x="4245224" y="3674082"/>
                  <a:ext cx="27648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6" name="Ink 165">
                  <a:extLst>
                    <a:ext uri="{FF2B5EF4-FFF2-40B4-BE49-F238E27FC236}">
                      <a16:creationId xmlns:a16="http://schemas.microsoft.com/office/drawing/2014/main" id="{EB4346F4-2E4F-CF5B-09BA-0FC0B58954B0}"/>
                    </a:ext>
                  </a:extLst>
                </p14:cNvPr>
                <p14:cNvContentPartPr/>
                <p14:nvPr/>
              </p14:nvContentPartPr>
              <p14:xfrm>
                <a:off x="5653544" y="4206522"/>
                <a:ext cx="1303200" cy="772200"/>
              </p14:xfrm>
            </p:contentPart>
          </mc:Choice>
          <mc:Fallback>
            <p:pic>
              <p:nvPicPr>
                <p:cNvPr id="166" name="Ink 165">
                  <a:extLst>
                    <a:ext uri="{FF2B5EF4-FFF2-40B4-BE49-F238E27FC236}">
                      <a16:creationId xmlns:a16="http://schemas.microsoft.com/office/drawing/2014/main" id="{EB4346F4-2E4F-CF5B-09BA-0FC0B58954B0}"/>
                    </a:ext>
                  </a:extLst>
                </p:cNvPr>
                <p:cNvPicPr/>
                <p:nvPr/>
              </p:nvPicPr>
              <p:blipFill>
                <a:blip r:embed="rId281"/>
                <a:stretch>
                  <a:fillRect/>
                </a:stretch>
              </p:blipFill>
              <p:spPr>
                <a:xfrm>
                  <a:off x="5644544" y="4197882"/>
                  <a:ext cx="1320840" cy="78984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67" name="Ink 166">
                  <a:extLst>
                    <a:ext uri="{FF2B5EF4-FFF2-40B4-BE49-F238E27FC236}">
                      <a16:creationId xmlns:a16="http://schemas.microsoft.com/office/drawing/2014/main" id="{1BAB4FCF-2A4F-F909-F5DB-0E1B3596A13F}"/>
                    </a:ext>
                  </a:extLst>
                </p14:cNvPr>
                <p14:cNvContentPartPr/>
                <p14:nvPr/>
              </p14:nvContentPartPr>
              <p14:xfrm>
                <a:off x="5910944" y="4513242"/>
                <a:ext cx="315720" cy="283680"/>
              </p14:xfrm>
            </p:contentPart>
          </mc:Choice>
          <mc:Fallback>
            <p:pic>
              <p:nvPicPr>
                <p:cNvPr id="167" name="Ink 166">
                  <a:extLst>
                    <a:ext uri="{FF2B5EF4-FFF2-40B4-BE49-F238E27FC236}">
                      <a16:creationId xmlns:a16="http://schemas.microsoft.com/office/drawing/2014/main" id="{1BAB4FCF-2A4F-F909-F5DB-0E1B3596A13F}"/>
                    </a:ext>
                  </a:extLst>
                </p:cNvPr>
                <p:cNvPicPr/>
                <p:nvPr/>
              </p:nvPicPr>
              <p:blipFill>
                <a:blip r:embed="rId283"/>
                <a:stretch>
                  <a:fillRect/>
                </a:stretch>
              </p:blipFill>
              <p:spPr>
                <a:xfrm>
                  <a:off x="5901944" y="4504602"/>
                  <a:ext cx="33336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68" name="Ink 167">
                  <a:extLst>
                    <a:ext uri="{FF2B5EF4-FFF2-40B4-BE49-F238E27FC236}">
                      <a16:creationId xmlns:a16="http://schemas.microsoft.com/office/drawing/2014/main" id="{FF607D07-8F23-0C09-539E-2A7D29310FF0}"/>
                    </a:ext>
                  </a:extLst>
                </p14:cNvPr>
                <p14:cNvContentPartPr/>
                <p14:nvPr/>
              </p14:nvContentPartPr>
              <p14:xfrm>
                <a:off x="6192104" y="4468962"/>
                <a:ext cx="176400" cy="292320"/>
              </p14:xfrm>
            </p:contentPart>
          </mc:Choice>
          <mc:Fallback>
            <p:pic>
              <p:nvPicPr>
                <p:cNvPr id="168" name="Ink 167">
                  <a:extLst>
                    <a:ext uri="{FF2B5EF4-FFF2-40B4-BE49-F238E27FC236}">
                      <a16:creationId xmlns:a16="http://schemas.microsoft.com/office/drawing/2014/main" id="{FF607D07-8F23-0C09-539E-2A7D29310FF0}"/>
                    </a:ext>
                  </a:extLst>
                </p:cNvPr>
                <p:cNvPicPr/>
                <p:nvPr/>
              </p:nvPicPr>
              <p:blipFill>
                <a:blip r:embed="rId285"/>
                <a:stretch>
                  <a:fillRect/>
                </a:stretch>
              </p:blipFill>
              <p:spPr>
                <a:xfrm>
                  <a:off x="6183464" y="4460322"/>
                  <a:ext cx="19404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69" name="Ink 168">
                  <a:extLst>
                    <a:ext uri="{FF2B5EF4-FFF2-40B4-BE49-F238E27FC236}">
                      <a16:creationId xmlns:a16="http://schemas.microsoft.com/office/drawing/2014/main" id="{7DD319DF-A3B8-0DFE-861B-96553C238C74}"/>
                    </a:ext>
                  </a:extLst>
                </p14:cNvPr>
                <p14:cNvContentPartPr/>
                <p14:nvPr/>
              </p14:nvContentPartPr>
              <p14:xfrm>
                <a:off x="6451664" y="4492002"/>
                <a:ext cx="99360" cy="279720"/>
              </p14:xfrm>
            </p:contentPart>
          </mc:Choice>
          <mc:Fallback>
            <p:pic>
              <p:nvPicPr>
                <p:cNvPr id="169" name="Ink 168">
                  <a:extLst>
                    <a:ext uri="{FF2B5EF4-FFF2-40B4-BE49-F238E27FC236}">
                      <a16:creationId xmlns:a16="http://schemas.microsoft.com/office/drawing/2014/main" id="{7DD319DF-A3B8-0DFE-861B-96553C238C74}"/>
                    </a:ext>
                  </a:extLst>
                </p:cNvPr>
                <p:cNvPicPr/>
                <p:nvPr/>
              </p:nvPicPr>
              <p:blipFill>
                <a:blip r:embed="rId287"/>
                <a:stretch>
                  <a:fillRect/>
                </a:stretch>
              </p:blipFill>
              <p:spPr>
                <a:xfrm>
                  <a:off x="6442664" y="4483002"/>
                  <a:ext cx="11700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0" name="Ink 169">
                  <a:extLst>
                    <a:ext uri="{FF2B5EF4-FFF2-40B4-BE49-F238E27FC236}">
                      <a16:creationId xmlns:a16="http://schemas.microsoft.com/office/drawing/2014/main" id="{C3D7ACD3-28EC-CEBC-054D-A14D0D0DC9BF}"/>
                    </a:ext>
                  </a:extLst>
                </p14:cNvPr>
                <p14:cNvContentPartPr/>
                <p14:nvPr/>
              </p14:nvContentPartPr>
              <p14:xfrm>
                <a:off x="6638864" y="4562922"/>
                <a:ext cx="123840" cy="62280"/>
              </p14:xfrm>
            </p:contentPart>
          </mc:Choice>
          <mc:Fallback>
            <p:pic>
              <p:nvPicPr>
                <p:cNvPr id="170" name="Ink 169">
                  <a:extLst>
                    <a:ext uri="{FF2B5EF4-FFF2-40B4-BE49-F238E27FC236}">
                      <a16:creationId xmlns:a16="http://schemas.microsoft.com/office/drawing/2014/main" id="{C3D7ACD3-28EC-CEBC-054D-A14D0D0DC9BF}"/>
                    </a:ext>
                  </a:extLst>
                </p:cNvPr>
                <p:cNvPicPr/>
                <p:nvPr/>
              </p:nvPicPr>
              <p:blipFill>
                <a:blip r:embed="rId289"/>
                <a:stretch>
                  <a:fillRect/>
                </a:stretch>
              </p:blipFill>
              <p:spPr>
                <a:xfrm>
                  <a:off x="6630224" y="4554282"/>
                  <a:ext cx="1414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1" name="Ink 170">
                  <a:extLst>
                    <a:ext uri="{FF2B5EF4-FFF2-40B4-BE49-F238E27FC236}">
                      <a16:creationId xmlns:a16="http://schemas.microsoft.com/office/drawing/2014/main" id="{0F278BB5-6675-F9A8-D101-27CF0FAB6DB4}"/>
                    </a:ext>
                  </a:extLst>
                </p14:cNvPr>
                <p14:cNvContentPartPr/>
                <p14:nvPr/>
              </p14:nvContentPartPr>
              <p14:xfrm>
                <a:off x="6632384" y="4495242"/>
                <a:ext cx="61200" cy="218880"/>
              </p14:xfrm>
            </p:contentPart>
          </mc:Choice>
          <mc:Fallback>
            <p:pic>
              <p:nvPicPr>
                <p:cNvPr id="171" name="Ink 170">
                  <a:extLst>
                    <a:ext uri="{FF2B5EF4-FFF2-40B4-BE49-F238E27FC236}">
                      <a16:creationId xmlns:a16="http://schemas.microsoft.com/office/drawing/2014/main" id="{0F278BB5-6675-F9A8-D101-27CF0FAB6DB4}"/>
                    </a:ext>
                  </a:extLst>
                </p:cNvPr>
                <p:cNvPicPr/>
                <p:nvPr/>
              </p:nvPicPr>
              <p:blipFill>
                <a:blip r:embed="rId291"/>
                <a:stretch>
                  <a:fillRect/>
                </a:stretch>
              </p:blipFill>
              <p:spPr>
                <a:xfrm>
                  <a:off x="6623744" y="4486242"/>
                  <a:ext cx="7884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3" name="Ink 172">
                  <a:extLst>
                    <a:ext uri="{FF2B5EF4-FFF2-40B4-BE49-F238E27FC236}">
                      <a16:creationId xmlns:a16="http://schemas.microsoft.com/office/drawing/2014/main" id="{3268AF27-9FD6-7ADB-031C-04FAC2FEB843}"/>
                    </a:ext>
                  </a:extLst>
                </p14:cNvPr>
                <p14:cNvContentPartPr/>
                <p14:nvPr/>
              </p14:nvContentPartPr>
              <p14:xfrm>
                <a:off x="4590104" y="4618002"/>
                <a:ext cx="970200" cy="113400"/>
              </p14:xfrm>
            </p:contentPart>
          </mc:Choice>
          <mc:Fallback>
            <p:pic>
              <p:nvPicPr>
                <p:cNvPr id="173" name="Ink 172">
                  <a:extLst>
                    <a:ext uri="{FF2B5EF4-FFF2-40B4-BE49-F238E27FC236}">
                      <a16:creationId xmlns:a16="http://schemas.microsoft.com/office/drawing/2014/main" id="{3268AF27-9FD6-7ADB-031C-04FAC2FEB843}"/>
                    </a:ext>
                  </a:extLst>
                </p:cNvPr>
                <p:cNvPicPr/>
                <p:nvPr/>
              </p:nvPicPr>
              <p:blipFill>
                <a:blip r:embed="rId293"/>
                <a:stretch>
                  <a:fillRect/>
                </a:stretch>
              </p:blipFill>
              <p:spPr>
                <a:xfrm>
                  <a:off x="4581464" y="4609362"/>
                  <a:ext cx="98784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4" name="Ink 173">
                  <a:extLst>
                    <a:ext uri="{FF2B5EF4-FFF2-40B4-BE49-F238E27FC236}">
                      <a16:creationId xmlns:a16="http://schemas.microsoft.com/office/drawing/2014/main" id="{8096CE39-5FF8-E692-8432-849679942FBC}"/>
                    </a:ext>
                  </a:extLst>
                </p14:cNvPr>
                <p14:cNvContentPartPr/>
                <p14:nvPr/>
              </p14:nvContentPartPr>
              <p14:xfrm>
                <a:off x="5423864" y="4516482"/>
                <a:ext cx="151200" cy="219960"/>
              </p14:xfrm>
            </p:contentPart>
          </mc:Choice>
          <mc:Fallback>
            <p:pic>
              <p:nvPicPr>
                <p:cNvPr id="174" name="Ink 173">
                  <a:extLst>
                    <a:ext uri="{FF2B5EF4-FFF2-40B4-BE49-F238E27FC236}">
                      <a16:creationId xmlns:a16="http://schemas.microsoft.com/office/drawing/2014/main" id="{8096CE39-5FF8-E692-8432-849679942FBC}"/>
                    </a:ext>
                  </a:extLst>
                </p:cNvPr>
                <p:cNvPicPr/>
                <p:nvPr/>
              </p:nvPicPr>
              <p:blipFill>
                <a:blip r:embed="rId295"/>
                <a:stretch>
                  <a:fillRect/>
                </a:stretch>
              </p:blipFill>
              <p:spPr>
                <a:xfrm>
                  <a:off x="5414864" y="4507842"/>
                  <a:ext cx="16884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75" name="Ink 174">
                  <a:extLst>
                    <a:ext uri="{FF2B5EF4-FFF2-40B4-BE49-F238E27FC236}">
                      <a16:creationId xmlns:a16="http://schemas.microsoft.com/office/drawing/2014/main" id="{7F256E99-87B7-B030-F694-1EB161868BD8}"/>
                    </a:ext>
                  </a:extLst>
                </p14:cNvPr>
                <p14:cNvContentPartPr/>
                <p14:nvPr/>
              </p14:nvContentPartPr>
              <p14:xfrm>
                <a:off x="6934064" y="4444482"/>
                <a:ext cx="497520" cy="337320"/>
              </p14:xfrm>
            </p:contentPart>
          </mc:Choice>
          <mc:Fallback>
            <p:pic>
              <p:nvPicPr>
                <p:cNvPr id="175" name="Ink 174">
                  <a:extLst>
                    <a:ext uri="{FF2B5EF4-FFF2-40B4-BE49-F238E27FC236}">
                      <a16:creationId xmlns:a16="http://schemas.microsoft.com/office/drawing/2014/main" id="{7F256E99-87B7-B030-F694-1EB161868BD8}"/>
                    </a:ext>
                  </a:extLst>
                </p:cNvPr>
                <p:cNvPicPr/>
                <p:nvPr/>
              </p:nvPicPr>
              <p:blipFill>
                <a:blip r:embed="rId297"/>
                <a:stretch>
                  <a:fillRect/>
                </a:stretch>
              </p:blipFill>
              <p:spPr>
                <a:xfrm>
                  <a:off x="6925424" y="4435842"/>
                  <a:ext cx="515160" cy="3549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76" name="Ink 175">
                  <a:extLst>
                    <a:ext uri="{FF2B5EF4-FFF2-40B4-BE49-F238E27FC236}">
                      <a16:creationId xmlns:a16="http://schemas.microsoft.com/office/drawing/2014/main" id="{7FF19EE8-9DC0-B9BC-0106-4FE87A97D8A0}"/>
                    </a:ext>
                  </a:extLst>
                </p14:cNvPr>
                <p14:cNvContentPartPr/>
                <p14:nvPr/>
              </p14:nvContentPartPr>
              <p14:xfrm>
                <a:off x="7104704" y="4620882"/>
                <a:ext cx="1154160" cy="63720"/>
              </p14:xfrm>
            </p:contentPart>
          </mc:Choice>
          <mc:Fallback>
            <p:pic>
              <p:nvPicPr>
                <p:cNvPr id="176" name="Ink 175">
                  <a:extLst>
                    <a:ext uri="{FF2B5EF4-FFF2-40B4-BE49-F238E27FC236}">
                      <a16:creationId xmlns:a16="http://schemas.microsoft.com/office/drawing/2014/main" id="{7FF19EE8-9DC0-B9BC-0106-4FE87A97D8A0}"/>
                    </a:ext>
                  </a:extLst>
                </p:cNvPr>
                <p:cNvPicPr/>
                <p:nvPr/>
              </p:nvPicPr>
              <p:blipFill>
                <a:blip r:embed="rId299"/>
                <a:stretch>
                  <a:fillRect/>
                </a:stretch>
              </p:blipFill>
              <p:spPr>
                <a:xfrm>
                  <a:off x="7096064" y="4612242"/>
                  <a:ext cx="117180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77" name="Ink 176">
                  <a:extLst>
                    <a:ext uri="{FF2B5EF4-FFF2-40B4-BE49-F238E27FC236}">
                      <a16:creationId xmlns:a16="http://schemas.microsoft.com/office/drawing/2014/main" id="{06EDFF01-CE29-0589-FDBD-3BF4212FE461}"/>
                    </a:ext>
                  </a:extLst>
                </p14:cNvPr>
                <p14:cNvContentPartPr/>
                <p14:nvPr/>
              </p14:nvContentPartPr>
              <p14:xfrm>
                <a:off x="7352024" y="4368162"/>
                <a:ext cx="678240" cy="483120"/>
              </p14:xfrm>
            </p:contentPart>
          </mc:Choice>
          <mc:Fallback>
            <p:pic>
              <p:nvPicPr>
                <p:cNvPr id="177" name="Ink 176">
                  <a:extLst>
                    <a:ext uri="{FF2B5EF4-FFF2-40B4-BE49-F238E27FC236}">
                      <a16:creationId xmlns:a16="http://schemas.microsoft.com/office/drawing/2014/main" id="{06EDFF01-CE29-0589-FDBD-3BF4212FE461}"/>
                    </a:ext>
                  </a:extLst>
                </p:cNvPr>
                <p:cNvPicPr/>
                <p:nvPr/>
              </p:nvPicPr>
              <p:blipFill>
                <a:blip r:embed="rId301"/>
                <a:stretch>
                  <a:fillRect/>
                </a:stretch>
              </p:blipFill>
              <p:spPr>
                <a:xfrm>
                  <a:off x="7343384" y="4359522"/>
                  <a:ext cx="695880" cy="50076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78" name="Ink 177">
                  <a:extLst>
                    <a:ext uri="{FF2B5EF4-FFF2-40B4-BE49-F238E27FC236}">
                      <a16:creationId xmlns:a16="http://schemas.microsoft.com/office/drawing/2014/main" id="{69E3EDB6-B0E6-D7DC-16A0-76C0D49759FD}"/>
                    </a:ext>
                  </a:extLst>
                </p14:cNvPr>
                <p14:cNvContentPartPr/>
                <p14:nvPr/>
              </p14:nvContentPartPr>
              <p14:xfrm>
                <a:off x="7389464" y="4392642"/>
                <a:ext cx="462600" cy="549360"/>
              </p14:xfrm>
            </p:contentPart>
          </mc:Choice>
          <mc:Fallback>
            <p:pic>
              <p:nvPicPr>
                <p:cNvPr id="178" name="Ink 177">
                  <a:extLst>
                    <a:ext uri="{FF2B5EF4-FFF2-40B4-BE49-F238E27FC236}">
                      <a16:creationId xmlns:a16="http://schemas.microsoft.com/office/drawing/2014/main" id="{69E3EDB6-B0E6-D7DC-16A0-76C0D49759FD}"/>
                    </a:ext>
                  </a:extLst>
                </p:cNvPr>
                <p:cNvPicPr/>
                <p:nvPr/>
              </p:nvPicPr>
              <p:blipFill>
                <a:blip r:embed="rId303"/>
                <a:stretch>
                  <a:fillRect/>
                </a:stretch>
              </p:blipFill>
              <p:spPr>
                <a:xfrm>
                  <a:off x="7380824" y="4384002"/>
                  <a:ext cx="480240" cy="56700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79" name="Ink 178">
                  <a:extLst>
                    <a:ext uri="{FF2B5EF4-FFF2-40B4-BE49-F238E27FC236}">
                      <a16:creationId xmlns:a16="http://schemas.microsoft.com/office/drawing/2014/main" id="{FD2CB1BF-282D-5C25-10EF-4A63C1A6CD20}"/>
                    </a:ext>
                  </a:extLst>
                </p14:cNvPr>
                <p14:cNvContentPartPr/>
                <p14:nvPr/>
              </p14:nvContentPartPr>
              <p14:xfrm>
                <a:off x="5150984" y="4462482"/>
                <a:ext cx="468360" cy="495720"/>
              </p14:xfrm>
            </p:contentPart>
          </mc:Choice>
          <mc:Fallback>
            <p:pic>
              <p:nvPicPr>
                <p:cNvPr id="179" name="Ink 178">
                  <a:extLst>
                    <a:ext uri="{FF2B5EF4-FFF2-40B4-BE49-F238E27FC236}">
                      <a16:creationId xmlns:a16="http://schemas.microsoft.com/office/drawing/2014/main" id="{FD2CB1BF-282D-5C25-10EF-4A63C1A6CD20}"/>
                    </a:ext>
                  </a:extLst>
                </p:cNvPr>
                <p:cNvPicPr/>
                <p:nvPr/>
              </p:nvPicPr>
              <p:blipFill>
                <a:blip r:embed="rId305"/>
                <a:stretch>
                  <a:fillRect/>
                </a:stretch>
              </p:blipFill>
              <p:spPr>
                <a:xfrm>
                  <a:off x="5142344" y="4453842"/>
                  <a:ext cx="486000" cy="51336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0" name="Ink 179">
                  <a:extLst>
                    <a:ext uri="{FF2B5EF4-FFF2-40B4-BE49-F238E27FC236}">
                      <a16:creationId xmlns:a16="http://schemas.microsoft.com/office/drawing/2014/main" id="{6E89F077-EC60-8227-76D9-42A9B9C7AA28}"/>
                    </a:ext>
                  </a:extLst>
                </p14:cNvPr>
                <p14:cNvContentPartPr/>
                <p14:nvPr/>
              </p14:nvContentPartPr>
              <p14:xfrm>
                <a:off x="5138024" y="4582722"/>
                <a:ext cx="269280" cy="512280"/>
              </p14:xfrm>
            </p:contentPart>
          </mc:Choice>
          <mc:Fallback>
            <p:pic>
              <p:nvPicPr>
                <p:cNvPr id="180" name="Ink 179">
                  <a:extLst>
                    <a:ext uri="{FF2B5EF4-FFF2-40B4-BE49-F238E27FC236}">
                      <a16:creationId xmlns:a16="http://schemas.microsoft.com/office/drawing/2014/main" id="{6E89F077-EC60-8227-76D9-42A9B9C7AA28}"/>
                    </a:ext>
                  </a:extLst>
                </p:cNvPr>
                <p:cNvPicPr/>
                <p:nvPr/>
              </p:nvPicPr>
              <p:blipFill>
                <a:blip r:embed="rId307"/>
                <a:stretch>
                  <a:fillRect/>
                </a:stretch>
              </p:blipFill>
              <p:spPr>
                <a:xfrm>
                  <a:off x="5129384" y="4574082"/>
                  <a:ext cx="286920" cy="52992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82" name="Ink 181">
                  <a:extLst>
                    <a:ext uri="{FF2B5EF4-FFF2-40B4-BE49-F238E27FC236}">
                      <a16:creationId xmlns:a16="http://schemas.microsoft.com/office/drawing/2014/main" id="{6BF2309C-4D46-161C-636F-3FB24070FD96}"/>
                    </a:ext>
                  </a:extLst>
                </p14:cNvPr>
                <p14:cNvContentPartPr/>
                <p14:nvPr/>
              </p14:nvContentPartPr>
              <p14:xfrm>
                <a:off x="6180584" y="4091682"/>
                <a:ext cx="464760" cy="378000"/>
              </p14:xfrm>
            </p:contentPart>
          </mc:Choice>
          <mc:Fallback>
            <p:pic>
              <p:nvPicPr>
                <p:cNvPr id="182" name="Ink 181">
                  <a:extLst>
                    <a:ext uri="{FF2B5EF4-FFF2-40B4-BE49-F238E27FC236}">
                      <a16:creationId xmlns:a16="http://schemas.microsoft.com/office/drawing/2014/main" id="{6BF2309C-4D46-161C-636F-3FB24070FD96}"/>
                    </a:ext>
                  </a:extLst>
                </p:cNvPr>
                <p:cNvPicPr/>
                <p:nvPr/>
              </p:nvPicPr>
              <p:blipFill>
                <a:blip r:embed="rId309"/>
                <a:stretch>
                  <a:fillRect/>
                </a:stretch>
              </p:blipFill>
              <p:spPr>
                <a:xfrm>
                  <a:off x="6171944" y="4083042"/>
                  <a:ext cx="482400" cy="39564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83" name="Ink 182">
                  <a:extLst>
                    <a:ext uri="{FF2B5EF4-FFF2-40B4-BE49-F238E27FC236}">
                      <a16:creationId xmlns:a16="http://schemas.microsoft.com/office/drawing/2014/main" id="{315DB3DD-9C97-CA1A-9384-9BEB7415E067}"/>
                    </a:ext>
                  </a:extLst>
                </p14:cNvPr>
                <p14:cNvContentPartPr/>
                <p14:nvPr/>
              </p14:nvContentPartPr>
              <p14:xfrm>
                <a:off x="6099584" y="4053882"/>
                <a:ext cx="461520" cy="645840"/>
              </p14:xfrm>
            </p:contentPart>
          </mc:Choice>
          <mc:Fallback>
            <p:pic>
              <p:nvPicPr>
                <p:cNvPr id="183" name="Ink 182">
                  <a:extLst>
                    <a:ext uri="{FF2B5EF4-FFF2-40B4-BE49-F238E27FC236}">
                      <a16:creationId xmlns:a16="http://schemas.microsoft.com/office/drawing/2014/main" id="{315DB3DD-9C97-CA1A-9384-9BEB7415E067}"/>
                    </a:ext>
                  </a:extLst>
                </p:cNvPr>
                <p:cNvPicPr/>
                <p:nvPr/>
              </p:nvPicPr>
              <p:blipFill>
                <a:blip r:embed="rId311"/>
                <a:stretch>
                  <a:fillRect/>
                </a:stretch>
              </p:blipFill>
              <p:spPr>
                <a:xfrm>
                  <a:off x="6090584" y="4045242"/>
                  <a:ext cx="479160" cy="663480"/>
                </a:xfrm>
                <a:prstGeom prst="rect">
                  <a:avLst/>
                </a:prstGeom>
              </p:spPr>
            </p:pic>
          </mc:Fallback>
        </mc:AlternateContent>
      </p:grpSp>
    </p:spTree>
    <p:extLst>
      <p:ext uri="{BB962C8B-B14F-4D97-AF65-F5344CB8AC3E}">
        <p14:creationId xmlns:p14="http://schemas.microsoft.com/office/powerpoint/2010/main" val="693914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88575"/>
            <a:ext cx="11806237" cy="3354724"/>
          </a:xfrm>
          <a:prstGeom prst="rect">
            <a:avLst/>
          </a:prstGeom>
          <a:noFill/>
          <a:ln>
            <a:noFill/>
          </a:ln>
        </p:spPr>
        <p:txBody>
          <a:bodyPr spcFirstLastPara="1" wrap="square" lIns="91425" tIns="45700" rIns="91425" bIns="45700" anchor="t" anchorCtr="0">
            <a:spAutoFit/>
          </a:bodyPr>
          <a:lstStyle/>
          <a:p>
            <a:pPr algn="l"/>
            <a:r>
              <a:rPr lang="en-US" sz="2000" b="0" i="0" dirty="0">
                <a:solidFill>
                  <a:schemeClr val="tx1"/>
                </a:solidFill>
                <a:effectLst/>
                <a:latin typeface="-apple-system"/>
              </a:rPr>
              <a:t>In this exercise, we want to replace the travel agencies data of our managed travel app with the results of the remote OData service that provides different set of travel agencies from other system altogether. For this use case, we shall leverage the concept of a custom entity. In contrast to "normal" CDS views that read data from the database tables or other CDS views, the so-called custom entities act as a wrapper for a code-based implementation that provides the data instead. This use case involves following steps.</a:t>
            </a:r>
          </a:p>
          <a:p>
            <a:pPr algn="l"/>
            <a:endParaRPr lang="en-US" sz="2000" b="0" i="0" dirty="0">
              <a:solidFill>
                <a:schemeClr val="tx1"/>
              </a:solidFill>
              <a:effectLst/>
              <a:latin typeface="-apple-system"/>
            </a:endParaRPr>
          </a:p>
          <a:p>
            <a:pPr marL="342900" indent="-342900">
              <a:buFont typeface="Arial" panose="020B0604020202020204" pitchFamily="34" charset="0"/>
              <a:buChar char="•"/>
            </a:pPr>
            <a:r>
              <a:rPr lang="en-US" sz="2000" dirty="0">
                <a:solidFill>
                  <a:schemeClr val="tx1"/>
                </a:solidFill>
                <a:latin typeface="72 Condensed" panose="020B0506030000000003" pitchFamily="34" charset="0"/>
                <a:cs typeface="72 Condensed" panose="020B0506030000000003" pitchFamily="34" charset="0"/>
              </a:rPr>
              <a:t>Creating the Service Consumption Model</a:t>
            </a:r>
          </a:p>
          <a:p>
            <a:pPr marL="342900" indent="-342900">
              <a:buFont typeface="Arial" panose="020B0604020202020204" pitchFamily="34" charset="0"/>
              <a:buChar char="•"/>
            </a:pPr>
            <a:r>
              <a:rPr lang="en-US" sz="2000" dirty="0">
                <a:solidFill>
                  <a:schemeClr val="tx1"/>
                </a:solidFill>
                <a:latin typeface="72 Condensed" panose="020B0506030000000003" pitchFamily="34" charset="0"/>
                <a:cs typeface="72 Condensed" panose="020B0506030000000003" pitchFamily="34" charset="0"/>
              </a:rPr>
              <a:t>Defining the Custom CDS Entity</a:t>
            </a:r>
          </a:p>
          <a:p>
            <a:pPr marL="342900" indent="-342900">
              <a:buFont typeface="Arial" panose="020B0604020202020204" pitchFamily="34" charset="0"/>
              <a:buChar char="•"/>
            </a:pPr>
            <a:r>
              <a:rPr lang="en-US" sz="2000" dirty="0">
                <a:solidFill>
                  <a:schemeClr val="tx1"/>
                </a:solidFill>
                <a:latin typeface="72 Condensed" panose="020B0506030000000003" pitchFamily="34" charset="0"/>
                <a:cs typeface="72 Condensed" panose="020B0506030000000003" pitchFamily="34" charset="0"/>
              </a:rPr>
              <a:t>Create a class that implements the query for the custom entity</a:t>
            </a:r>
          </a:p>
          <a:p>
            <a:pPr marL="342900" indent="-342900">
              <a:buFont typeface="Arial" panose="020B0604020202020204" pitchFamily="34" charset="0"/>
              <a:buChar char="•"/>
            </a:pPr>
            <a:r>
              <a:rPr lang="en-US" sz="2000" b="0" i="0" dirty="0">
                <a:solidFill>
                  <a:schemeClr val="tx1"/>
                </a:solidFill>
                <a:effectLst/>
                <a:latin typeface="72 Condensed" panose="020B0506030000000003" pitchFamily="34" charset="0"/>
                <a:cs typeface="72 Condensed" panose="020B0506030000000003" pitchFamily="34" charset="0"/>
              </a:rPr>
              <a:t>Integrate the custom entity in MDE</a:t>
            </a:r>
            <a:br>
              <a:rPr lang="en-US" sz="2000" b="0" i="0" dirty="0">
                <a:solidFill>
                  <a:schemeClr val="tx1"/>
                </a:solidFill>
                <a:effectLst/>
                <a:latin typeface="-apple-system"/>
              </a:rPr>
            </a:br>
            <a:endParaRPr sz="1200" dirty="0">
              <a:solidFill>
                <a:schemeClr val="tx1"/>
              </a:solidFil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Reference Scenario – Custom Entity</a:t>
            </a:r>
            <a:endParaRPr sz="3599" dirty="0">
              <a:solidFill>
                <a:srgbClr val="FFC000"/>
              </a:solidFill>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04101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33115" y="867968"/>
            <a:ext cx="11806237"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Imagine in our company we had written all the business logic in the past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in form of FM, Classes. Today we want to reuse our old code which has the business logic, validation, sequence, processing, along with transaction buffer. So if you want to manage all these codes yourself and integrate your legacy (old code written by you or your team), you will opt for unmanaged (here RAP is not managing the CURD operation) scenario.</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SAP is providing a demo class for learning purpose viz. </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dmo</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cl_flight_legacy</a:t>
            </a:r>
            <a:endParaRPr sz="1800" dirty="0">
              <a:solidFill>
                <a:srgbClr val="000000"/>
              </a:solidFill>
              <a:highlight>
                <a:srgbClr val="F0D8A8"/>
              </a:highlight>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 this class we have our own old logic which contains the transaction buffer and business logic to maintain all the source code to interact with database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allows us to implement the entire runtime of the BO</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Interaction Phase (code to interact and keep data inside </a:t>
            </a:r>
            <a:r>
              <a:rPr lang="en-US" sz="1800" dirty="0" err="1">
                <a:solidFill>
                  <a:schemeClr val="dk1"/>
                </a:solidFill>
                <a:latin typeface="Calibri"/>
                <a:ea typeface="Calibri"/>
                <a:cs typeface="Calibri"/>
                <a:sym typeface="Calibri"/>
              </a:rPr>
              <a:t>itab</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Transaction Buffer (like a internal table where we keep temporary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Save Sequence (Commit work and Rollback)</a:t>
            </a:r>
            <a:endParaRPr dirty="0"/>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Reference Scenario – Unmanaged </a:t>
            </a:r>
            <a:r>
              <a:rPr lang="en-US" sz="3599" dirty="0" err="1">
                <a:solidFill>
                  <a:srgbClr val="FFC000"/>
                </a:solidFill>
                <a:latin typeface="Cooper Black" panose="0208090404030B020404" pitchFamily="18" charset="0"/>
                <a:ea typeface="Corben"/>
                <a:cs typeface="Corben"/>
                <a:sym typeface="Corben"/>
              </a:rPr>
              <a:t>Impl</a:t>
            </a:r>
            <a:r>
              <a:rPr lang="en-US" sz="3599" dirty="0">
                <a:solidFill>
                  <a:srgbClr val="FFC000"/>
                </a:solidFill>
                <a:latin typeface="Cooper Black" panose="0208090404030B020404" pitchFamily="18" charset="0"/>
                <a:ea typeface="Corben"/>
                <a:cs typeface="Corben"/>
                <a:sym typeface="Corben"/>
              </a:rPr>
              <a:t>.</a:t>
            </a:r>
            <a:endParaRPr sz="3599" dirty="0">
              <a:solidFill>
                <a:srgbClr val="FFC000"/>
              </a:solidFill>
              <a:latin typeface="Cooper Black" panose="0208090404030B020404" pitchFamily="18" charset="0"/>
              <a:ea typeface="Corben"/>
              <a:cs typeface="Corben"/>
              <a:sym typeface="Corben"/>
            </a:endParaRPr>
          </a:p>
        </p:txBody>
      </p:sp>
      <p:sp>
        <p:nvSpPr>
          <p:cNvPr id="1824" name="Google Shape;1824;p103"/>
          <p:cNvSpPr/>
          <p:nvPr/>
        </p:nvSpPr>
        <p:spPr>
          <a:xfrm>
            <a:off x="3674740" y="4228143"/>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UPDATE_BAPI</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(LUW)</a:t>
            </a:r>
            <a:endParaRPr/>
          </a:p>
        </p:txBody>
      </p:sp>
      <p:sp>
        <p:nvSpPr>
          <p:cNvPr id="1825" name="Google Shape;1825;p103"/>
          <p:cNvSpPr/>
          <p:nvPr/>
        </p:nvSpPr>
        <p:spPr>
          <a:xfrm>
            <a:off x="2954660" y="4380832"/>
            <a:ext cx="576064" cy="504056"/>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26" name="Google Shape;1826;p103"/>
          <p:cNvSpPr/>
          <p:nvPr/>
        </p:nvSpPr>
        <p:spPr>
          <a:xfrm>
            <a:off x="7851204" y="4668864"/>
            <a:ext cx="1152128" cy="576064"/>
          </a:xfrm>
          <a:prstGeom prst="flowChartMagneticDisk">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1827" name="Google Shape;1827;p103"/>
          <p:cNvCxnSpPr>
            <a:endCxn id="1826" idx="2"/>
          </p:cNvCxnSpPr>
          <p:nvPr/>
        </p:nvCxnSpPr>
        <p:spPr>
          <a:xfrm>
            <a:off x="6555204" y="4524896"/>
            <a:ext cx="1296000" cy="432000"/>
          </a:xfrm>
          <a:prstGeom prst="straightConnector1">
            <a:avLst/>
          </a:prstGeom>
          <a:noFill/>
          <a:ln w="9525" cap="flat" cmpd="sng">
            <a:solidFill>
              <a:schemeClr val="accent1"/>
            </a:solidFill>
            <a:prstDash val="solid"/>
            <a:miter lim="800000"/>
            <a:headEnd type="none" w="sm" len="sm"/>
            <a:tailEnd type="triangle" w="med" len="med"/>
          </a:ln>
        </p:spPr>
      </p:cxnSp>
      <p:sp>
        <p:nvSpPr>
          <p:cNvPr id="1828" name="Google Shape;1828;p103"/>
          <p:cNvSpPr/>
          <p:nvPr/>
        </p:nvSpPr>
        <p:spPr>
          <a:xfrm>
            <a:off x="2229408" y="5432568"/>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BAPI_TR_COMMIT</a:t>
            </a:r>
            <a:endParaRPr/>
          </a:p>
        </p:txBody>
      </p:sp>
      <p:sp>
        <p:nvSpPr>
          <p:cNvPr id="1829" name="Google Shape;1829;p103"/>
          <p:cNvSpPr/>
          <p:nvPr/>
        </p:nvSpPr>
        <p:spPr>
          <a:xfrm>
            <a:off x="5450360" y="5438067"/>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BAPI_TR_ROLLBACK</a:t>
            </a:r>
            <a:endParaRPr/>
          </a:p>
        </p:txBody>
      </p:sp>
      <p:cxnSp>
        <p:nvCxnSpPr>
          <p:cNvPr id="1830" name="Google Shape;1830;p103"/>
          <p:cNvCxnSpPr>
            <a:stCxn id="1828" idx="2"/>
            <a:endCxn id="1826" idx="4"/>
          </p:cNvCxnSpPr>
          <p:nvPr/>
        </p:nvCxnSpPr>
        <p:spPr>
          <a:xfrm rot="-5400000">
            <a:off x="5720522" y="2941906"/>
            <a:ext cx="1267800" cy="5297700"/>
          </a:xfrm>
          <a:prstGeom prst="bentConnector4">
            <a:avLst>
              <a:gd name="adj1" fmla="val -18031"/>
              <a:gd name="adj2" fmla="val 104316"/>
            </a:avLst>
          </a:prstGeom>
          <a:noFill/>
          <a:ln w="9525" cap="flat" cmpd="sng">
            <a:solidFill>
              <a:schemeClr val="accent1"/>
            </a:solidFill>
            <a:prstDash val="solid"/>
            <a:miter lim="800000"/>
            <a:headEnd type="none" w="sm" len="sm"/>
            <a:tailEnd type="triangle" w="med" len="med"/>
          </a:ln>
        </p:spPr>
      </p:cxnSp>
      <p:cxnSp>
        <p:nvCxnSpPr>
          <p:cNvPr id="1831" name="Google Shape;1831;p103"/>
          <p:cNvCxnSpPr>
            <a:stCxn id="1829" idx="2"/>
            <a:endCxn id="1826" idx="4"/>
          </p:cNvCxnSpPr>
          <p:nvPr/>
        </p:nvCxnSpPr>
        <p:spPr>
          <a:xfrm rot="-5400000">
            <a:off x="7328374" y="4555105"/>
            <a:ext cx="1273200" cy="2076900"/>
          </a:xfrm>
          <a:prstGeom prst="bentConnector4">
            <a:avLst>
              <a:gd name="adj1" fmla="val -17955"/>
              <a:gd name="adj2" fmla="val 111002"/>
            </a:avLst>
          </a:prstGeom>
          <a:noFill/>
          <a:ln w="9525" cap="flat" cmpd="sng">
            <a:solidFill>
              <a:schemeClr val="accent1"/>
            </a:solidFill>
            <a:prstDash val="solid"/>
            <a:miter lim="800000"/>
            <a:headEnd type="none" w="sm" len="sm"/>
            <a:tailEnd type="triangle" w="med" len="med"/>
          </a:ln>
        </p:spPr>
      </p:cxn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D2EC49A-4812-8B02-5684-5CD94DB4A79B}"/>
                  </a:ext>
                </a:extLst>
              </p14:cNvPr>
              <p14:cNvContentPartPr/>
              <p14:nvPr/>
            </p14:nvContentPartPr>
            <p14:xfrm>
              <a:off x="5761372" y="1920639"/>
              <a:ext cx="1440" cy="1440"/>
            </p14:xfrm>
          </p:contentPart>
        </mc:Choice>
        <mc:Fallback xmlns="">
          <p:pic>
            <p:nvPicPr>
              <p:cNvPr id="2" name="Ink 1">
                <a:extLst>
                  <a:ext uri="{FF2B5EF4-FFF2-40B4-BE49-F238E27FC236}">
                    <a16:creationId xmlns:a16="http://schemas.microsoft.com/office/drawing/2014/main" id="{5D2EC49A-4812-8B02-5684-5CD94DB4A79B}"/>
                  </a:ext>
                </a:extLst>
              </p:cNvPr>
              <p:cNvPicPr/>
              <p:nvPr/>
            </p:nvPicPr>
            <p:blipFill>
              <a:blip r:embed="rId5"/>
              <a:stretch>
                <a:fillRect/>
              </a:stretch>
            </p:blipFill>
            <p:spPr>
              <a:xfrm>
                <a:off x="5752732" y="1911639"/>
                <a:ext cx="19080" cy="1908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104"/>
          <p:cNvSpPr/>
          <p:nvPr/>
        </p:nvSpPr>
        <p:spPr>
          <a:xfrm>
            <a:off x="2069310" y="2052271"/>
            <a:ext cx="3060338" cy="1944216"/>
          </a:xfrm>
          <a:prstGeom prst="rect">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38" name="Google Shape;1838;p10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a:t>
            </a:r>
            <a:endParaRPr sz="3599" dirty="0">
              <a:solidFill>
                <a:srgbClr val="FFC000"/>
              </a:solidFill>
              <a:latin typeface="Cooper Black" panose="0208090404030B020404" pitchFamily="18" charset="0"/>
              <a:ea typeface="Corben"/>
              <a:cs typeface="Corben"/>
              <a:sym typeface="Corben"/>
            </a:endParaRPr>
          </a:p>
        </p:txBody>
      </p:sp>
      <p:sp>
        <p:nvSpPr>
          <p:cNvPr id="1841" name="Google Shape;1841;p104"/>
          <p:cNvSpPr/>
          <p:nvPr/>
        </p:nvSpPr>
        <p:spPr>
          <a:xfrm>
            <a:off x="1511247"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Agency</a:t>
            </a:r>
            <a:endParaRPr/>
          </a:p>
        </p:txBody>
      </p:sp>
      <p:sp>
        <p:nvSpPr>
          <p:cNvPr id="1842" name="Google Shape;1842;p104"/>
          <p:cNvSpPr/>
          <p:nvPr/>
        </p:nvSpPr>
        <p:spPr>
          <a:xfrm>
            <a:off x="4373566"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Customer</a:t>
            </a:r>
            <a:endParaRPr dirty="0"/>
          </a:p>
        </p:txBody>
      </p:sp>
      <p:sp>
        <p:nvSpPr>
          <p:cNvPr id="1843" name="Google Shape;1843;p104"/>
          <p:cNvSpPr/>
          <p:nvPr/>
        </p:nvSpPr>
        <p:spPr>
          <a:xfrm>
            <a:off x="178127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agency</a:t>
            </a:r>
            <a:endParaRPr dirty="0"/>
          </a:p>
        </p:txBody>
      </p:sp>
      <p:sp>
        <p:nvSpPr>
          <p:cNvPr id="1844" name="Google Shape;1844;p104"/>
          <p:cNvSpPr/>
          <p:nvPr/>
        </p:nvSpPr>
        <p:spPr>
          <a:xfrm>
            <a:off x="466159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customer</a:t>
            </a:r>
            <a:endParaRPr dirty="0"/>
          </a:p>
        </p:txBody>
      </p:sp>
      <p:sp>
        <p:nvSpPr>
          <p:cNvPr id="1845" name="Google Shape;1845;p104"/>
          <p:cNvSpPr/>
          <p:nvPr/>
        </p:nvSpPr>
        <p:spPr>
          <a:xfrm>
            <a:off x="7541918" y="5607147"/>
            <a:ext cx="2150306"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a:t>
            </a:r>
            <a:r>
              <a:rPr lang="en-US" sz="1600" dirty="0" err="1">
                <a:solidFill>
                  <a:schemeClr val="lt1"/>
                </a:solidFill>
                <a:latin typeface="Calibri"/>
                <a:ea typeface="Calibri"/>
                <a:cs typeface="Calibri"/>
                <a:sym typeface="Calibri"/>
              </a:rPr>
              <a:t>dmo</a:t>
            </a:r>
            <a:r>
              <a:rPr lang="en-US" sz="1600" dirty="0">
                <a:solidFill>
                  <a:schemeClr val="lt1"/>
                </a:solidFill>
                <a:latin typeface="Calibri"/>
                <a:ea typeface="Calibri"/>
                <a:cs typeface="Calibri"/>
                <a:sym typeface="Calibri"/>
              </a:rPr>
              <a:t>/travel</a:t>
            </a:r>
            <a:endParaRPr dirty="0"/>
          </a:p>
        </p:txBody>
      </p:sp>
      <p:sp>
        <p:nvSpPr>
          <p:cNvPr id="1846" name="Google Shape;1846;p104"/>
          <p:cNvSpPr/>
          <p:nvPr/>
        </p:nvSpPr>
        <p:spPr>
          <a:xfrm>
            <a:off x="5616946" y="3348233"/>
            <a:ext cx="2088232" cy="52047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err="1">
                <a:solidFill>
                  <a:schemeClr val="lt1"/>
                </a:solidFill>
                <a:latin typeface="Calibri"/>
                <a:ea typeface="Calibri"/>
                <a:cs typeface="Calibri"/>
                <a:sym typeface="Calibri"/>
              </a:rPr>
              <a:t>Travel_U</a:t>
            </a:r>
            <a:endParaRPr sz="2400" dirty="0">
              <a:solidFill>
                <a:schemeClr val="lt1"/>
              </a:solidFill>
              <a:latin typeface="Calibri"/>
              <a:ea typeface="Calibri"/>
              <a:cs typeface="Calibri"/>
              <a:sym typeface="Calibri"/>
            </a:endParaRPr>
          </a:p>
        </p:txBody>
      </p:sp>
      <p:cxnSp>
        <p:nvCxnSpPr>
          <p:cNvPr id="1847" name="Google Shape;1847;p104"/>
          <p:cNvCxnSpPr>
            <a:stCxn id="1844" idx="0"/>
            <a:endCxn id="1842" idx="2"/>
          </p:cNvCxnSpPr>
          <p:nvPr/>
        </p:nvCxnSpPr>
        <p:spPr>
          <a:xfrm rot="10800000">
            <a:off x="5417682" y="5309582"/>
            <a:ext cx="0" cy="3174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8" name="Google Shape;1848;p104"/>
          <p:cNvCxnSpPr>
            <a:stCxn id="1843" idx="0"/>
            <a:endCxn id="1841" idx="2"/>
          </p:cNvCxnSpPr>
          <p:nvPr/>
        </p:nvCxnSpPr>
        <p:spPr>
          <a:xfrm flipV="1">
            <a:off x="2537362" y="5309526"/>
            <a:ext cx="18001" cy="317456"/>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9" name="Google Shape;1849;p104"/>
          <p:cNvCxnSpPr>
            <a:stCxn id="1842" idx="0"/>
            <a:endCxn id="1846" idx="2"/>
          </p:cNvCxnSpPr>
          <p:nvPr/>
        </p:nvCxnSpPr>
        <p:spPr>
          <a:xfrm rot="-5400000">
            <a:off x="5715132" y="3571388"/>
            <a:ext cx="648600" cy="1243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0" name="Google Shape;1850;p104"/>
          <p:cNvCxnSpPr>
            <a:stCxn id="1841" idx="0"/>
            <a:endCxn id="1846" idx="2"/>
          </p:cNvCxnSpPr>
          <p:nvPr/>
        </p:nvCxnSpPr>
        <p:spPr>
          <a:xfrm rot="5400000" flipH="1" flipV="1">
            <a:off x="4283845" y="2140222"/>
            <a:ext cx="648734" cy="4105699"/>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1" name="Google Shape;1851;p104"/>
          <p:cNvCxnSpPr>
            <a:stCxn id="1845" idx="0"/>
          </p:cNvCxnSpPr>
          <p:nvPr/>
        </p:nvCxnSpPr>
        <p:spPr>
          <a:xfrm rot="10800000">
            <a:off x="7076271" y="3852447"/>
            <a:ext cx="1540800" cy="1754700"/>
          </a:xfrm>
          <a:prstGeom prst="straightConnector1">
            <a:avLst/>
          </a:prstGeom>
          <a:noFill/>
          <a:ln w="9525" cap="flat" cmpd="sng">
            <a:solidFill>
              <a:schemeClr val="accent1"/>
            </a:solidFill>
            <a:prstDash val="solid"/>
            <a:miter lim="800000"/>
            <a:headEnd type="none" w="sm" len="sm"/>
            <a:tailEnd type="triangle" w="med" len="med"/>
          </a:ln>
        </p:spPr>
      </p:cxnSp>
      <p:sp>
        <p:nvSpPr>
          <p:cNvPr id="1852" name="Google Shape;1852;p104"/>
          <p:cNvSpPr/>
          <p:nvPr/>
        </p:nvSpPr>
        <p:spPr>
          <a:xfrm>
            <a:off x="8334007" y="3368094"/>
            <a:ext cx="2376264" cy="50079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Travel_U_MDE</a:t>
            </a:r>
            <a:endParaRPr sz="2400">
              <a:solidFill>
                <a:schemeClr val="lt1"/>
              </a:solidFill>
              <a:latin typeface="Calibri"/>
              <a:ea typeface="Calibri"/>
              <a:cs typeface="Calibri"/>
              <a:sym typeface="Calibri"/>
            </a:endParaRPr>
          </a:p>
        </p:txBody>
      </p:sp>
      <p:cxnSp>
        <p:nvCxnSpPr>
          <p:cNvPr id="1853" name="Google Shape;1853;p104"/>
          <p:cNvCxnSpPr>
            <a:stCxn id="1846" idx="3"/>
            <a:endCxn id="1852" idx="1"/>
          </p:cNvCxnSpPr>
          <p:nvPr/>
        </p:nvCxnSpPr>
        <p:spPr>
          <a:xfrm>
            <a:off x="7705178" y="3608469"/>
            <a:ext cx="628800" cy="9900"/>
          </a:xfrm>
          <a:prstGeom prst="straightConnector1">
            <a:avLst/>
          </a:prstGeom>
          <a:noFill/>
          <a:ln w="9525" cap="flat" cmpd="sng">
            <a:solidFill>
              <a:schemeClr val="accent1"/>
            </a:solidFill>
            <a:prstDash val="solid"/>
            <a:miter lim="800000"/>
            <a:headEnd type="none" w="sm" len="sm"/>
            <a:tailEnd type="none" w="sm" len="sm"/>
          </a:ln>
        </p:spPr>
      </p:cxnSp>
      <p:sp>
        <p:nvSpPr>
          <p:cNvPr id="1854" name="Google Shape;1854;p104"/>
          <p:cNvSpPr/>
          <p:nvPr/>
        </p:nvSpPr>
        <p:spPr>
          <a:xfrm>
            <a:off x="5544938" y="2154123"/>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definition</a:t>
            </a:r>
            <a:endParaRPr/>
          </a:p>
        </p:txBody>
      </p:sp>
      <p:cxnSp>
        <p:nvCxnSpPr>
          <p:cNvPr id="1855" name="Google Shape;1855;p104"/>
          <p:cNvCxnSpPr>
            <a:stCxn id="1846" idx="0"/>
            <a:endCxn id="1854" idx="2"/>
          </p:cNvCxnSpPr>
          <p:nvPr/>
        </p:nvCxnSpPr>
        <p:spPr>
          <a:xfrm rot="10800000">
            <a:off x="6661062" y="2874233"/>
            <a:ext cx="0" cy="474000"/>
          </a:xfrm>
          <a:prstGeom prst="straightConnector1">
            <a:avLst/>
          </a:prstGeom>
          <a:noFill/>
          <a:ln w="9525" cap="flat" cmpd="sng">
            <a:solidFill>
              <a:schemeClr val="accent1"/>
            </a:solidFill>
            <a:prstDash val="solid"/>
            <a:miter lim="800000"/>
            <a:headEnd type="none" w="sm" len="sm"/>
            <a:tailEnd type="triangle" w="med" len="med"/>
          </a:ln>
        </p:spPr>
      </p:cxnSp>
      <p:sp>
        <p:nvSpPr>
          <p:cNvPr id="1856" name="Google Shape;1856;p104"/>
          <p:cNvSpPr/>
          <p:nvPr/>
        </p:nvSpPr>
        <p:spPr>
          <a:xfrm>
            <a:off x="5544938" y="913572"/>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Impl.</a:t>
            </a:r>
            <a:endParaRPr/>
          </a:p>
        </p:txBody>
      </p:sp>
      <p:cxnSp>
        <p:nvCxnSpPr>
          <p:cNvPr id="1857" name="Google Shape;1857;p104"/>
          <p:cNvCxnSpPr>
            <a:stCxn id="1854" idx="0"/>
            <a:endCxn id="1856" idx="2"/>
          </p:cNvCxnSpPr>
          <p:nvPr/>
        </p:nvCxnSpPr>
        <p:spPr>
          <a:xfrm rot="10800000">
            <a:off x="6661062" y="1633623"/>
            <a:ext cx="0" cy="520500"/>
          </a:xfrm>
          <a:prstGeom prst="straightConnector1">
            <a:avLst/>
          </a:prstGeom>
          <a:noFill/>
          <a:ln w="9525" cap="flat" cmpd="sng">
            <a:solidFill>
              <a:schemeClr val="accent1"/>
            </a:solidFill>
            <a:prstDash val="solid"/>
            <a:miter lim="800000"/>
            <a:headEnd type="none" w="sm" len="sm"/>
            <a:tailEnd type="triangle" w="med" len="med"/>
          </a:ln>
        </p:spPr>
      </p:cxnSp>
      <p:sp>
        <p:nvSpPr>
          <p:cNvPr id="1858" name="Google Shape;1858;p104"/>
          <p:cNvSpPr/>
          <p:nvPr/>
        </p:nvSpPr>
        <p:spPr>
          <a:xfrm>
            <a:off x="2429351" y="3203737"/>
            <a:ext cx="2431510" cy="648734"/>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 unmanaged</a:t>
            </a:r>
            <a:endParaRPr dirty="0"/>
          </a:p>
        </p:txBody>
      </p:sp>
      <p:sp>
        <p:nvSpPr>
          <p:cNvPr id="1859" name="Google Shape;1859;p104"/>
          <p:cNvSpPr/>
          <p:nvPr/>
        </p:nvSpPr>
        <p:spPr>
          <a:xfrm>
            <a:off x="2429351" y="2237547"/>
            <a:ext cx="2431510" cy="648734"/>
          </a:xfrm>
          <a:prstGeom prst="rect">
            <a:avLst/>
          </a:prstGeom>
          <a:solidFill>
            <a:srgbClr val="FF0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BIMP-unmanaged</a:t>
            </a:r>
            <a:endParaRPr/>
          </a:p>
        </p:txBody>
      </p:sp>
      <p:cxnSp>
        <p:nvCxnSpPr>
          <p:cNvPr id="1860" name="Google Shape;1860;p104"/>
          <p:cNvCxnSpPr>
            <a:stCxn id="1858" idx="3"/>
            <a:endCxn id="1846" idx="1"/>
          </p:cNvCxnSpPr>
          <p:nvPr/>
        </p:nvCxnSpPr>
        <p:spPr>
          <a:xfrm>
            <a:off x="4860861" y="3528104"/>
            <a:ext cx="756000" cy="80400"/>
          </a:xfrm>
          <a:prstGeom prst="straightConnector1">
            <a:avLst/>
          </a:prstGeom>
          <a:noFill/>
          <a:ln w="9525" cap="flat" cmpd="sng">
            <a:solidFill>
              <a:schemeClr val="accent1"/>
            </a:solidFill>
            <a:prstDash val="solid"/>
            <a:miter lim="800000"/>
            <a:headEnd type="none" w="sm" len="sm"/>
            <a:tailEnd type="none" w="sm" len="sm"/>
          </a:ln>
        </p:spPr>
      </p:cxnSp>
      <p:cxnSp>
        <p:nvCxnSpPr>
          <p:cNvPr id="1861" name="Google Shape;1861;p104"/>
          <p:cNvCxnSpPr>
            <a:stCxn id="1859" idx="2"/>
            <a:endCxn id="1858" idx="0"/>
          </p:cNvCxnSpPr>
          <p:nvPr/>
        </p:nvCxnSpPr>
        <p:spPr>
          <a:xfrm>
            <a:off x="3645106" y="2886281"/>
            <a:ext cx="0" cy="317400"/>
          </a:xfrm>
          <a:prstGeom prst="straightConnector1">
            <a:avLst/>
          </a:prstGeom>
          <a:noFill/>
          <a:ln w="9525" cap="flat" cmpd="sng">
            <a:solidFill>
              <a:schemeClr val="accent1"/>
            </a:solidFill>
            <a:prstDash val="solid"/>
            <a:miter lim="800000"/>
            <a:headEnd type="none" w="sm" len="sm"/>
            <a:tailEnd type="none" w="sm" len="sm"/>
          </a:ln>
        </p:spPr>
      </p:cxnSp>
      <p:pic>
        <p:nvPicPr>
          <p:cNvPr id="2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7" name="Google Shape;1867;p105"/>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&lt;&gt;</a:t>
            </a:r>
            <a:endParaRPr sz="1800">
              <a:solidFill>
                <a:schemeClr val="dk1"/>
              </a:solidFill>
              <a:latin typeface="Calibri"/>
              <a:ea typeface="Calibri"/>
              <a:cs typeface="Calibri"/>
              <a:sym typeface="Calibri"/>
            </a:endParaRPr>
          </a:p>
        </p:txBody>
      </p:sp>
      <p:sp>
        <p:nvSpPr>
          <p:cNvPr id="1868" name="Google Shape;1868;p10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Title</a:t>
            </a:r>
            <a:endParaRPr sz="3599" dirty="0">
              <a:solidFill>
                <a:srgbClr val="FFC000"/>
              </a:solidFill>
              <a:latin typeface="Cooper Black" panose="0208090404030B020404" pitchFamily="18" charset="0"/>
              <a:ea typeface="Corben"/>
              <a:cs typeface="Corben"/>
              <a:sym typeface="Corben"/>
            </a:endParaRPr>
          </a:p>
        </p:txBody>
      </p:sp>
      <p:sp>
        <p:nvSpPr>
          <p:cNvPr id="1871" name="Google Shape;1871;p105"/>
          <p:cNvSpPr/>
          <p:nvPr/>
        </p:nvSpPr>
        <p:spPr>
          <a:xfrm>
            <a:off x="612471" y="1145484"/>
            <a:ext cx="5544616" cy="46805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72" name="Google Shape;1872;p105"/>
          <p:cNvSpPr/>
          <p:nvPr/>
        </p:nvSpPr>
        <p:spPr>
          <a:xfrm>
            <a:off x="981844" y="146883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3" name="Google Shape;1873;p105"/>
          <p:cNvSpPr/>
          <p:nvPr/>
        </p:nvSpPr>
        <p:spPr>
          <a:xfrm>
            <a:off x="991516" y="2046611"/>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4" name="Google Shape;1874;p105"/>
          <p:cNvSpPr/>
          <p:nvPr/>
        </p:nvSpPr>
        <p:spPr>
          <a:xfrm>
            <a:off x="981844" y="264191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5" name="Google Shape;1875;p105"/>
          <p:cNvSpPr/>
          <p:nvPr/>
        </p:nvSpPr>
        <p:spPr>
          <a:xfrm>
            <a:off x="981844" y="3379956"/>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6" name="Google Shape;1876;p105"/>
          <p:cNvSpPr/>
          <p:nvPr/>
        </p:nvSpPr>
        <p:spPr>
          <a:xfrm>
            <a:off x="3914242" y="1451672"/>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7" name="Google Shape;1877;p105"/>
          <p:cNvSpPr/>
          <p:nvPr/>
        </p:nvSpPr>
        <p:spPr>
          <a:xfrm>
            <a:off x="3888183" y="2060848"/>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8" name="Google Shape;1878;p105"/>
          <p:cNvSpPr/>
          <p:nvPr/>
        </p:nvSpPr>
        <p:spPr>
          <a:xfrm>
            <a:off x="3898168" y="2714704"/>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9" name="Google Shape;1879;p105"/>
          <p:cNvSpPr/>
          <p:nvPr/>
        </p:nvSpPr>
        <p:spPr>
          <a:xfrm>
            <a:off x="3881622" y="3323880"/>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80" name="Google Shape;1880;p105"/>
          <p:cNvSpPr/>
          <p:nvPr/>
        </p:nvSpPr>
        <p:spPr>
          <a:xfrm>
            <a:off x="6310436" y="2204864"/>
            <a:ext cx="1224136" cy="2160240"/>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81" name="Google Shape;1881;p105"/>
          <p:cNvSpPr txBox="1"/>
          <p:nvPr/>
        </p:nvSpPr>
        <p:spPr>
          <a:xfrm>
            <a:off x="7534572" y="1124744"/>
            <a:ext cx="4166530"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How you know in the code which fields are changed on the screen by the user.</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So accordingly we can update the data into the database only for the changed fields??</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RAP provides a compiler structure called %control which will tell us what fields were changed on UI. </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We need to tell the RAP, what will be the datatype for the control structure.</a:t>
            </a:r>
            <a:endParaRPr dirty="0"/>
          </a:p>
        </p:txBody>
      </p:sp>
      <p:pic>
        <p:nvPicPr>
          <p:cNvPr id="1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9C0761D9-26FF-C854-2C68-C7542DAD68B1}"/>
                  </a:ext>
                </a:extLst>
              </p14:cNvPr>
              <p14:cNvContentPartPr/>
              <p14:nvPr/>
            </p14:nvContentPartPr>
            <p14:xfrm>
              <a:off x="2763104" y="2056962"/>
              <a:ext cx="336960" cy="162720"/>
            </p14:xfrm>
          </p:contentPart>
        </mc:Choice>
        <mc:Fallback>
          <p:pic>
            <p:nvPicPr>
              <p:cNvPr id="2" name="Ink 1">
                <a:extLst>
                  <a:ext uri="{FF2B5EF4-FFF2-40B4-BE49-F238E27FC236}">
                    <a16:creationId xmlns:a16="http://schemas.microsoft.com/office/drawing/2014/main" id="{9C0761D9-26FF-C854-2C68-C7542DAD68B1}"/>
                  </a:ext>
                </a:extLst>
              </p:cNvPr>
              <p:cNvPicPr/>
              <p:nvPr/>
            </p:nvPicPr>
            <p:blipFill>
              <a:blip r:embed="rId5"/>
              <a:stretch>
                <a:fillRect/>
              </a:stretch>
            </p:blipFill>
            <p:spPr>
              <a:xfrm>
                <a:off x="2754104" y="2047962"/>
                <a:ext cx="3546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AEA732A3-2457-BA28-E971-8BE76DC7AF00}"/>
                  </a:ext>
                </a:extLst>
              </p14:cNvPr>
              <p14:cNvContentPartPr/>
              <p14:nvPr/>
            </p14:nvContentPartPr>
            <p14:xfrm>
              <a:off x="3597584" y="2816922"/>
              <a:ext cx="508320" cy="263880"/>
            </p14:xfrm>
          </p:contentPart>
        </mc:Choice>
        <mc:Fallback>
          <p:pic>
            <p:nvPicPr>
              <p:cNvPr id="3" name="Ink 2">
                <a:extLst>
                  <a:ext uri="{FF2B5EF4-FFF2-40B4-BE49-F238E27FC236}">
                    <a16:creationId xmlns:a16="http://schemas.microsoft.com/office/drawing/2014/main" id="{AEA732A3-2457-BA28-E971-8BE76DC7AF00}"/>
                  </a:ext>
                </a:extLst>
              </p:cNvPr>
              <p:cNvPicPr/>
              <p:nvPr/>
            </p:nvPicPr>
            <p:blipFill>
              <a:blip r:embed="rId7"/>
              <a:stretch>
                <a:fillRect/>
              </a:stretch>
            </p:blipFill>
            <p:spPr>
              <a:xfrm>
                <a:off x="3588944" y="2808282"/>
                <a:ext cx="52596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F06BF90D-B62E-9D74-1EBB-04D617426332}"/>
                  </a:ext>
                </a:extLst>
              </p14:cNvPr>
              <p14:cNvContentPartPr/>
              <p14:nvPr/>
            </p14:nvContentPartPr>
            <p14:xfrm>
              <a:off x="2677064" y="3478602"/>
              <a:ext cx="451440" cy="221040"/>
            </p14:xfrm>
          </p:contentPart>
        </mc:Choice>
        <mc:Fallback>
          <p:pic>
            <p:nvPicPr>
              <p:cNvPr id="4" name="Ink 3">
                <a:extLst>
                  <a:ext uri="{FF2B5EF4-FFF2-40B4-BE49-F238E27FC236}">
                    <a16:creationId xmlns:a16="http://schemas.microsoft.com/office/drawing/2014/main" id="{F06BF90D-B62E-9D74-1EBB-04D617426332}"/>
                  </a:ext>
                </a:extLst>
              </p:cNvPr>
              <p:cNvPicPr/>
              <p:nvPr/>
            </p:nvPicPr>
            <p:blipFill>
              <a:blip r:embed="rId9"/>
              <a:stretch>
                <a:fillRect/>
              </a:stretch>
            </p:blipFill>
            <p:spPr>
              <a:xfrm>
                <a:off x="2668064" y="3469602"/>
                <a:ext cx="46908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EC79686F-BD39-A5A0-8945-F07C5A4871AF}"/>
                  </a:ext>
                </a:extLst>
              </p14:cNvPr>
              <p14:cNvContentPartPr/>
              <p14:nvPr/>
            </p14:nvContentPartPr>
            <p14:xfrm>
              <a:off x="9660704" y="4107882"/>
              <a:ext cx="1063080" cy="360"/>
            </p14:xfrm>
          </p:contentPart>
        </mc:Choice>
        <mc:Fallback>
          <p:pic>
            <p:nvPicPr>
              <p:cNvPr id="5" name="Ink 4">
                <a:extLst>
                  <a:ext uri="{FF2B5EF4-FFF2-40B4-BE49-F238E27FC236}">
                    <a16:creationId xmlns:a16="http://schemas.microsoft.com/office/drawing/2014/main" id="{EC79686F-BD39-A5A0-8945-F07C5A4871AF}"/>
                  </a:ext>
                </a:extLst>
              </p:cNvPr>
              <p:cNvPicPr/>
              <p:nvPr/>
            </p:nvPicPr>
            <p:blipFill>
              <a:blip r:embed="rId11"/>
              <a:stretch>
                <a:fillRect/>
              </a:stretch>
            </p:blipFill>
            <p:spPr>
              <a:xfrm>
                <a:off x="9652064" y="4099242"/>
                <a:ext cx="1080720" cy="180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Development Flow of Scenario</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
        <p:nvSpPr>
          <p:cNvPr id="3" name="TextBox 2">
            <a:extLst>
              <a:ext uri="{FF2B5EF4-FFF2-40B4-BE49-F238E27FC236}">
                <a16:creationId xmlns:a16="http://schemas.microsoft.com/office/drawing/2014/main" id="{F012BF6A-7401-14BB-5D16-7B9BB93FFC96}"/>
              </a:ext>
            </a:extLst>
          </p:cNvPr>
          <p:cNvSpPr txBox="1"/>
          <p:nvPr/>
        </p:nvSpPr>
        <p:spPr>
          <a:xfrm>
            <a:off x="191294" y="785526"/>
            <a:ext cx="11867740"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475E75"/>
                </a:solidFill>
                <a:effectLst/>
                <a:uLnTx/>
                <a:uFillTx/>
                <a:latin typeface="72" panose="020B0503030000000003" pitchFamily="34" charset="0"/>
                <a:cs typeface="Arial"/>
                <a:sym typeface="Arial"/>
              </a:rPr>
              <a:t>With the 2102 release, the SAP BTP ABAP Environment opened up the door for analytics developments. The programming model follows the same “RAP” paradigm as in the transactional world: The entity model is implemented with CDS views that make use of additional analytical annotations that were now also released for the usage in the BTP ABAP Environment ("Steampunk”).</a:t>
            </a:r>
            <a:br>
              <a:rPr kumimoji="0" lang="en-US" sz="1400" b="0" i="0" u="none" strike="noStrike" kern="0" cap="none" spc="0" normalizeH="0" baseline="0" noProof="0" dirty="0">
                <a:ln>
                  <a:noFill/>
                </a:ln>
                <a:solidFill>
                  <a:srgbClr val="000000"/>
                </a:solidFill>
                <a:effectLst/>
                <a:uLnTx/>
                <a:uFillTx/>
                <a:latin typeface="Arial"/>
                <a:cs typeface="Arial"/>
                <a:sym typeface="Arial"/>
              </a:rPr>
            </a:br>
            <a:br>
              <a:rPr kumimoji="0" lang="en-US" sz="1400" b="0" i="0" u="none" strike="noStrike" kern="0" cap="none" spc="0" normalizeH="0" baseline="0" noProof="0" dirty="0">
                <a:ln>
                  <a:noFill/>
                </a:ln>
                <a:solidFill>
                  <a:srgbClr val="000000"/>
                </a:solidFill>
                <a:effectLst/>
                <a:uLnTx/>
                <a:uFillTx/>
                <a:latin typeface="Arial"/>
                <a:cs typeface="Arial"/>
                <a:sym typeface="Arial"/>
              </a:rPr>
            </a:br>
            <a:r>
              <a:rPr kumimoji="0" lang="en-US" sz="1400" b="0" i="0" u="none" strike="noStrike" kern="0" cap="none" spc="0" normalizeH="0" baseline="0" noProof="0" dirty="0">
                <a:ln>
                  <a:noFill/>
                </a:ln>
                <a:solidFill>
                  <a:srgbClr val="475E75"/>
                </a:solidFill>
                <a:effectLst/>
                <a:uLnTx/>
                <a:uFillTx/>
                <a:latin typeface="72" panose="020B0503030000000003" pitchFamily="34" charset="0"/>
                <a:cs typeface="Arial"/>
                <a:sym typeface="Arial"/>
              </a:rPr>
              <a:t>As there is no access to the analytical backend transactions nor to the analytical key user tools, an analytical preview was also introduced, so that a developer can test his developments directly in the ABAP Development Tools.</a:t>
            </a:r>
            <a:br>
              <a:rPr kumimoji="0" lang="en-US" sz="1400" b="0" i="0" u="none" strike="noStrike" kern="0" cap="none" spc="0" normalizeH="0" baseline="0" noProof="0" dirty="0">
                <a:ln>
                  <a:noFill/>
                </a:ln>
                <a:solidFill>
                  <a:srgbClr val="000000"/>
                </a:solidFill>
                <a:effectLst/>
                <a:uLnTx/>
                <a:uFillTx/>
                <a:latin typeface="Arial"/>
                <a:cs typeface="Arial"/>
                <a:sym typeface="Arial"/>
              </a:rPr>
            </a:br>
            <a:br>
              <a:rPr kumimoji="0" lang="en-US" sz="1400" b="0" i="0" u="none" strike="noStrike" kern="0" cap="none" spc="0" normalizeH="0" baseline="0" noProof="0" dirty="0">
                <a:ln>
                  <a:noFill/>
                </a:ln>
                <a:solidFill>
                  <a:srgbClr val="000000"/>
                </a:solidFill>
                <a:effectLst/>
                <a:uLnTx/>
                <a:uFillTx/>
                <a:latin typeface="Arial"/>
                <a:cs typeface="Arial"/>
                <a:sym typeface="Arial"/>
              </a:rPr>
            </a:br>
            <a:r>
              <a:rPr kumimoji="0" lang="en-US" sz="1400" b="0" i="0" u="none" strike="noStrike" kern="0" cap="none" spc="0" normalizeH="0" baseline="0" noProof="0" dirty="0">
                <a:ln>
                  <a:noFill/>
                </a:ln>
                <a:solidFill>
                  <a:srgbClr val="475E75"/>
                </a:solidFill>
                <a:effectLst/>
                <a:uLnTx/>
                <a:uFillTx/>
                <a:latin typeface="72" panose="020B0503030000000003" pitchFamily="34" charset="0"/>
                <a:cs typeface="Arial"/>
                <a:sym typeface="Arial"/>
              </a:rPr>
              <a:t>Another novelty is the introduction of an analytical service exposure. For an analytical service to be used as real time connection with a supported client (like e.g., SAP Analytics Cloud), the SAP Information Access protocol (</a:t>
            </a:r>
            <a:r>
              <a:rPr kumimoji="0" lang="en-US" sz="1400" b="0" i="0" u="none" strike="noStrike" kern="0" cap="none" spc="0" normalizeH="0" baseline="0" noProof="0" dirty="0" err="1">
                <a:ln>
                  <a:noFill/>
                </a:ln>
                <a:solidFill>
                  <a:srgbClr val="475E75"/>
                </a:solidFill>
                <a:effectLst/>
                <a:uLnTx/>
                <a:uFillTx/>
                <a:latin typeface="72" panose="020B0503030000000003" pitchFamily="34" charset="0"/>
                <a:cs typeface="Arial"/>
                <a:sym typeface="Arial"/>
              </a:rPr>
              <a:t>InA</a:t>
            </a:r>
            <a:r>
              <a:rPr kumimoji="0" lang="en-US" sz="1400" b="0" i="0" u="none" strike="noStrike" kern="0" cap="none" spc="0" normalizeH="0" baseline="0" noProof="0" dirty="0">
                <a:ln>
                  <a:noFill/>
                </a:ln>
                <a:solidFill>
                  <a:srgbClr val="475E75"/>
                </a:solidFill>
                <a:effectLst/>
                <a:uLnTx/>
                <a:uFillTx/>
                <a:latin typeface="72" panose="020B0503030000000003" pitchFamily="34" charset="0"/>
                <a:cs typeface="Arial"/>
                <a:sym typeface="Arial"/>
              </a:rPr>
              <a:t>) is required whereas transactional services rely on the OData protocol.</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3074" name="Picture 2">
            <a:extLst>
              <a:ext uri="{FF2B5EF4-FFF2-40B4-BE49-F238E27FC236}">
                <a16:creationId xmlns:a16="http://schemas.microsoft.com/office/drawing/2014/main" id="{2AE675FC-13D1-8F2B-9883-EE79A0F0DB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7445" y="2947502"/>
            <a:ext cx="6439407" cy="35509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1115640"/>
            <a:ext cx="11806237"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Imagine in our company we had written all the business logic in the past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in form of FM, Classes. Today we want to reuse our old code which has the business logic, validation, sequence, processing, along with transaction buffer. So if you want to manage all these codes yourself and integrate your legacy (old code written by you or your team), you will opt for unmanaged (here RAP is not managing the CURD operation) scenario.</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SAP is providing a demo class for learning purpose viz. </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dmo</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cl_flight_legacy</a:t>
            </a:r>
            <a:endParaRPr sz="1800" dirty="0">
              <a:solidFill>
                <a:srgbClr val="000000"/>
              </a:solidFill>
              <a:highlight>
                <a:srgbClr val="F0D8A8"/>
              </a:highlight>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 this class we have our own old logic which contains the transaction buffer and business logic to maintain all the source code to interact with database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allows us to implement the entire runtime of the BO</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Interaction Phase (code to interact and keep data inside </a:t>
            </a:r>
            <a:r>
              <a:rPr lang="en-US" sz="1800" dirty="0" err="1">
                <a:solidFill>
                  <a:schemeClr val="dk1"/>
                </a:solidFill>
                <a:latin typeface="Calibri"/>
                <a:ea typeface="Calibri"/>
                <a:cs typeface="Calibri"/>
                <a:sym typeface="Calibri"/>
              </a:rPr>
              <a:t>itab</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Transaction Buffer (like a internal table where we keep temporary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Save Sequence (Commit work and Rollback)</a:t>
            </a:r>
            <a:endParaRPr dirty="0"/>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Reference Scenario – Unmanaged </a:t>
            </a:r>
            <a:r>
              <a:rPr lang="en-US" sz="3599" dirty="0" err="1">
                <a:solidFill>
                  <a:srgbClr val="FFC000"/>
                </a:solidFill>
                <a:latin typeface="Cooper Black" panose="0208090404030B020404" pitchFamily="18" charset="0"/>
                <a:ea typeface="Corben"/>
                <a:cs typeface="Corben"/>
                <a:sym typeface="Corben"/>
              </a:rPr>
              <a:t>Impl</a:t>
            </a:r>
            <a:r>
              <a:rPr lang="en-US" sz="3599" dirty="0">
                <a:solidFill>
                  <a:srgbClr val="FFC000"/>
                </a:solidFill>
                <a:latin typeface="Cooper Black" panose="0208090404030B020404" pitchFamily="18" charset="0"/>
                <a:ea typeface="Corben"/>
                <a:cs typeface="Corben"/>
                <a:sym typeface="Corben"/>
              </a:rPr>
              <a:t>.</a:t>
            </a:r>
            <a:endParaRPr sz="3599" dirty="0">
              <a:solidFill>
                <a:srgbClr val="FFC000"/>
              </a:solidFill>
              <a:latin typeface="Cooper Black" panose="0208090404030B020404" pitchFamily="18" charset="0"/>
              <a:ea typeface="Corben"/>
              <a:cs typeface="Corben"/>
              <a:sym typeface="Corben"/>
            </a:endParaRPr>
          </a:p>
        </p:txBody>
      </p:sp>
      <p:sp>
        <p:nvSpPr>
          <p:cNvPr id="1824" name="Google Shape;1824;p103"/>
          <p:cNvSpPr/>
          <p:nvPr/>
        </p:nvSpPr>
        <p:spPr>
          <a:xfrm>
            <a:off x="1845940" y="4491487"/>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UPDATE_BAPI</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(LUW)</a:t>
            </a:r>
            <a:endParaRPr/>
          </a:p>
        </p:txBody>
      </p:sp>
      <p:sp>
        <p:nvSpPr>
          <p:cNvPr id="1825" name="Google Shape;1825;p103"/>
          <p:cNvSpPr/>
          <p:nvPr/>
        </p:nvSpPr>
        <p:spPr>
          <a:xfrm>
            <a:off x="1125860" y="4644176"/>
            <a:ext cx="576064" cy="504056"/>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26" name="Google Shape;1826;p103"/>
          <p:cNvSpPr/>
          <p:nvPr/>
        </p:nvSpPr>
        <p:spPr>
          <a:xfrm>
            <a:off x="6022404" y="4932208"/>
            <a:ext cx="1152128" cy="576064"/>
          </a:xfrm>
          <a:prstGeom prst="flowChartMagneticDisk">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1827" name="Google Shape;1827;p103"/>
          <p:cNvCxnSpPr>
            <a:endCxn id="1826" idx="2"/>
          </p:cNvCxnSpPr>
          <p:nvPr/>
        </p:nvCxnSpPr>
        <p:spPr>
          <a:xfrm>
            <a:off x="4726404" y="4788240"/>
            <a:ext cx="1296000" cy="432000"/>
          </a:xfrm>
          <a:prstGeom prst="straightConnector1">
            <a:avLst/>
          </a:prstGeom>
          <a:noFill/>
          <a:ln w="9525" cap="flat" cmpd="sng">
            <a:solidFill>
              <a:schemeClr val="accent1"/>
            </a:solidFill>
            <a:prstDash val="solid"/>
            <a:miter lim="800000"/>
            <a:headEnd type="none" w="sm" len="sm"/>
            <a:tailEnd type="triangle" w="med" len="med"/>
          </a:ln>
        </p:spPr>
      </p:cxnSp>
      <p:sp>
        <p:nvSpPr>
          <p:cNvPr id="1828" name="Google Shape;1828;p103"/>
          <p:cNvSpPr/>
          <p:nvPr/>
        </p:nvSpPr>
        <p:spPr>
          <a:xfrm>
            <a:off x="400608" y="5695912"/>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BAPI_TR_COMMIT</a:t>
            </a:r>
            <a:endParaRPr/>
          </a:p>
        </p:txBody>
      </p:sp>
      <p:sp>
        <p:nvSpPr>
          <p:cNvPr id="1829" name="Google Shape;1829;p103"/>
          <p:cNvSpPr/>
          <p:nvPr/>
        </p:nvSpPr>
        <p:spPr>
          <a:xfrm>
            <a:off x="3621560" y="5701411"/>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BAPI_TR_ROLLBACK</a:t>
            </a:r>
            <a:endParaRPr/>
          </a:p>
        </p:txBody>
      </p:sp>
      <p:cxnSp>
        <p:nvCxnSpPr>
          <p:cNvPr id="1830" name="Google Shape;1830;p103"/>
          <p:cNvCxnSpPr>
            <a:stCxn id="1828" idx="2"/>
            <a:endCxn id="1826" idx="4"/>
          </p:cNvCxnSpPr>
          <p:nvPr/>
        </p:nvCxnSpPr>
        <p:spPr>
          <a:xfrm rot="-5400000">
            <a:off x="3891722" y="3205250"/>
            <a:ext cx="1267800" cy="5297700"/>
          </a:xfrm>
          <a:prstGeom prst="bentConnector4">
            <a:avLst>
              <a:gd name="adj1" fmla="val -18031"/>
              <a:gd name="adj2" fmla="val 104316"/>
            </a:avLst>
          </a:prstGeom>
          <a:noFill/>
          <a:ln w="9525" cap="flat" cmpd="sng">
            <a:solidFill>
              <a:schemeClr val="accent1"/>
            </a:solidFill>
            <a:prstDash val="solid"/>
            <a:miter lim="800000"/>
            <a:headEnd type="none" w="sm" len="sm"/>
            <a:tailEnd type="triangle" w="med" len="med"/>
          </a:ln>
        </p:spPr>
      </p:cxnSp>
      <p:cxnSp>
        <p:nvCxnSpPr>
          <p:cNvPr id="1831" name="Google Shape;1831;p103"/>
          <p:cNvCxnSpPr>
            <a:stCxn id="1829" idx="2"/>
            <a:endCxn id="1826" idx="4"/>
          </p:cNvCxnSpPr>
          <p:nvPr/>
        </p:nvCxnSpPr>
        <p:spPr>
          <a:xfrm rot="-5400000">
            <a:off x="5499574" y="4818449"/>
            <a:ext cx="1273200" cy="2076900"/>
          </a:xfrm>
          <a:prstGeom prst="bentConnector4">
            <a:avLst>
              <a:gd name="adj1" fmla="val -17955"/>
              <a:gd name="adj2" fmla="val 111002"/>
            </a:avLst>
          </a:prstGeom>
          <a:noFill/>
          <a:ln w="9525" cap="flat" cmpd="sng">
            <a:solidFill>
              <a:schemeClr val="accent1"/>
            </a:solidFill>
            <a:prstDash val="solid"/>
            <a:miter lim="800000"/>
            <a:headEnd type="none" w="sm" len="sm"/>
            <a:tailEnd type="triangle" w="med" len="med"/>
          </a:ln>
        </p:spPr>
      </p:cxn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7" name="Google Shape;2017;p120"/>
          <p:cNvSpPr txBox="1"/>
          <p:nvPr/>
        </p:nvSpPr>
        <p:spPr>
          <a:xfrm>
            <a:off x="224979" y="788088"/>
            <a:ext cx="11806237" cy="477049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An Analytical List Page (ALP) is a SAP Fiori element that allows users to analyze data and take action on it. It's a key component of SAP Fiori embedded analytics. </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Here are some things you can do with an ALP: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Analyze data: Use KPIs, charts, tables, and visual filters to analyze data from different perspectives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Investigate root causes: Drill down to find root causes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Act on transactional content: Take action on transactional content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Build apps: Create apps that visualize and report data</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Combine data: Combine transactional and analytical data using charts and tables </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ALPs have a flexible layout that can be customized in a number of ways, including: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Sorting: Sort the work list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Page layout: Set page layout preferences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Filters: Set filters and save filter selections</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Default views: Set default views </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ALPs are organized into two sections: a header section for setting filters, and a content section for displaying charts and lists. </a:t>
            </a:r>
          </a:p>
        </p:txBody>
      </p:sp>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ALP Analytic List Page</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4284825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ALP</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1026" name="Picture 2">
            <a:extLst>
              <a:ext uri="{FF2B5EF4-FFF2-40B4-BE49-F238E27FC236}">
                <a16:creationId xmlns:a16="http://schemas.microsoft.com/office/drawing/2014/main" id="{B3ECA6DD-C9AA-4D18-5138-18DA1E294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858" y="1091258"/>
            <a:ext cx="9296752" cy="5232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011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726DCFE-A299-214C-83D3-37EFD4A32849}"/>
              </a:ext>
            </a:extLst>
          </p:cNvPr>
          <p:cNvSpPr/>
          <p:nvPr/>
        </p:nvSpPr>
        <p:spPr>
          <a:xfrm>
            <a:off x="668923" y="5645960"/>
            <a:ext cx="2098825" cy="478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a:t>
            </a:r>
            <a:r>
              <a:rPr kumimoji="0" lang="en-IN" sz="2000" b="0" i="0" u="none" strike="noStrike" kern="0" cap="none" spc="0" normalizeH="0" baseline="0" noProof="0" dirty="0" err="1">
                <a:ln>
                  <a:noFill/>
                </a:ln>
                <a:solidFill>
                  <a:srgbClr val="FFFFFF"/>
                </a:solidFill>
                <a:effectLst/>
                <a:uLnTx/>
                <a:uFillTx/>
                <a:latin typeface="Arial"/>
                <a:ea typeface="+mn-ea"/>
                <a:cs typeface="+mn-cs"/>
                <a:sym typeface="Arial"/>
              </a:rPr>
              <a:t>dmo</a:t>
            </a: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/travel</a:t>
            </a:r>
          </a:p>
        </p:txBody>
      </p:sp>
      <p:sp>
        <p:nvSpPr>
          <p:cNvPr id="5" name="Rectangle 4">
            <a:extLst>
              <a:ext uri="{FF2B5EF4-FFF2-40B4-BE49-F238E27FC236}">
                <a16:creationId xmlns:a16="http://schemas.microsoft.com/office/drawing/2014/main" id="{1CFA9A34-2F9E-3D1A-B95D-9967A7EA86D5}"/>
              </a:ext>
            </a:extLst>
          </p:cNvPr>
          <p:cNvSpPr/>
          <p:nvPr/>
        </p:nvSpPr>
        <p:spPr>
          <a:xfrm>
            <a:off x="2978959" y="5652095"/>
            <a:ext cx="2098825" cy="478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a:t>
            </a:r>
            <a:r>
              <a:rPr kumimoji="0" lang="en-IN" sz="2000" b="0" i="0" u="none" strike="noStrike" kern="0" cap="none" spc="0" normalizeH="0" baseline="0" noProof="0" dirty="0" err="1">
                <a:ln>
                  <a:noFill/>
                </a:ln>
                <a:solidFill>
                  <a:srgbClr val="FFFFFF"/>
                </a:solidFill>
                <a:effectLst/>
                <a:uLnTx/>
                <a:uFillTx/>
                <a:latin typeface="Arial"/>
                <a:ea typeface="+mn-ea"/>
                <a:cs typeface="+mn-cs"/>
                <a:sym typeface="Arial"/>
              </a:rPr>
              <a:t>dmo</a:t>
            </a: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/customer</a:t>
            </a:r>
          </a:p>
        </p:txBody>
      </p:sp>
      <p:sp>
        <p:nvSpPr>
          <p:cNvPr id="6" name="Rectangle 5">
            <a:extLst>
              <a:ext uri="{FF2B5EF4-FFF2-40B4-BE49-F238E27FC236}">
                <a16:creationId xmlns:a16="http://schemas.microsoft.com/office/drawing/2014/main" id="{425CF9B7-4623-B659-C880-7D28DB523C28}"/>
              </a:ext>
            </a:extLst>
          </p:cNvPr>
          <p:cNvSpPr/>
          <p:nvPr/>
        </p:nvSpPr>
        <p:spPr>
          <a:xfrm>
            <a:off x="5355479" y="5645959"/>
            <a:ext cx="2098825" cy="478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a:t>
            </a:r>
            <a:r>
              <a:rPr kumimoji="0" lang="en-IN" sz="2000" b="0" i="0" u="none" strike="noStrike" kern="0" cap="none" spc="0" normalizeH="0" baseline="0" noProof="0" dirty="0" err="1">
                <a:ln>
                  <a:noFill/>
                </a:ln>
                <a:solidFill>
                  <a:srgbClr val="FFFFFF"/>
                </a:solidFill>
                <a:effectLst/>
                <a:uLnTx/>
                <a:uFillTx/>
                <a:latin typeface="Arial"/>
                <a:ea typeface="+mn-ea"/>
                <a:cs typeface="+mn-cs"/>
                <a:sym typeface="Arial"/>
              </a:rPr>
              <a:t>dmo</a:t>
            </a: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/agency</a:t>
            </a:r>
          </a:p>
        </p:txBody>
      </p:sp>
      <p:sp>
        <p:nvSpPr>
          <p:cNvPr id="7" name="Rectangle: Rounded Corners 6">
            <a:extLst>
              <a:ext uri="{FF2B5EF4-FFF2-40B4-BE49-F238E27FC236}">
                <a16:creationId xmlns:a16="http://schemas.microsoft.com/office/drawing/2014/main" id="{CF469AFE-46D8-DFBD-69D9-63F346687E60}"/>
              </a:ext>
            </a:extLst>
          </p:cNvPr>
          <p:cNvSpPr/>
          <p:nvPr/>
        </p:nvSpPr>
        <p:spPr>
          <a:xfrm>
            <a:off x="2610744" y="4443125"/>
            <a:ext cx="2835254" cy="5645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Travel Analytics CDS entity</a:t>
            </a:r>
          </a:p>
        </p:txBody>
      </p:sp>
      <p:cxnSp>
        <p:nvCxnSpPr>
          <p:cNvPr id="9" name="Connector: Elbow 8">
            <a:extLst>
              <a:ext uri="{FF2B5EF4-FFF2-40B4-BE49-F238E27FC236}">
                <a16:creationId xmlns:a16="http://schemas.microsoft.com/office/drawing/2014/main" id="{6DDDF214-0553-CF7C-796A-3AF9D4A2FF34}"/>
              </a:ext>
            </a:extLst>
          </p:cNvPr>
          <p:cNvCxnSpPr>
            <a:stCxn id="4" idx="0"/>
            <a:endCxn id="7" idx="2"/>
          </p:cNvCxnSpPr>
          <p:nvPr/>
        </p:nvCxnSpPr>
        <p:spPr>
          <a:xfrm rot="5400000" flipH="1" flipV="1">
            <a:off x="2554234" y="4171824"/>
            <a:ext cx="638239" cy="23100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A709E6F-C837-3761-8EB8-6349D54F6262}"/>
              </a:ext>
            </a:extLst>
          </p:cNvPr>
          <p:cNvCxnSpPr>
            <a:stCxn id="5" idx="0"/>
            <a:endCxn id="7" idx="2"/>
          </p:cNvCxnSpPr>
          <p:nvPr/>
        </p:nvCxnSpPr>
        <p:spPr>
          <a:xfrm flipH="1" flipV="1">
            <a:off x="4028371" y="5007721"/>
            <a:ext cx="1" cy="644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77F54002-69AE-E107-2C0D-165C17C493DF}"/>
              </a:ext>
            </a:extLst>
          </p:cNvPr>
          <p:cNvCxnSpPr>
            <a:stCxn id="6" idx="0"/>
            <a:endCxn id="7" idx="2"/>
          </p:cNvCxnSpPr>
          <p:nvPr/>
        </p:nvCxnSpPr>
        <p:spPr>
          <a:xfrm rot="16200000" flipV="1">
            <a:off x="4897513" y="4138579"/>
            <a:ext cx="638238" cy="23765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0F1DDDE-0A0C-3FD1-CCEC-BC5C47264188}"/>
              </a:ext>
            </a:extLst>
          </p:cNvPr>
          <p:cNvSpPr/>
          <p:nvPr/>
        </p:nvSpPr>
        <p:spPr>
          <a:xfrm>
            <a:off x="6683098" y="3295522"/>
            <a:ext cx="3534862" cy="478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Booking Analytics CDS entity</a:t>
            </a:r>
          </a:p>
        </p:txBody>
      </p:sp>
      <p:cxnSp>
        <p:nvCxnSpPr>
          <p:cNvPr id="20" name="Connector: Elbow 19">
            <a:extLst>
              <a:ext uri="{FF2B5EF4-FFF2-40B4-BE49-F238E27FC236}">
                <a16:creationId xmlns:a16="http://schemas.microsoft.com/office/drawing/2014/main" id="{9EB1C5E7-F0B7-A374-A505-428C1BC5C55B}"/>
              </a:ext>
            </a:extLst>
          </p:cNvPr>
          <p:cNvCxnSpPr>
            <a:stCxn id="7" idx="0"/>
            <a:endCxn id="18" idx="1"/>
          </p:cNvCxnSpPr>
          <p:nvPr/>
        </p:nvCxnSpPr>
        <p:spPr>
          <a:xfrm rot="5400000" flipH="1" flipV="1">
            <a:off x="4901603" y="2661631"/>
            <a:ext cx="908263" cy="265472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78732D77-B5CA-4945-4DE4-7046FF3813FD}"/>
              </a:ext>
            </a:extLst>
          </p:cNvPr>
          <p:cNvSpPr/>
          <p:nvPr/>
        </p:nvSpPr>
        <p:spPr>
          <a:xfrm>
            <a:off x="7683415" y="4854298"/>
            <a:ext cx="2376522" cy="478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Carrier</a:t>
            </a:r>
          </a:p>
        </p:txBody>
      </p:sp>
      <p:sp>
        <p:nvSpPr>
          <p:cNvPr id="22" name="Rectangle: Rounded Corners 21">
            <a:extLst>
              <a:ext uri="{FF2B5EF4-FFF2-40B4-BE49-F238E27FC236}">
                <a16:creationId xmlns:a16="http://schemas.microsoft.com/office/drawing/2014/main" id="{A527693E-E90B-C579-88F8-ABDD58FF421A}"/>
              </a:ext>
            </a:extLst>
          </p:cNvPr>
          <p:cNvSpPr/>
          <p:nvPr/>
        </p:nvSpPr>
        <p:spPr>
          <a:xfrm>
            <a:off x="10279989" y="4860434"/>
            <a:ext cx="1908836" cy="478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Connection</a:t>
            </a:r>
          </a:p>
        </p:txBody>
      </p:sp>
      <p:cxnSp>
        <p:nvCxnSpPr>
          <p:cNvPr id="24" name="Connector: Elbow 23">
            <a:extLst>
              <a:ext uri="{FF2B5EF4-FFF2-40B4-BE49-F238E27FC236}">
                <a16:creationId xmlns:a16="http://schemas.microsoft.com/office/drawing/2014/main" id="{A0A517D9-3725-2D28-7CAE-306A9926C2D0}"/>
              </a:ext>
            </a:extLst>
          </p:cNvPr>
          <p:cNvCxnSpPr>
            <a:endCxn id="18" idx="2"/>
          </p:cNvCxnSpPr>
          <p:nvPr/>
        </p:nvCxnSpPr>
        <p:spPr>
          <a:xfrm rot="16200000" flipV="1">
            <a:off x="8180505" y="4044226"/>
            <a:ext cx="1080097" cy="5400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FEE43906-144B-46E3-369D-C5471255983F}"/>
              </a:ext>
            </a:extLst>
          </p:cNvPr>
          <p:cNvCxnSpPr>
            <a:stCxn id="22" idx="0"/>
            <a:endCxn id="18" idx="2"/>
          </p:cNvCxnSpPr>
          <p:nvPr/>
        </p:nvCxnSpPr>
        <p:spPr>
          <a:xfrm rot="16200000" flipV="1">
            <a:off x="9299352" y="2925379"/>
            <a:ext cx="1086233" cy="278387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C0A553AC-5958-D6A6-60BB-81F331449148}"/>
              </a:ext>
            </a:extLst>
          </p:cNvPr>
          <p:cNvSpPr/>
          <p:nvPr/>
        </p:nvSpPr>
        <p:spPr>
          <a:xfrm>
            <a:off x="8990578" y="5571294"/>
            <a:ext cx="2376522" cy="478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Bookings</a:t>
            </a:r>
          </a:p>
        </p:txBody>
      </p:sp>
      <p:cxnSp>
        <p:nvCxnSpPr>
          <p:cNvPr id="29" name="Connector: Elbow 28">
            <a:extLst>
              <a:ext uri="{FF2B5EF4-FFF2-40B4-BE49-F238E27FC236}">
                <a16:creationId xmlns:a16="http://schemas.microsoft.com/office/drawing/2014/main" id="{8F2953A3-E756-243E-EA16-754C644D6D5C}"/>
              </a:ext>
            </a:extLst>
          </p:cNvPr>
          <p:cNvCxnSpPr>
            <a:stCxn id="27" idx="0"/>
            <a:endCxn id="18" idx="2"/>
          </p:cNvCxnSpPr>
          <p:nvPr/>
        </p:nvCxnSpPr>
        <p:spPr>
          <a:xfrm rot="16200000" flipV="1">
            <a:off x="8416138" y="3808593"/>
            <a:ext cx="1797093" cy="17283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F55EFFC7-F1AF-2AD9-4752-1EC09AC74693}"/>
              </a:ext>
            </a:extLst>
          </p:cNvPr>
          <p:cNvSpPr/>
          <p:nvPr/>
        </p:nvSpPr>
        <p:spPr>
          <a:xfrm>
            <a:off x="6461146" y="2301341"/>
            <a:ext cx="3978765" cy="5093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Booking Consumption Analytics View</a:t>
            </a:r>
          </a:p>
        </p:txBody>
      </p:sp>
      <p:cxnSp>
        <p:nvCxnSpPr>
          <p:cNvPr id="34" name="Straight Arrow Connector 33">
            <a:extLst>
              <a:ext uri="{FF2B5EF4-FFF2-40B4-BE49-F238E27FC236}">
                <a16:creationId xmlns:a16="http://schemas.microsoft.com/office/drawing/2014/main" id="{5762A165-860D-21FB-FAA8-BDB700B947A8}"/>
              </a:ext>
            </a:extLst>
          </p:cNvPr>
          <p:cNvCxnSpPr>
            <a:stCxn id="18" idx="0"/>
            <a:endCxn id="32" idx="2"/>
          </p:cNvCxnSpPr>
          <p:nvPr/>
        </p:nvCxnSpPr>
        <p:spPr>
          <a:xfrm flipV="1">
            <a:off x="8450529" y="2810707"/>
            <a:ext cx="0" cy="484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0723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7" name="Google Shape;2017;p120"/>
          <p:cNvSpPr txBox="1"/>
          <p:nvPr/>
        </p:nvSpPr>
        <p:spPr>
          <a:xfrm>
            <a:off x="224979" y="788088"/>
            <a:ext cx="11806237" cy="557071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The Overview Page (OVP) in SAP is a data-driven app that provides users with a single page of information based on their role or domain. It helps users focus on important tasks by allowing them to quickly view, filter, and react to information. </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Here are some things to know about the OVP: </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Structure</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The OVP has a header area and a content area. The content area displays cards that can contain charts, lists, tables, or text. </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Cards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The OVP supports both standard and custom cards. Standard cards are entry-level views of the most relevant app data for a given topic or issue. Custom cards allow you to define the appearance and content of a card. </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List cards</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The OVP supports three types of list cards: list card, bar chart list card, and link list card. </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Flavors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List cards can have two types of flavors: standard and bar. Standard flavor cards display items as numbers and text, while bar flavor cards display items as a combination of numbers, text, and a bar.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n-US" sz="1800" b="0" i="0" u="none" strike="noStrike" kern="0" cap="none" spc="0" normalizeH="0" baseline="0" noProof="0" dirty="0">
                <a:ln>
                  <a:noFill/>
                </a:ln>
                <a:solidFill>
                  <a:srgbClr val="002060"/>
                </a:solidFill>
                <a:effectLst/>
                <a:uLnTx/>
                <a:uFillTx/>
                <a:latin typeface="Google Sans"/>
                <a:cs typeface="Arial"/>
                <a:sym typeface="Arial"/>
              </a:rPr>
            </a:br>
            <a:endParaRPr kumimoji="0" lang="en-US" sz="1400" b="0" i="0" u="none" strike="noStrike" kern="0" cap="none" spc="0" normalizeH="0" baseline="0" noProof="0" dirty="0">
              <a:ln>
                <a:noFill/>
              </a:ln>
              <a:solidFill>
                <a:srgbClr val="002060"/>
              </a:solidFill>
              <a:effectLst/>
              <a:uLnTx/>
              <a:uFillTx/>
              <a:latin typeface="Google Sans"/>
              <a:cs typeface="Arial"/>
              <a:sym typeface="Arial"/>
            </a:endParaRPr>
          </a:p>
        </p:txBody>
      </p:sp>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OVP – Overview pages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1318817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OVP</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2050" name="Picture 2">
            <a:extLst>
              <a:ext uri="{FF2B5EF4-FFF2-40B4-BE49-F238E27FC236}">
                <a16:creationId xmlns:a16="http://schemas.microsoft.com/office/drawing/2014/main" id="{A5D72657-9D4D-24EF-A5D4-513288174A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294" y="838444"/>
            <a:ext cx="10161844" cy="5724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719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16</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2729</TotalTime>
  <Words>1521</Words>
  <Application>Microsoft Office PowerPoint</Application>
  <PresentationFormat>Custom</PresentationFormat>
  <Paragraphs>153</Paragraphs>
  <Slides>18</Slides>
  <Notes>14</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18</vt:i4>
      </vt:variant>
    </vt:vector>
  </HeadingPairs>
  <TitlesOfParts>
    <vt:vector size="35" baseType="lpstr">
      <vt:lpstr>Google Sans</vt:lpstr>
      <vt:lpstr>Open Sans</vt:lpstr>
      <vt:lpstr>Arial</vt:lpstr>
      <vt:lpstr>Quattrocento Sans</vt:lpstr>
      <vt:lpstr>72</vt:lpstr>
      <vt:lpstr>Corben</vt:lpstr>
      <vt:lpstr>Cambria</vt:lpstr>
      <vt:lpstr>Segoe UI</vt:lpstr>
      <vt:lpstr>Cooper Black</vt:lpstr>
      <vt:lpstr>Calibri</vt:lpstr>
      <vt:lpstr>Arial Black</vt:lpstr>
      <vt:lpstr>72 Condensed</vt:lpstr>
      <vt:lpstr>-apple-system</vt:lpstr>
      <vt:lpstr>Segoe UI Light</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114</cp:revision>
  <dcterms:created xsi:type="dcterms:W3CDTF">2023-10-03T21:33:12Z</dcterms:created>
  <dcterms:modified xsi:type="dcterms:W3CDTF">2025-09-12T04:41:46Z</dcterms:modified>
</cp:coreProperties>
</file>