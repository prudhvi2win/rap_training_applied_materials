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8"/>
  </p:notesMasterIdLst>
  <p:sldIdLst>
    <p:sldId id="256" r:id="rId4"/>
    <p:sldId id="402" r:id="rId5"/>
    <p:sldId id="276" r:id="rId6"/>
    <p:sldId id="358" r:id="rId7"/>
    <p:sldId id="359" r:id="rId8"/>
    <p:sldId id="360" r:id="rId9"/>
    <p:sldId id="420" r:id="rId10"/>
    <p:sldId id="361" r:id="rId11"/>
    <p:sldId id="362" r:id="rId12"/>
    <p:sldId id="365" r:id="rId13"/>
    <p:sldId id="367" r:id="rId14"/>
    <p:sldId id="368" r:id="rId15"/>
    <p:sldId id="419" r:id="rId16"/>
    <p:sldId id="409" r:id="rId17"/>
  </p:sldIdLst>
  <p:sldSz cx="12188825" cy="6858000"/>
  <p:notesSz cx="6858000" cy="9144000"/>
  <p:embeddedFontLst>
    <p:embeddedFont>
      <p:font typeface="Arial Black" panose="020B0A04020102020204" pitchFamily="34" charset="0"/>
      <p:regular r:id="rId19"/>
      <p:bold r:id="rId20"/>
    </p:embeddedFont>
    <p:embeddedFont>
      <p:font typeface="Cambria" panose="02040503050406030204" pitchFamily="18" charset="0"/>
      <p:regular r:id="rId21"/>
      <p:bold r:id="rId22"/>
      <p:italic r:id="rId23"/>
      <p:boldItalic r:id="rId24"/>
    </p:embeddedFont>
    <p:embeddedFont>
      <p:font typeface="Cooper Black" panose="0208090404030B020404" pitchFamily="18" charset="0"/>
      <p:regular r:id="rId25"/>
    </p:embeddedFont>
    <p:embeddedFont>
      <p:font typeface="Corben" panose="020B0604020202020204" charset="0"/>
      <p:bold r:id="rId26"/>
    </p:embeddedFont>
    <p:embeddedFont>
      <p:font typeface="Open Sans" panose="020B0606030504020204" pitchFamily="34" charset="0"/>
      <p:regular r:id="rId27"/>
      <p:bold r:id="rId28"/>
      <p:italic r:id="rId29"/>
      <p:boldItalic r:id="rId30"/>
    </p:embeddedFont>
    <p:embeddedFont>
      <p:font typeface="Quattrocento Sans" panose="020B0502050000020003" pitchFamily="34" charset="0"/>
      <p:regular r:id="rId31"/>
      <p:bold r:id="rId32"/>
      <p:italic r:id="rId33"/>
      <p:boldItalic r:id="rId34"/>
    </p:embeddedFont>
    <p:embeddedFont>
      <p:font typeface="Segoe UI" panose="020B0502040204020203" pitchFamily="34" charset="0"/>
      <p:regular r:id="rId35"/>
      <p:bold r:id="rId36"/>
      <p:italic r:id="rId37"/>
      <p:boldItalic r:id="rId38"/>
    </p:embeddedFont>
    <p:embeddedFont>
      <p:font typeface="Segoe UI Light" panose="020B0502040204020203" pitchFamily="34" charset="0"/>
      <p:regular r:id="rId39"/>
      <p: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20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8:38:38.542"/>
    </inkml:context>
    <inkml:brush xml:id="br0">
      <inkml:brushProperty name="width" value="0.05" units="cm"/>
      <inkml:brushProperty name="height" value="0.05" units="cm"/>
    </inkml:brush>
  </inkml:definitions>
  <inkml:trace contextRef="#ctx0" brushRef="#br0">4 0 24575,'-3'3'0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1:10.132"/>
    </inkml:context>
    <inkml:brush xml:id="br0">
      <inkml:brushProperty name="width" value="0.05" units="cm"/>
      <inkml:brushProperty name="height" value="0.05" units="cm"/>
    </inkml:brush>
  </inkml:definitions>
  <inkml:trace contextRef="#ctx0" brushRef="#br0">1458 56 24575,'0'-1'0,"0"0"0,-1 1 0,1-1 0,0 0 0,-1 0 0,1 1 0,-1-1 0,1 0 0,-1 0 0,0 1 0,1-1 0,-1 1 0,0-1 0,1 1 0,-1-1 0,0 1 0,1-1 0,-1 1 0,0-1 0,0 1 0,0 0 0,-1-1 0,-25-8 0,16 6 0,-5-3 0,0 0 0,0 2 0,-1 0 0,0 0 0,0 2 0,0 0 0,0 1 0,0 0 0,-23 4 0,-19 3 0,0 2 0,1 4 0,-86 27 0,133-35 0,1 1 0,-1 0 0,1 0 0,0 1 0,1 1 0,-1-1 0,1 1 0,1 1 0,-1 0 0,1 0 0,-12 16 0,10-8 0,0 0 0,1 0 0,1 1 0,1 0 0,0 0 0,-7 29 0,-97 478 0,32 65 0,45-291 0,-67 801-562,124-433 562,2-126 0,-32-255 0,-14 0 0,-60 304 0,-137 331 479,142-629-396,70-270-83,-10 46 0,15-61 0,0 0 0,1 1 0,-1-1 0,1 0 0,1 0 0,-1 0 0,1 0 0,2 9 0,-2-14 0,-1 1 0,1 0 0,0-1 0,0 1 0,0-1 0,0 1 0,0-1 0,0 0 0,1 1 0,-1-1 0,0 0 0,1 0 0,-1 0 0,1 0 0,-1 0 0,1 0 0,-1 0 0,1-1 0,0 1 0,-1 0 0,1-1 0,0 0 0,0 1 0,-1-1 0,1 0 0,0 0 0,2 0 0,7 0 0,-1-1 0,0 0 0,16-4 0,-17 3 0,383-90 0,-377 88-227,0 0-1,-1-1 1,1-1-1,-1-1 1,24-15-1,-20 9-6598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17.686"/>
    </inkml:context>
    <inkml:brush xml:id="br0">
      <inkml:brushProperty name="width" value="0.05" units="cm"/>
      <inkml:brushProperty name="height" value="0.05" units="cm"/>
    </inkml:brush>
  </inkml:definitions>
  <inkml:trace contextRef="#ctx0" brushRef="#br0">2854 105 24575,'0'-1'0,"0"-1"0,1 0 0,-1 0 0,0 0 0,0 0 0,-1 0 0,1 0 0,0 0 0,-1 0 0,1 0 0,-1 0 0,1 1 0,-1-1 0,0 0 0,0 0 0,0 1 0,0-1 0,0 0 0,0 1 0,0-1 0,-1 1 0,1-1 0,-1 1 0,1 0 0,-1 0 0,1 0 0,-1-1 0,1 1 0,-1 1 0,0-1 0,0 0 0,0 0 0,1 1 0,-1-1 0,0 1 0,0-1 0,0 1 0,0 0 0,-2 0 0,-11-2 0,1 1 0,-1 1 0,1 1 0,-27 3 0,-60 17 0,58-10 0,-581 148-733,521-131 572,-579 193-33,548-166 199,2 6 0,-238 152 1,319-177-18,1 1 0,1 3 0,3 2 0,1 1 1,3 3-1,-52 71 0,73-87-16,2 2 1,1 0-1,2 1 1,1 1-1,-10 35 1,17-40 19,1-1 1,1 1 0,2 0-1,1 0 1,1 1 0,4 56-1,2-55 11,1 1-1,1-1 1,2 0-1,1-1 1,1 0-1,1 0 0,2-1 1,17 28-1,-8-22-11,2 0 0,1-2 0,2 0-1,1-2 1,47 41 0,-23-30-102,1-2-1,106 61 1,-68-53-296,106 38 0,-42-31-438,3-6 0,277 47-1,339-11-495,-106-55-702,758-64-1,-554-61 1582,-686 61 460,-2-7-1,289-106 1,-241 42 332,-186 80-126,-1-3 0,79-63 0,-101 71-11,-1-1 0,-1 0-1,-1-2 1,-1-1 0,-1 0-1,19-33 1,-27 36 61,0 1 1,-1-2-1,-1 1 0,-1-1 1,-1-1-1,-1 1 0,0-1 0,-2 0 1,0-25-1,-4 12-223,-1 1 1,-2 0-1,-1 0 1,-2 0-1,-1 0 0,-2 1 1,-1 0-1,-2 1 1,-31-58-1,10 33 353,-2 2-1,-2 1 1,-3 3-1,-65-66 1,40 54-303,-2 2-1,-125-84 1,88 78-124,-161-77 0,48 50-2348,-365-107-1,276 116 2013,-376-55 0,457 111 127,-1 9-1,-331 12 1,238 32 951,-420 83 0,566-75 4491,147-27-9907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18.798"/>
    </inkml:context>
    <inkml:brush xml:id="br0">
      <inkml:brushProperty name="width" value="0.05" units="cm"/>
      <inkml:brushProperty name="height" value="0.05" units="cm"/>
    </inkml:brush>
  </inkml:definitions>
  <inkml:trace contextRef="#ctx0" brushRef="#br0">627 71 24575,'-30'-12'0,"-28"-7"0,29 9 0,0 1 0,-45-8 0,63 15 0,0 1 0,0 1 0,0 0 0,0 0 0,0 1 0,0 1 0,1 0 0,-1 0 0,0 1 0,-18 7 0,10-1 0,0 1 0,1 1 0,1 0 0,-1 2 0,2 0 0,0 0 0,0 2 0,1 0 0,-21 29 0,26-32 0,1 1 0,1 1 0,0-1 0,1 1 0,0 1 0,2-1 0,-1 1 0,2 0 0,0 0 0,0 0 0,2 1 0,0 0 0,0 27 0,2-37 0,1 0 0,0 1 0,0-1 0,0 0 0,1 0 0,0 0 0,0 0 0,0 0 0,1 0 0,0 0 0,0-1 0,1 1 0,7 9 0,-5-10 0,0 1 0,0-1 0,0 0 0,1 0 0,0-1 0,0 0 0,0 0 0,0-1 0,15 5 0,-1-2 0,1-1 0,0-2 0,1 0 0,-1-1 0,0-1 0,1-1 0,22-4 0,-6-1-273,-1-1 0,1-3 0,-1-1 0,52-21 0,-20 2-6553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19.079"/>
    </inkml:context>
    <inkml:brush xml:id="br0">
      <inkml:brushProperty name="width" value="0.05" units="cm"/>
      <inkml:brushProperty name="height" value="0.05" units="cm"/>
    </inkml:brush>
  </inkml:definitions>
  <inkml:trace contextRef="#ctx0" brushRef="#br0">93 10 24575,'0'0'0,"1"-1"0,-1 0 0,0 1 0,1-1 0,0 0 0,-1 1 0,1-1 0,-1 1 0,1-1 0,0 1 0,-1-1 0,1 1 0,0-1 0,0 1 0,-1 0 0,1-1 0,0 1 0,0 0 0,0 0 0,1-1 0,-2 3 0,0 0 0,1-1 0,-1 1 0,0 0 0,0 0 0,0-1 0,0 1 0,0 0 0,0 0 0,0-1 0,-1 3 0,-42 260 0,20-134 0,9-51 261,-11 73-1887,22-127-5200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19.440"/>
    </inkml:context>
    <inkml:brush xml:id="br0">
      <inkml:brushProperty name="width" value="0.05" units="cm"/>
      <inkml:brushProperty name="height" value="0.05" units="cm"/>
    </inkml:brush>
  </inkml:definitions>
  <inkml:trace contextRef="#ctx0" brushRef="#br0">1 0 24575,'0'3'0,"0"5"0,0 3 0,3 0 0,4-1 0,4-3 0,4-3 0,5-1 0,5-2 0,5-1 0,4 0 0,5-1 0,3 1 0,-4-4 0,-1-1 0,-4-2 0,-4 0 0,-8 1-8191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0.478"/>
    </inkml:context>
    <inkml:brush xml:id="br0">
      <inkml:brushProperty name="width" value="0.05" units="cm"/>
      <inkml:brushProperty name="height" value="0.05" units="cm"/>
    </inkml:brush>
  </inkml:definitions>
  <inkml:trace contextRef="#ctx0" brushRef="#br0">166 508 24575,'-3'-18'0,"2"14"0,-1 0 0,2-1 0,-1 1 0,0 0 0,1-1 0,0 1 0,-1-1 0,2 1 0,-1 0 0,2-9 0,4-19 0,-6 32 0,0 0 0,0 0 0,0-1 0,0 1 0,0 0 0,0-1 0,0 1 0,0 0 0,0-1 0,0 1 0,0 0 0,0-1 0,0 1 0,0 0 0,0 0 0,0-1 0,-1 1 0,1 0 0,0-1 0,0 1 0,0 0 0,0 0 0,-1-1 0,1 1 0,0 0 0,0 0 0,-1 0 0,1 0 0,0-1 0,-1 1 0,0 0 0,0 1 0,0-1 0,0 0 0,0 1 0,0-1 0,0 1 0,0-1 0,0 1 0,1 0 0,-1-1 0,0 1 0,0 0 0,0-1 0,1 1 0,-2 1 0,-8 11 0,0 0 0,0 1 0,1 0 0,1 0 0,-10 25 0,-26 81 0,44-118 0,-10 31 0,-12 66 0,20-83 0,0 0 0,1 0 0,1 0 0,0 0 0,2 0 0,3 23 0,-4-35 0,0 1 0,1-1 0,-1 0 0,1 1 0,0-1 0,0 0 0,0 0 0,1 0 0,-1 0 0,1 0 0,0-1 0,0 1 0,0-1 0,0 0 0,1 0 0,-1 0 0,1 0 0,0-1 0,0 1 0,0-1 0,0 0 0,0 0 0,1 0 0,-1-1 0,1 0 0,-1 0 0,1 0 0,-1 0 0,1-1 0,-1 1 0,1-1 0,0 0 0,-1-1 0,1 1 0,-1-1 0,1 0 0,-1 0 0,6-2 0,4-2 0,0-1 0,0 0 0,-1-1 0,0 0 0,-1-1 0,1 0 0,-2-1 0,1-1 0,-1 0 0,0 0 0,-1-1 0,15-22 0,-7 8 0,-2-1 0,-1-1 0,-1 0 0,-1-1 0,11-36 0,-8 13 0,-3-1 0,-2 0 0,-2 0 0,-3-1 0,-2 0 0,-2 0 0,-3 0 0,-9-72 0,8 110 0,-8-36 0,10 47 0,-1 1 0,0 0 0,0 0 0,-1-1 0,1 1 0,-1 0 0,0 0 0,1 1 0,-1-1 0,0 0 0,-5-4 0,6 7 0,1-1 0,-1 1 0,0 0 0,1 0 0,-1 0 0,0-1 0,1 1 0,-1 0 0,0 0 0,0 0 0,1 0 0,-1 0 0,0 0 0,1 0 0,-1 0 0,0 1 0,0-1 0,1 0 0,-1 0 0,0 0 0,1 1 0,-1-1 0,1 0 0,-1 1 0,0-1 0,1 1 0,-1-1 0,1 1 0,-1-1 0,1 1 0,-1-1 0,1 1 0,-1-1 0,1 1 0,0-1 0,-1 1 0,1 0 0,0-1 0,0 1 0,-1 1 0,-14 32 0,14-31 0,-15 47 0,2 1 0,2 0 0,-9 82 0,15-58 0,8 144 0,0-192-227,2-1-1,0 0 1,2-1-1,0 1 1,13 30-1,0-14-6598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1.674"/>
    </inkml:context>
    <inkml:brush xml:id="br0">
      <inkml:brushProperty name="width" value="0.05" units="cm"/>
      <inkml:brushProperty name="height" value="0.05" units="cm"/>
    </inkml:brush>
  </inkml:definitions>
  <inkml:trace contextRef="#ctx0" brushRef="#br0">237 449 24575,'0'-31'0,"-1"0"0,-2 1 0,-1-1 0,-12-49 0,12 63 0,4 14 0,-1-1 0,1 1 0,-1-1 0,0 1 0,0 0 0,0 0 0,-1-1 0,1 1 0,-1 0 0,1 0 0,-5-5 0,6 8 0,-1 0 0,1 0 0,0 0 0,-1 0 0,1 0 0,-1 0 0,1 0 0,0 0 0,-1 0 0,1 0 0,0 0 0,-1 0 0,1 0 0,-1 0 0,1 0 0,0 1 0,-1-1 0,1 0 0,0 0 0,-1 0 0,1 1 0,0-1 0,0 0 0,-1 0 0,1 1 0,0-1 0,0 0 0,-1 1 0,1-1 0,0 0 0,0 1 0,0-1 0,0 0 0,0 1 0,-1 0 0,-5 12 0,5-9 0,0-1 0,0 1 0,1-1 0,-1 1 0,1-1 0,0 1 0,1 5 0,-1-8 0,0-1 0,0 1 0,0 0 0,0-1 0,0 1 0,0-1 0,0 1 0,0 0 0,0-1 0,0 1 0,1-1 0,-1 1 0,0 0 0,0-1 0,1 1 0,-1-1 0,0 1 0,1-1 0,-1 1 0,1-1 0,-1 0 0,1 1 0,-1-1 0,1 1 0,-1-1 0,1 0 0,-1 1 0,1-1 0,-1 0 0,1 0 0,-1 1 0,1-1 0,0 0 0,-1 0 0,1 0 0,-1 0 0,1 0 0,0 0 0,-1 0 0,1 0 0,0 0 0,-1 0 0,1 0 0,-1 0 0,1-1 0,0 1 0,-1 0 0,1 0 0,-1 0 0,1-1 0,-1 1 0,2-1 0,-1 0 0,1-1 0,0 1 0,0-1 0,-1 1 0,1-1 0,-1 0 0,1 1 0,-1-1 0,0 0 0,0 0 0,1 0 0,-2 0 0,1 0 0,0-1 0,0 1 0,-1 0 0,1 0 0,-1 0 0,1-1 0,-1 1 0,0 0 0,0-3 0,0-2 0,0 1 0,-1-1 0,1 1 0,-2-1 0,1 1 0,-4-11 0,3 12 0,0 0 0,-1 0 0,0 0 0,0 0 0,0 1 0,0-1 0,-1 1 0,1 0 0,-1 0 0,0 0 0,-1 0 0,1 1 0,-1-1 0,1 1 0,-9-4 0,10 6 0,0 0 0,0 0 0,-1 0 0,1 0 0,0 1 0,0-1 0,-1 1 0,1 0 0,0 0 0,0 0 0,-1 0 0,1 0 0,0 1 0,0-1 0,-1 1 0,1 0 0,0 0 0,0 0 0,0 1 0,0-1 0,0 1 0,1 0 0,-1-1 0,0 1 0,1 0 0,-1 1 0,-3 4 0,0 0 0,0 0 0,0 1 0,1-1 0,1 1 0,-1 1 0,1-1 0,0 1 0,1-1 0,0 1 0,1 0 0,0 0 0,0 1 0,1-1 0,0 0 0,0 1 0,1-1 0,0 0 0,1 1 0,0-1 0,1 0 0,4 16 0,-4-17 0,1 0 0,0-1 0,0 1 0,1-1 0,0 1 0,0-1 0,0 0 0,1 0 0,0-1 0,1 0 0,-1 0 0,1 0 0,1 0 0,-1-1 0,1 0 0,0 0 0,0-1 0,0 0 0,0 0 0,1-1 0,0 0 0,-1 0 0,1-1 0,13 3 0,-8-4 0,0-1 0,1 0 0,-1-1 0,0 0 0,1-1 0,-1 0 0,0-1 0,0-1 0,-1 0 0,1-1 0,-1 0 0,0-1 0,0 0 0,13-9 0,1-3 0,-1 0 0,-1-2 0,-1-1 0,41-47 0,-44 44 0,29-47 0,-42 60 0,-1 0 0,0-1 0,-1 0 0,0-1 0,-1 1 0,5-24 0,-9 34 0,0 1 0,1-1 0,-1 0 0,0 1 0,0-1 0,0 1 0,0-1 0,-1 1 0,1-1 0,0 0 0,-1 1 0,1-1 0,-1 1 0,1-1 0,-1 1 0,1 0 0,-1-1 0,0 1 0,0 0 0,0-1 0,0 1 0,0 0 0,0 0 0,0 0 0,0 0 0,-1 0 0,1 0 0,0 0 0,-1 0 0,1 0 0,-1 1 0,1-1 0,0 1 0,-1-1 0,1 1 0,-1-1 0,0 1 0,1 0 0,-1 0 0,1 0 0,-1 0 0,-1 0 0,-6 0 0,1 0 0,0 1 0,0 0 0,0 0 0,0 1 0,-16 5 0,15-3 0,-1 1 0,0 0 0,1 0 0,0 1 0,1 0 0,-1 0 0,1 1 0,0 0 0,1 1 0,0 0 0,0 0 0,0 0 0,1 1 0,-9 16 0,12-18 0,0 0 0,0 0 0,1 0 0,-1 0 0,2 0 0,-1 1 0,1-1 0,0 0 0,0 1 0,1-1 0,0 1 0,1-1 0,-1 1 0,2-1 0,-1 0 0,1 1 0,0-1 0,0 0 0,1 0 0,0 0 0,6 11 0,-3-8 0,0-1 0,1 0 0,0 0 0,0 0 0,17 14 0,-22-21 0,0-1 0,0 1 0,0-1 0,0 1 0,0-1 0,1 0 0,-1 0 0,0 0 0,1 0 0,-1 0 0,1 0 0,-1-1 0,1 1 0,-1-1 0,1 0 0,-1 0 0,1 0 0,-1 0 0,1 0 0,-1 0 0,1-1 0,-1 1 0,1-1 0,-1 0 0,1 0 0,-1 0 0,0 0 0,1 0 0,-1 0 0,0-1 0,0 1 0,2-2 0,4-5 0,0 0 0,-1 0 0,0 0 0,-1-1 0,0 0 0,0 0 0,-1-1 0,0 1 0,0-1 0,-1 0 0,-1-1 0,0 1 0,0-1 0,-1 1 0,1-12 0,-7 2 0,-1 18 0,1 11 0,-9 62 0,-5 78 0,2-8 0,10-97 0,1-6 0,-1 0 0,-2 0 0,-21 62 0,26-94 0,0 0 0,0 1 0,-1-1 0,0-1 0,0 1 0,0 0 0,-1-1 0,1 0 0,-1 0 0,-1 0 0,1-1 0,-1 0 0,1 0 0,-14 7 0,16-10 0,-1 1 0,0-1 0,-1 0 0,1 0 0,0 0 0,0 0 0,0-1 0,-1 1 0,1-1 0,0 0 0,0-1 0,-1 1 0,1-1 0,0 0 0,0 0 0,0 0 0,0 0 0,0-1 0,0 1 0,0-1 0,0 0 0,0-1 0,1 1 0,-1 0 0,-3-5 0,2 3 0,0-1 0,0 0 0,1 0 0,0 0 0,0-1 0,0 1 0,1-1 0,-1 0 0,1 0 0,1 0 0,-1-1 0,1 1 0,-1-8 0,1 4 0,1 0 0,0 0 0,0 0 0,1 0 0,1-1 0,0 1 0,0 0 0,3-10 0,3-3 0,1 0 0,1 0 0,0 1 0,2 0 0,1 1 0,22-33 0,-10 25-273,1 0 0,1 1 0,1 2 0,61-45 0,-47 41-6553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2.118"/>
    </inkml:context>
    <inkml:brush xml:id="br0">
      <inkml:brushProperty name="width" value="0.05" units="cm"/>
      <inkml:brushProperty name="height" value="0.05" units="cm"/>
    </inkml:brush>
  </inkml:definitions>
  <inkml:trace contextRef="#ctx0" brushRef="#br0">206 250 24575,'3'-1'0,"0"1"0,0 0 0,-1-1 0,1 0 0,0 1 0,-1-1 0,1 0 0,-1 0 0,1-1 0,-1 1 0,0 0 0,1-1 0,-1 0 0,0 1 0,0-1 0,0 0 0,0 0 0,-1 0 0,1 0 0,0-1 0,-1 1 0,2-3 0,1-2 0,-1 1 0,0 0 0,-1-1 0,0 0 0,0 1 0,0-1 0,1-10 0,-3 10 0,0 1 0,0-1 0,-1 0 0,0 1 0,0-1 0,0 0 0,-1 1 0,0 0 0,0-1 0,-1 1 0,0 0 0,0 0 0,0 0 0,-1 1 0,1-1 0,-2 1 0,-6-8 0,9 10 0,-1 0 0,-1 0 0,1 1 0,0-1 0,-1 1 0,1-1 0,-1 1 0,1 0 0,-1 0 0,0 1 0,0-1 0,0 1 0,0 0 0,0 0 0,0 0 0,-1 1 0,1-1 0,0 1 0,0 0 0,0 0 0,-1 1 0,1-1 0,0 1 0,0 0 0,0 0 0,0 0 0,0 1 0,-6 2 0,2 1 0,0 0 0,0 1 0,1-1 0,0 2 0,0-1 0,0 1 0,1 0 0,0 0 0,0 1 0,1-1 0,0 1 0,1 1 0,-8 16 0,8-14 0,0 0 0,0 1 0,1-1 0,1 1 0,0 0 0,1 0 0,0 0 0,1 0 0,0 0 0,3 19 0,-2-26 0,0 0 0,0 0 0,0 0 0,1-1 0,0 1 0,0 0 0,0-1 0,0 0 0,1 1 0,0-1 0,0 0 0,0 0 0,0-1 0,7 7 0,-7-8 0,0 0 0,0 0 0,0-1 0,0 1 0,0-1 0,1 1 0,-1-1 0,0 0 0,1 0 0,-1-1 0,1 1 0,-1-1 0,1 0 0,0 1 0,-1-2 0,1 1 0,-1 0 0,1-1 0,-1 1 0,7-3 0,13-6 0,-14 6 0,-1 0 0,0 0 0,1 1 0,9-2 0,-16 4 0,0 0 0,1 0 0,-1 0 0,1 0 0,-1 0 0,0 0 0,1 1 0,-1-1 0,0 1 0,1 0 0,-1-1 0,0 1 0,0 0 0,0 1 0,0-1 0,0 0 0,0 0 0,0 1 0,3 2 0,28 39-1365,-23-31-5461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2.917"/>
    </inkml:context>
    <inkml:brush xml:id="br0">
      <inkml:brushProperty name="width" value="0.05" units="cm"/>
      <inkml:brushProperty name="height" value="0.05" units="cm"/>
    </inkml:brush>
  </inkml:definitions>
  <inkml:trace contextRef="#ctx0" brushRef="#br0">165 128 24575,'5'-3'0,"0"-1"0,0 1 0,0-1 0,0 0 0,-1 0 0,1-1 0,3-5 0,-5 6 0,-1 1 0,1 0 0,-1-1 0,0 1 0,0-1 0,0 1 0,-1-1 0,1 0 0,-1 0 0,0 0 0,1-6 0,-2 9 0,0 0 0,0-1 0,0 1 0,0 0 0,0 0 0,0-1 0,0 1 0,0 0 0,-1 0 0,1 0 0,-1 0 0,1 0 0,-1-1 0,1 1 0,-1 0 0,1 0 0,-1 0 0,0 0 0,0 1 0,1-1 0,-1 0 0,0 0 0,-2-1 0,1 1 0,0 0 0,0 1 0,0-1 0,0 0 0,0 1 0,0 0 0,0-1 0,0 1 0,0 0 0,0 0 0,0 0 0,-4 1 0,-2 1 0,1 0 0,-1 0 0,0 0 0,1 1 0,0 0 0,-10 6 0,7-2 0,0 0 0,1 1 0,0 0 0,0 1 0,0 0 0,1 0 0,1 1 0,0 0 0,0 0 0,1 1 0,-8 16 0,10-19 0,1 0 0,0 1 0,0-1 0,1 1 0,0-1 0,1 1 0,0 0 0,0 0 0,1 0 0,0 0 0,0-1 0,1 1 0,0 0 0,1 0 0,0-1 0,5 16 0,-5-20 0,0 0 0,0 0 0,1 0 0,-1 0 0,1 0 0,0-1 0,0 1 0,0-1 0,1 0 0,-1 0 0,1 0 0,0 0 0,0 0 0,5 2 0,-2-2 0,0 0 0,0-1 0,0 0 0,0 0 0,1-1 0,-1 0 0,0 0 0,11 0 0,-3-2 0,0 0 0,0-1 0,0 0 0,0-1 0,-1-1 0,1-1 0,-1 0 0,20-10 0,-18 6 0,1-2 0,-1 0 0,-1 0 0,0-2 0,0 0 0,24-29 0,-30 31 0,-1 1 0,0-1 0,-1-1 0,0 0 0,-1 0 0,0 0 0,-1 0 0,-1-1 0,0 0 0,5-25 0,-9 34 0,0-1 0,0 0 0,0 0 0,-1 1 0,0-1 0,0 0 0,0 1 0,0-1 0,-1 0 0,0 1 0,-3-7 0,4 9 0,0 1 0,1-1 0,-1 1 0,0 0 0,0-1 0,0 1 0,0 0 0,0 0 0,-1 0 0,1 0 0,0 0 0,-1 0 0,1 0 0,0 0 0,-1 0 0,1 0 0,-1 1 0,1-1 0,-1 1 0,1-1 0,-1 1 0,0-1 0,1 1 0,-1 0 0,1 0 0,-1 0 0,0 0 0,1 0 0,-1 0 0,0 1 0,1-1 0,-1 0 0,1 1 0,-1-1 0,1 1 0,-3 1 0,2-1 0,0 1 0,0 0 0,-1 0 0,1 0 0,1 0 0,-1 0 0,0 0 0,1 1 0,-1-1 0,1 1 0,-1-1 0,1 1 0,0-1 0,0 1 0,1 0 0,-1-1 0,0 1 0,1 0 0,0 0 0,-1 0 0,1-1 0,0 1 0,1 5 0,0 4 0,0 1 0,1-1 0,6 24 0,-4-23 0,1-1 0,-1-1 0,2 1 0,0-1 0,0 0 0,1 0 0,0-1 0,1 1 0,16 15 0,-20-22 0,0 0 0,1 0 0,0-1 0,-1 1 0,1-1 0,1 0 0,-1-1 0,0 1 0,1-1 0,-1 0 0,1 0 0,0-1 0,-1 1 0,1-1 0,0-1 0,0 1 0,0-1 0,0 0 0,0 0 0,-1-1 0,1 0 0,0 0 0,7-2 0,-2-1 0,-1 0 0,1-1 0,-1 0 0,0-1 0,-1 0 0,1 0 0,-1-1 0,0 0 0,-1-1 0,10-10 0,4-10 0,38-58 0,-56 80 0,-3 4 0,0 0 0,1 0 0,-1 0 0,1 0 0,-1 0 0,1 1 0,0-1 0,0 1 0,3-3 0,-5 4 0,0 0 0,1 0 0,-1 0 0,0 0 0,0 0 0,0 0 0,0 0 0,0-1 0,0 1 0,1 0 0,-1 0 0,0 0 0,0 1 0,0-1 0,0 0 0,0 0 0,0 0 0,1 0 0,-1 0 0,0 0 0,0 0 0,0 0 0,0 0 0,0 0 0,0 0 0,1 0 0,-1 0 0,0 0 0,0 0 0,0 1 0,0-1 0,0 0 0,0 0 0,0 0 0,0 0 0,0 0 0,0 0 0,0 0 0,0 1 0,0-1 0,1 0 0,-1 0 0,0 0 0,0 0 0,0 0 0,0 0 0,0 1 0,0-1 0,0 0 0,-4 17 0,-19 59 0,4 1 0,-12 100 0,-1 3 0,9-91 0,20-79 0,-1 0 0,0 0 0,-1-1 0,1 1 0,-2-1 0,-9 13 0,13-20 0,1-1 0,0 1 0,-1-1 0,1 1 0,0-1 0,-1 0 0,0 1 0,1-1 0,-1 0 0,0 0 0,0 0 0,1 0 0,-1-1 0,0 1 0,0 0 0,0-1 0,0 0 0,0 1 0,0-1 0,0 0 0,-2 0 0,1 0 0,1-1 0,-1 0 0,1 1 0,-1-1 0,1 0 0,0-1 0,-1 1 0,1 0 0,0-1 0,0 1 0,0-1 0,0 0 0,0 1 0,-2-4 0,-1-2 0,0 0 0,0 0 0,0 0 0,1-1 0,0 0 0,1 0 0,0 0 0,-4-15 0,5 8 0,0 0 0,1 0 0,1 0 0,1 0 0,0 0 0,1 1 0,1-1 0,0 0 0,1 1 0,0-1 0,1 1 0,1 0 0,0 1 0,1-1 0,0 1 0,1 1 0,15-19 0,-11 15 0,1 2 0,0-1 0,1 2 0,1-1 0,0 2 0,1 0 0,0 1 0,1 1 0,0 0 0,0 1 0,1 1 0,37-11 0,-42 16 0,1 1 0,0 0 0,-1 1 0,1 0 0,0 1 0,23 3 0,-31-2 0,-1 0 0,1 0 0,-1 0 0,0 0 0,0 1 0,1 0 0,-1 0 0,0 0 0,0 1 0,-1 0 0,1 0 0,-1 0 0,1 0 0,-1 1 0,0 0 0,0 0 0,0 0 0,-1 0 0,5 7 0,-7-9-170,0 1-1,0-1 0,0 1 1,0-1-1,-1 1 0,1 0 1,0 5-1,-3 15-6655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3.974"/>
    </inkml:context>
    <inkml:brush xml:id="br0">
      <inkml:brushProperty name="width" value="0.05" units="cm"/>
      <inkml:brushProperty name="height" value="0.05" units="cm"/>
    </inkml:brush>
  </inkml:definitions>
  <inkml:trace contextRef="#ctx0" brushRef="#br0">299 57 24575,'-277'-19'0,"256"14"0,21 4 0,0 1 0,0 0 0,0-1 0,0 1 0,0 0 0,1 0 0,-1-1 0,0 1 0,0 0 0,0 0 0,0-1 0,1 1 0,-1 0 0,0 0 0,0 0 0,1-1 0,-1 1 0,0 0 0,0 0 0,1 0 0,-1 0 0,0 0 0,0 0 0,1-1 0,-1 1 0,0 0 0,1 0 0,-1 0 0,0 0 0,0 0 0,1 0 0,-1 0 0,1 0 0,45-5 0,390-5-514,-208 6 91,368-3 223,-1 22 169,-570-14 31,-1 2 0,38 7 0,-61-10 8,0 0 0,0 1 0,0-1 0,1 0 0,-1 0 0,0 1 0,0-1 0,0 1 0,0-1 0,0 1 0,0 0 0,0-1 0,0 1 0,0 0 0,0 0 0,0-1 0,0 1 0,0 0 0,0 1 0,-1-1 16,0 0 1,0-1-1,0 1 1,0 0-1,-1-1 1,1 1-1,0-1 1,-1 1-1,1-1 1,0 1 0,-1-1-1,1 1 1,0-1-1,-1 1 1,1-1-1,-1 1 1,1-1-1,-1 0 1,1 1-1,-1-1 1,0 0-1,1 0 1,-1 1 0,0-1-1,-8 4 73,1-1 0,-1 0 0,-12 2 0,-32 1-1455,30-4-5468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5.956"/>
    </inkml:context>
    <inkml:brush xml:id="br0">
      <inkml:brushProperty name="width" value="0.05" units="cm"/>
      <inkml:brushProperty name="height" value="0.05" units="cm"/>
    </inkml:brush>
  </inkml:definitions>
  <inkml:trace contextRef="#ctx0" brushRef="#br0">497 907 24575,'4'-1'0,"1"0"0,-1-1 0,0 0 0,1 0 0,-1 0 0,0-1 0,-1 1 0,1-1 0,0 0 0,-1 0 0,1 0 0,-1-1 0,0 1 0,3-5 0,-5 7 0,0 0 0,0-1 0,-1 1 0,1 0 0,0-1 0,0 1 0,-1 0 0,1-1 0,-1 1 0,1-1 0,-1 1 0,0-1 0,1 1 0,-1-1 0,0 1 0,0-1 0,0 0 0,0 1 0,0-1 0,-1 1 0,1-1 0,0 1 0,-1-1 0,1 1 0,-1-1 0,0 1 0,1 0 0,-1-1 0,0 1 0,0 0 0,-1-2 0,1 2 0,-1-1 0,0 1 0,0 0 0,0 0 0,0 0 0,0 0 0,0 0 0,-1 0 0,1 0 0,0 1 0,0-1 0,-1 1 0,1 0 0,0-1 0,0 1 0,-1 0 0,1 1 0,0-1 0,-1 0 0,-2 1 0,-12 4 0,0 1 0,0 0 0,1 1 0,0 1 0,0 0 0,1 1 0,-14 12 0,-95 82 0,88-68 0,1 0 0,-38 52 0,60-69 0,0 1 0,2 0 0,0 1 0,1 0 0,1 1 0,0 0 0,-7 31 0,15-45 0,-1-1 0,1 1 0,0 0 0,1 0 0,0-1 0,0 1 0,0 0 0,1 0 0,0 0 0,1-1 0,-1 1 0,1-1 0,0 1 0,4 5 0,-4-7 0,2 0 0,-1 0 0,1 0 0,-1-1 0,1 1 0,0-1 0,1 0 0,-1 0 0,1-1 0,0 1 0,0-1 0,0 0 0,0 0 0,0-1 0,1 0 0,8 3 0,10 2 0,1-2 0,0 0 0,0-1 0,29-1 0,105-5 0,-48-1 0,-107 3 0,5 0 0,1 0 0,-1 1 0,12 2 0,-19-3 0,-1 1 0,1-1 0,-1 0 0,0 1 0,1 0 0,-1-1 0,0 1 0,0 0 0,0-1 0,1 1 0,-1 0 0,2 2 0,-3-2 0,0-1 0,1 1 0,-1 0 0,0-1 0,0 1 0,1 0 0,-1-1 0,0 1 0,0 0 0,0 0 0,0-1 0,0 1 0,0 0 0,0-1 0,0 1 0,0 0 0,0 0 0,0-1 0,0 1 0,-1 0 0,1 0 0,0-1 0,-1 1 0,1-1 0,-1 2 0,-7 10 0,-1 0 0,0-1 0,0 0 0,-17 14 0,-8 9 0,26-25 0,0 0 0,1 1 0,0 0 0,0 0 0,1 0 0,-7 15 0,12-22 0,0 0 0,0 0 0,1 0 0,-1 0 0,0 0 0,1 0 0,0 0 0,0 0 0,0 0 0,0 0 0,0 0 0,1 0 0,-1 0 0,1 0 0,0 0 0,0 0 0,0-1 0,0 1 0,0 0 0,0 0 0,1-1 0,0 1 0,-1-1 0,1 1 0,0-1 0,0 0 0,0 0 0,1 0 0,-1 0 0,5 3 0,6 3 0,0 0 0,1-1 0,0 0 0,0-1 0,25 7 0,79 12 0,-38-13 0,1-4 0,0-4 0,0-3 0,131-15 0,-166 6 0,-1-1 0,0-2 0,-1-3 0,0-1 0,-1-2 0,-1-2 0,0-2 0,-2-1 0,0-3 0,47-38 0,-72 51 0,-7 5 0,1 0 0,1 0 0,-1 1 0,20-10 0,-26 15 0,-1 0 0,1 0 0,0 0 0,0 1 0,0-1 0,0 1 0,0 0 0,0-1 0,0 1 0,0 0 0,0 1 0,0-1 0,0 1 0,0-1 0,-1 1 0,1 0 0,0 0 0,0 0 0,0 0 0,-1 1 0,1-1 0,-1 1 0,4 2 0,34 31 0,-27-22 0,0-2 0,19 13 0,-7-10 0,1 0 0,0-2 0,1 0 0,0-2 0,1-2 0,0 0 0,1-2 0,28 3 0,15-2 0,0-3 0,77-6 0,137-25 0,-218 16 0,0-3 0,74-27 0,-130 38 0,-1-1 0,-1-1 0,1 0 0,-1-1 0,0 0 0,0 0 0,0-1 0,8-8 0,-14 11 0,-1 1 0,0-1 0,0 0 0,0 0 0,0 0 0,-1 0 0,0 0 0,0-1 0,0 1 0,0-1 0,-1 1 0,1-1 0,-1 0 0,0 1 0,-1-1 0,1 0 0,-1 0 0,0 0 0,0 0 0,-1 1 0,1-1 0,-2-5 0,-2-3 0,0 0 0,0 0 0,-1 0 0,-1 0 0,0 1 0,-12-17 0,-53-65 0,30 44 0,38 42 0,8 7 0,12 7 0,-16-6 0,120 46 0,-102-41 0,-1-1 0,1-1 0,0 0 0,36-1 0,-30-3 0,0-2 0,0-1 0,-1 0 0,1-2 0,-1-1 0,0-1 0,-1-1 0,0-1 0,-1-1 0,0-1 0,0-1 0,-1-1 0,-1-1 0,0 0 0,-2-2 0,25-26 0,-27 25 0,-2 0 0,0-1 0,-1 0 0,-1-1 0,-1 0 0,0-1 0,12-40 0,-17 43 0,-1-1 0,-1 0 0,-1 0 0,-1 0 0,-1-1 0,0 1 0,-2 0 0,0-1 0,-7-36 0,0 27 0,-1-1 0,-1 1 0,-2 1 0,-1 0 0,-1 0 0,-2 2 0,0 0 0,-2 0 0,0 2 0,-2 0 0,-1 2 0,-38-34 0,25 28 0,-1 1 0,-1 2 0,-1 2 0,-1 1 0,-1 2 0,-1 2 0,0 1 0,-56-15 0,64 24 0,1 1 0,-2 2 0,1 1 0,-39 0 0,58 4 0,0 0 0,0 1 0,0 1 0,0 0 0,0 1 0,1 0 0,-1 1 0,1 0 0,0 1 0,0 0 0,0 1 0,1 1 0,-14 9 0,21-12 0,0 1 0,-1 0 0,1 0 0,1 0 0,-1 0 0,1 1 0,0-1 0,0 1 0,1 0 0,-1 0 0,1 0 0,0 0 0,1 0 0,0 0 0,-1 10 0,2-14 0,-1 1 0,1 0 0,0-1 0,0 1 0,0 0 0,0-1 0,1 1 0,-1 0 0,1-1 0,0 1 0,-1-1 0,1 1 0,0-1 0,1 1 0,-1-1 0,0 0 0,1 0 0,-1 1 0,1-1 0,0 0 0,0 0 0,-1-1 0,1 1 0,0 0 0,1-1 0,-1 1 0,0-1 0,0 1 0,1-1 0,-1 0 0,1 0 0,-1 0 0,1-1 0,-1 1 0,1 0 0,0-1 0,-1 0 0,4 1 0,-2-1 0,-1 0 0,0 0 0,1 0 0,-1 0 0,0-1 0,1 0 0,-1 1 0,0-1 0,0 0 0,0 0 0,0-1 0,0 1 0,0-1 0,0 1 0,0-1 0,0 0 0,3-3 0,-3 1 0,0 1 0,0-1 0,0 0 0,-1 1 0,1-1 0,-1 0 0,0-1 0,0 1 0,-1 0 0,1-1 0,0-6 0,0 2 0,-1 1 0,0-1 0,-1 0 0,1 0 0,-2 0 0,0 0 0,0 0 0,0 1 0,-1-1 0,0 0 0,-1 1 0,-6-14 0,4 12 0,-1 1 0,0 0 0,0 0 0,-1 0 0,-1 1 0,1 0 0,-1 1 0,-17-13 0,11 11 0,0 0 0,-1 1 0,0 1 0,0 1 0,-21-7 0,-2 4 0,0 1 0,-1 1 0,0 3 0,-48 0 0,-41 4 0,-1 7 0,1 5 0,-247 56 0,361-65 0,-40 13 0,51-15 0,0 0 0,0 0 0,0 1 0,0-1 0,0 1 0,0 0 0,1 0 0,-1 0 0,1 0 0,-1 1 0,1-1 0,0 0 0,-3 4 0,5-5 0,0 0 0,-1 0 0,1 0 0,0 0 0,-1 0 0,1 0 0,0 0 0,0 0 0,0 1 0,0-1 0,0 0 0,0 0 0,0 0 0,0 0 0,1 0 0,-1 0 0,0 0 0,1 0 0,-1 0 0,1 0 0,-1 0 0,1 0 0,-1 0 0,1 0 0,0 0 0,-1 0 0,1 0 0,0-1 0,0 1 0,1 1 0,28 19 0,-11-12 0,0 0 0,0-1 0,1-1 0,0-1 0,0-1 0,1 0 0,-1-2 0,30 2 0,-42-7 0,-14-4 0,-16-5 0,-86-30 0,-2 5 0,-157-30 0,220 58 0,-1 2 0,1 2 0,-1 2 0,0 2 0,0 2 0,1 3 0,-1 1 0,-74 21 0,84-15 0,0 2 0,0 1 0,1 2 0,1 2 0,-63 44 0,81-51 0,2 1 0,0 1 0,0 1 0,1 0 0,1 1 0,0 1 0,2 0 0,0 1 0,1 0 0,0 0 0,2 1 0,-15 40 0,23-56 0,0 1 0,0 0 0,0 0 0,1 0 0,-1 0 0,1 0 0,0 0 0,0 0 0,1 0 0,0 5 0,0-7 0,-1 0 0,1 1 0,0-1 0,0 0 0,0 0 0,1-1 0,-1 1 0,0 0 0,1 0 0,-1-1 0,1 1 0,-1-1 0,1 1 0,0-1 0,0 1 0,0-1 0,0 0 0,0 0 0,2 1 0,-3-1 0,0-1 0,0 1 0,0 0 0,0 0 0,0-1 0,-1 1 0,1 0 0,0 0 0,0 0 0,-1 0 0,1 0 0,0 0 0,-1 0 0,1 1 0,-1-1 0,0 0 0,1 0 0,-1 0 0,0 0 0,0 1 0,0-1 0,1 0 0,-1 0 0,0 0 0,-1 1 0,1-1 0,0 0 0,0 0 0,0 0 0,-1 1 0,1-1 0,-1 0 0,0 2 0,-3 7 0,-1 1 0,-10 18 0,5-10 0,8-14-114,0 0 1,0 0-1,0 0 0,1 0 0,-1 1 1,1-1-1,0 0 0,1 1 0,0-1 1,-1 0-1,2 9 0,4 6-6712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6.306"/>
    </inkml:context>
    <inkml:brush xml:id="br0">
      <inkml:brushProperty name="width" value="0.05" units="cm"/>
      <inkml:brushProperty name="height" value="0.05" units="cm"/>
    </inkml:brush>
  </inkml:definitions>
  <inkml:trace contextRef="#ctx0" brushRef="#br0">9 0 24575,'0'4'0,"-3"0"0,-2 3 0,4 1 0,9-2 0,8-1 0,8-2 0,10-2 0,11 0 0,7-1 0,8-3 0,3-1 0,-4-1 0,-4-2 0,-10 1 0,-14 0 0,-20-1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6.445"/>
    </inkml:context>
    <inkml:brush xml:id="br0">
      <inkml:brushProperty name="width" value="0.05" units="cm"/>
      <inkml:brushProperty name="height" value="0.05" units="cm"/>
    </inkml:brush>
  </inkml:definitions>
  <inkml:trace contextRef="#ctx0" brushRef="#br0">47 1 24575,'-3'3'0,"-5"4"0,-3 1 0,0 3 0,1 2 0,7 5 0,5 6 0,7 5 0,5 3 0,-1 7 0,1 5 0,2 5 0,-3 4 0,0 1 0,-2-1 0,0-4 0,-2-10-8191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6.654"/>
    </inkml:context>
    <inkml:brush xml:id="br0">
      <inkml:brushProperty name="width" value="0.05" units="cm"/>
      <inkml:brushProperty name="height" value="0.05" units="cm"/>
    </inkml:brush>
  </inkml:definitions>
  <inkml:trace contextRef="#ctx0" brushRef="#br0">1 0 24575,'3'0'0,"4"4"0,1 3 0,-1 4 0,2 4 0,2 5 0,2 2 0,3 4 0,1 1 0,1-2 0,0-1 0,1-3 0,0-3 0,-3-6-8191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6.809"/>
    </inkml:context>
    <inkml:brush xml:id="br0">
      <inkml:brushProperty name="width" value="0.05" units="cm"/>
      <inkml:brushProperty name="height" value="0.05" units="cm"/>
    </inkml:brush>
  </inkml:definitions>
  <inkml:trace contextRef="#ctx0" brushRef="#br0">243 66 24575,'-3'-3'0,"-4"-5"0,-1-3 0,-3-4 0,-1 2 0,-3 2 0,-2 6 0,-1 11 0,0 7 0,-4 8 0,-1 6 0,0 5 0,4 7 0,2-1 0,5 0 0,3-3 0,4-6 0,2-6-8191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7.473"/>
    </inkml:context>
    <inkml:brush xml:id="br0">
      <inkml:brushProperty name="width" value="0.05" units="cm"/>
      <inkml:brushProperty name="height" value="0.05" units="cm"/>
    </inkml:brush>
  </inkml:definitions>
  <inkml:trace contextRef="#ctx0" brushRef="#br0">75 156 24575,'0'-1'0,"0"0"0,0 0 0,1 0 0,-1 0 0,-1 0 0,1 0 0,0 0 0,0 0 0,0 1 0,0-1 0,-1 0 0,1 0 0,0 0 0,-1 0 0,1 0 0,-1 0 0,1 1 0,-1-1 0,1 0 0,-1 0 0,0 1 0,1-1 0,-1 0 0,0 1 0,0-1 0,1 1 0,-1-1 0,0 1 0,0-1 0,0 1 0,0 0 0,-1-1 0,1 1 0,0 0 0,-1 0 0,1 0 0,0 0 0,0 1 0,0-1 0,0 0 0,0 1 0,-1-1 0,1 1 0,0 0 0,0-1 0,0 1 0,0 0 0,0-1 0,1 1 0,-1 0 0,0 0 0,0 0 0,0 0 0,1 0 0,-1 0 0,0 0 0,1 0 0,-1 0 0,0 1 0,-2 6 0,0 1 0,0-1 0,1 0 0,0 1 0,0 0 0,0 15 0,3 58 0,0-44 0,1 207 0,-13-294 0,3-270 0,9 239 0,-1 70 0,-1-2 0,1 0 0,1 1 0,0-1 0,1 0 0,4-16 0,-5 25 0,0 1 0,0-1 0,0 1 0,0 0 0,0-1 0,0 1 0,1 0 0,-1 0 0,1 0 0,0 0 0,0 0 0,0 1 0,0-1 0,0 0 0,0 1 0,0-1 0,0 1 0,0 0 0,1 0 0,-1 0 0,1 0 0,-1 0 0,0 0 0,1 1 0,0-1 0,-1 1 0,1 0 0,-1 0 0,1 0 0,-1 0 0,4 0 0,8 2 0,1 1 0,-1 0 0,0 1 0,0 0 0,-1 1 0,1 1 0,-1 0 0,0 1 0,0 0 0,-1 1 0,0 0 0,-1 1 0,0 1 0,18 18 0,-27-26 0,0 0 0,0 1 0,0 0 0,-1 0 0,1-1 0,-1 1 0,1 0 0,-1 0 0,0 0 0,0 1 0,0-1 0,-1 0 0,1 0 0,-1 0 0,0 1 0,0-1 0,0 0 0,-1 6 0,0-4 0,0-1 0,-1 1 0,0-1 0,0 0 0,0 1 0,0-1 0,-1 0 0,0 0 0,0-1 0,0 1 0,-6 5 0,-4 2 0,-1 0 0,-1-1 0,0 0 0,0-1 0,-31 13 0,10-9 0,-53 13 0,164-25 0,-54-1 0,1 0 0,-1 2 0,34 5 0,-49-5 0,1 0 0,0 0 0,-1 0 0,1 1 0,-1 0 0,10 6 0,-13-7 0,0 1 0,0-1 0,0 0 0,-1 1 0,1 0 0,-1 0 0,0 0 0,0 0 0,0 0 0,0 0 0,0 0 0,-1 0 0,3 6 0,-4-4 0,1-1 0,0 0 0,-1 0 0,0 1 0,0-1 0,-1 0 0,1 1 0,-1-1 0,0 0 0,0 0 0,0 1 0,-1-1 0,1 0 0,-1 0 0,0-1 0,0 1 0,0 0 0,-1-1 0,1 1 0,-1-1 0,0 0 0,0 1 0,-4 2 0,-3 3 0,0 0 0,-1-1 0,0 0 0,0-1 0,0 0 0,-16 6 0,16-9 86,1 0-1,-1 0 0,-22 4 1,30-8-164,1 1 0,-1-1 1,0 0-1,0 1 1,0-1-1,1-1 1,-1 1-1,0 0 0,0-1 1,0 1-1,1-1 1,-1 0-1,0 0 1,1 0-1,-1 0 0,1 0 1,-1-1-1,1 1 1,0-1-1,-1 0 1,-2-2-1,-3-8-6748</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7.802"/>
    </inkml:context>
    <inkml:brush xml:id="br0">
      <inkml:brushProperty name="width" value="0.05" units="cm"/>
      <inkml:brushProperty name="height" value="0.05" units="cm"/>
    </inkml:brush>
  </inkml:definitions>
  <inkml:trace contextRef="#ctx0" brushRef="#br0">1 37 24575,'2'-1'0,"-1"-1"0,1 1 0,0 0 0,0 0 0,0-1 0,0 1 0,-1 0 0,2 1 0,-1-1 0,0 0 0,0 1 0,0-1 0,0 1 0,0-1 0,1 1 0,-1 0 0,0 0 0,4 0 0,-5 0 0,0 1 0,0-1 0,0 0 0,0 0 0,0 1 0,0-1 0,0 0 0,0 1 0,0-1 0,0 1 0,0 0 0,0-1 0,0 1 0,0 0 0,-1-1 0,1 1 0,0 0 0,0 0 0,-1 0 0,1 0 0,0-1 0,-1 1 0,1 0 0,-1 0 0,1 0 0,-1 0 0,0 0 0,1 1 0,-1-1 0,0 0 0,0 0 0,0 0 0,0 0 0,0 0 0,0 0 0,0 0 0,0 2 0,-14 56 0,10-43 0,-6 31 0,10-41 0,-1 0 0,1-1 0,1 1 0,-1 0 0,1 0 0,0-1 0,0 1 0,0 0 0,4 7 0,-4-10 0,0 0 0,1 0 0,-1 0 0,1 0 0,0 0 0,-1 0 0,2 0 0,-1-1 0,0 1 0,0-1 0,1 1 0,-1-1 0,1 0 0,0 0 0,0 0 0,-1 0 0,1-1 0,0 1 0,7 1 0,-6-2 0,-1-1 0,1 1 0,0-1 0,0 0 0,0 0 0,0-1 0,0 1 0,0-1 0,0 0 0,-1 0 0,1 0 0,0 0 0,-1-1 0,1 1 0,0-1 0,5-5 0,0 1 0,0-1 0,-1 0 0,0 0 0,-1-1 0,0 0 0,0-1 0,0 0 0,-1 0 0,8-17 0,-9 17 0,-1 0 0,0 0 0,-1 0 0,0 0 0,-1-1 0,0 1 0,0-1 0,-1 0 0,0 1 0,-1-1 0,-1-10 0,1 16 31,0 1 0,-1 0 0,0-1 0,0 1 0,0 0 0,0-1 0,-1 1 0,1 0 1,-1 0-1,-3-4 0,4 5-109,0 1 0,0 0 1,-1 0-1,1-1 1,-1 1-1,1 0 1,-1 0-1,1 0 0,-1 0 1,1 1-1,-1-1 1,0 0-1,1 1 1,-1-1-1,0 1 0,0 0 1,1-1-1,-1 1 1,0 0-1,0 0 1,-2 0-1,-11 3-6748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8.065"/>
    </inkml:context>
    <inkml:brush xml:id="br0">
      <inkml:brushProperty name="width" value="0.05" units="cm"/>
      <inkml:brushProperty name="height" value="0.05" units="cm"/>
    </inkml:brush>
  </inkml:definitions>
  <inkml:trace contextRef="#ctx0" brushRef="#br0">148 264 24575,'1'-57'0,"0"26"0,-1 0 0,-1 0 0,-8-47 0,8 75 0,1 1 0,-1 0 0,0-1 0,1 1 0,-1 0 0,0 0 0,0 0 0,-1 0 0,1 0 0,0 0 0,-1 0 0,1 0 0,-3-2 0,3 4 0,0-1 0,0 1 0,1-1 0,-1 1 0,0 0 0,0 0 0,0-1 0,0 1 0,0 0 0,1 0 0,-1 0 0,0 0 0,0 0 0,0 0 0,0 0 0,0 0 0,0 1 0,1-1 0,-1 0 0,0 0 0,0 1 0,0-1 0,0 0 0,1 1 0,-1-1 0,0 1 0,0-1 0,1 1 0,-1-1 0,0 1 0,1 0 0,-1-1 0,1 1 0,-1 0 0,1 0 0,-1-1 0,0 2 0,-4 5 0,0 1 0,1 0 0,-1 0 0,1 0 0,1 0 0,-5 17 0,-10 58 0,14-62 0,-11 57 0,-6 111 0,20-156 0,1 0 0,2 1 0,1-1 0,1 0 0,2 0 0,10 32 0,-14-59-170,0 0-1,0 0 0,0 0 1,1-1-1,0 1 0,0-1 1,7 9-1,4-2-6655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8.479"/>
    </inkml:context>
    <inkml:brush xml:id="br0">
      <inkml:brushProperty name="width" value="0.05" units="cm"/>
      <inkml:brushProperty name="height" value="0.05" units="cm"/>
    </inkml:brush>
  </inkml:definitions>
  <inkml:trace contextRef="#ctx0" brushRef="#br0">1 213 24575,'0'1'0,"1"0"0,-1 1 0,1-1 0,-1 0 0,1 0 0,0 0 0,-1 1 0,1-1 0,0 0 0,0 0 0,0 0 0,0 0 0,0 0 0,0 0 0,0-1 0,0 1 0,0 0 0,0 0 0,1-1 0,-1 1 0,0-1 0,0 1 0,1-1 0,1 1 0,33 8 0,-27-8 0,1 0 0,0-1 0,0 0 0,-1 0 0,1-1 0,0 0 0,-1-1 0,1 0 0,-1-1 0,1 0 0,-1 0 0,0-1 0,0 0 0,13-9 0,-14 8 0,-1 0 0,0 0 0,0-1 0,0 0 0,-1-1 0,1 1 0,-2-1 0,1 0 0,-1-1 0,0 1 0,-1-1 0,1 0 0,-1 0 0,-1-1 0,0 1 0,2-10 0,-4 13 0,-1 0 0,1 1 0,-1-1 0,0 0 0,-1 1 0,1-1 0,-1 0 0,-2-7 0,3 11 0,-1-1 0,1 0 0,-1 1 0,1-1 0,-1 1 0,0-1 0,1 1 0,-1-1 0,0 1 0,0-1 0,0 1 0,0 0 0,0 0 0,0-1 0,-1 1 0,1 0 0,0 0 0,0 0 0,-1 0 0,1 0 0,-1 1 0,1-1 0,-1 0 0,1 1 0,-1-1 0,0 1 0,-2-1 0,2 1 0,1 0 0,0 1 0,0-1 0,-1 0 0,1 1 0,0-1 0,0 1 0,-1 0 0,1-1 0,0 1 0,0 0 0,0 0 0,0 0 0,0 0 0,0-1 0,0 1 0,0 1 0,0-1 0,1 0 0,-1 0 0,0 0 0,0 2 0,-13 30 0,14-32 0,-13 44 0,3 0 0,2 1 0,-5 84 0,12-118-114,0-1 1,1 1-1,1 0 0,0-1 0,1 1 1,0-1-1,0 0 0,1 1 0,1-1 1,0 0-1,7 13 0,3-3-6712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8.659"/>
    </inkml:context>
    <inkml:brush xml:id="br0">
      <inkml:brushProperty name="width" value="0.05" units="cm"/>
      <inkml:brushProperty name="height" value="0.05" units="cm"/>
    </inkml:brush>
  </inkml:definitions>
  <inkml:trace contextRef="#ctx0" brushRef="#br0">46 0 24575,'-7'3'0,"-4"5"0,-1 3 0,1 3 0,7 0 0,6-3 0,6-3 0,5-3 0,7-3 0,-1-1-8191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29.494"/>
    </inkml:context>
    <inkml:brush xml:id="br0">
      <inkml:brushProperty name="width" value="0.05" units="cm"/>
      <inkml:brushProperty name="height" value="0.05" units="cm"/>
    </inkml:brush>
  </inkml:definitions>
  <inkml:trace contextRef="#ctx0" brushRef="#br0">170 152 24575,'-4'-4'0,"1"0"0,-1 0 0,0 0 0,0 0 0,0 1 0,0-1 0,-1 1 0,0 0 0,1 1 0,-1-1 0,-6-1 0,11 4 0,-1 0 0,0 0 0,1 0 0,-1 0 0,0 0 0,1 0 0,-1 0 0,0 0 0,1 0 0,-1 1 0,0-1 0,1 0 0,-1 1 0,1-1 0,-1 0 0,0 1 0,1-1 0,-1 1 0,1-1 0,-1 0 0,1 1 0,-1-1 0,1 1 0,0 0 0,-1-1 0,1 1 0,-1-1 0,1 1 0,0 0 0,0-1 0,-1 1 0,1 0 0,0-1 0,0 1 0,0 0 0,0-1 0,0 1 0,0 0 0,0-1 0,0 1 0,0 0 0,0 0 0,1 0 0,-1 3 0,0 0 0,1 0 0,0 0 0,0-1 0,0 1 0,2 5 0,0-4 0,0-1 0,-1 1 0,2-1 0,-1 0 0,5 4 0,-8-7 0,1-1 0,-1 1 0,1 0 0,0-1 0,-1 1 0,1 0 0,0-1 0,-1 1 0,1-1 0,0 1 0,0-1 0,0 1 0,-1-1 0,1 0 0,0 1 0,0-1 0,0 0 0,0 0 0,0 0 0,0 0 0,0 1 0,-1-1 0,1 0 0,0-1 0,0 1 0,0 0 0,0 0 0,0 0 0,0 0 0,0-1 0,0 1 0,-1 0 0,1-1 0,0 1 0,0-1 0,1 0 0,-2 0 0,1 0 0,-1 0 0,0 0 0,1-1 0,-1 1 0,0 0 0,0 0 0,1 0 0,-1 0 0,0-1 0,0 1 0,0 0 0,-1 0 0,1 0 0,0 0 0,0-1 0,-1 1 0,1 0 0,0 0 0,-1 0 0,1 0 0,-1 0 0,0 0 0,1 0 0,-1 0 0,0 0 0,1 0 0,-2-1 0,-24-26 0,21 24 0,0 0 0,0 0 0,0 1 0,-1 0 0,0 0 0,0 0 0,0 0 0,0 1 0,-6-1 0,10 2 0,0 1 0,0-1 0,0 1 0,1 0 0,-1 0 0,0 0 0,0 0 0,0 0 0,0 0 0,0 1 0,1-1 0,-1 1 0,0-1 0,0 1 0,1 0 0,-1-1 0,0 1 0,1 0 0,-1 0 0,1 0 0,-1 0 0,1 1 0,-1-1 0,1 0 0,0 1 0,-1-1 0,1 0 0,0 1 0,0 0 0,0-1 0,0 1 0,1 0 0,-1-1 0,-1 4 0,0 5 0,-1 0 0,1 1 0,1-1 0,0 1 0,0-1 0,1 0 0,0 1 0,2 10 0,-1-14 0,0 0 0,0-1 0,1 1 0,0 0 0,0-1 0,0 1 0,1-1 0,0 0 0,0 1 0,1-1 0,0-1 0,0 1 0,5 5 0,-6-8 0,-1-1 0,1 1 0,1-1 0,-1 0 0,0 0 0,0 0 0,1 0 0,-1-1 0,1 1 0,0-1 0,-1 0 0,1 0 0,0 0 0,0-1 0,-1 1 0,1-1 0,0 0 0,4-1 0,-2 1 0,0-2 0,0 1 0,0-1 0,-1 0 0,1 0 0,0 0 0,-1-1 0,1 0 0,-1 0 0,9-7 0,-8 5 0,1 0 0,-1-1 0,1 0 0,-2-1 0,1 1 0,-1-1 0,0 0 0,0-1 0,-1 1 0,0-1 0,0 0 0,-1 0 0,0 0 0,0 0 0,-1-1 0,2-10 0,-4 14 0,0-1 0,-1 1 0,1-1 0,-1 1 0,0-1 0,-3-7 0,3 10 0,0 0 0,0 1 0,0 0 0,0-1 0,-1 1 0,1 0 0,-1-1 0,1 1 0,-1 0 0,0 0 0,0 0 0,0 0 0,0 1 0,-4-4 0,6 5 0,-1 0 0,1 0 0,0 0 0,0 0 0,0-1 0,0 1 0,0 0 0,-1 0 0,1 0 0,0 0 0,0 0 0,0 0 0,0 0 0,-1 0 0,1 0 0,0 0 0,0 0 0,0 0 0,0 0 0,-1 0 0,1 0 0,0 0 0,0 0 0,0 0 0,-1 0 0,1 0 0,0 0 0,0 0 0,0 0 0,0 0 0,-1 0 0,1 0 0,0 0 0,0 1 0,0-1 0,0 0 0,0 0 0,-1 0 0,1 0 0,0 0 0,0 0 0,0 1 0,0-1 0,0 0 0,0 0 0,0 0 0,1 12 0,7 12 0,-7-23 0,14 29 0,27 42 0,-44-88 0,0-1 0,1 1 0,0-1 0,2 1 0,3-26 0,-3 33 0,2 1 0,-1-1 0,1 1 0,0 0 0,1-1 0,0 2 0,0-1 0,1 0 0,-1 1 0,12-12 0,-14 16 0,1 1 0,-1-1 0,1 1 0,0 0 0,0 0 0,0 0 0,0 0 0,0 0 0,0 1 0,0-1 0,1 1 0,-1 0 0,1 0 0,-1 0 0,1 1 0,-1-1 0,1 1 0,-1 0 0,1-1 0,-1 2 0,1-1 0,0 0 0,-1 1 0,1 0 0,-1 0 0,0 0 0,1 0 0,-1 0 0,5 3 0,-2 0 0,-1 0 0,1 0 0,0 1 0,-1 0 0,0 0 0,0 0 0,-1 0 0,0 1 0,0 0 0,0 0 0,0 0 0,-1 0 0,0 1 0,0-1 0,3 15 0,-3-13 0,-1 0 0,0 1 0,-1-1 0,0 1 0,0-1 0,-1 1 0,0-1 0,0 1 0,-1 0 0,0-1 0,0 1 0,-6 15 0,6-22 27,0 1-1,0 0 0,-1-1 0,1 1 1,-1-1-1,0 0 0,1 0 0,-1 1 1,0-1-1,0 0 0,0 0 0,-3 1 1,3-2-102,1 0 1,0-1 0,-1 1 0,1-1 0,-1 1-1,0-1 1,1 1 0,-1-1 0,1 0 0,-1 0-1,0 0 1,1 0 0,-1 0 0,1 0 0,-1 0-1,0 0 1,1-1 0,-1 1 0,1-1 0,-1 1-1,1-1 1,-3 0 0,-7-6-6752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1.299"/>
    </inkml:context>
    <inkml:brush xml:id="br0">
      <inkml:brushProperty name="width" value="0.05" units="cm"/>
      <inkml:brushProperty name="height" value="0.05" units="cm"/>
    </inkml:brush>
  </inkml:definitions>
  <inkml:trace contextRef="#ctx0" brushRef="#br0">0 1 24575,'766'24'-774,"810"106"-1391,-1494-123 2158,27 2 330,162 21 1419,-270-29-1562,-3-1-14,-12 1 114,-20-4-25,15-4-1620,4-1-5461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2.714"/>
    </inkml:context>
    <inkml:brush xml:id="br0">
      <inkml:brushProperty name="width" value="0.05" units="cm"/>
      <inkml:brushProperty name="height" value="0.05" units="cm"/>
    </inkml:brush>
  </inkml:definitions>
  <inkml:trace contextRef="#ctx0" brushRef="#br0">64 219 24575,'1'-7'0,"0"0"0,0 1 0,1-1 0,3-8 0,1-6 0,-4 100 0,-22 180 0,4-58 0,-15 44 0,31-244 0,-3 30 0,3-30 0,0-1 0,0 1 0,0-1 0,-1 0 0,1 1 0,0-1 0,0 1 0,0-1 0,0 1 0,1-1 0,-1 0 0,0 1 0,0-1 0,0 1 0,0-1 0,0 0 0,0 1 0,1-1 0,-1 1 0,0-1 0,0 0 0,1 1 0,-1-1 0,0 0 0,0 1 0,1-1 0,-1 0 0,0 0 0,1 1 0,-1-1 0,0 0 0,1 0 0,-1 1 0,1-1 0,-1 0 0,0 0 0,1 0 0,-1 0 0,1 0 0,-1 0 0,1 0 0,-1 0 0,0 0 0,1 0 0,-1 0 0,1 0 0,-1 0 0,1 0 0,-1 0 0,0 0 0,1 0 0,-1 0 0,1-1 0,-1 1 0,0 0 0,1 0 0,-1 0 0,0-1 0,1 1 0,-1 0 0,0-1 0,1 1 0,10-7 0,0 2 0,1-1 0,-1 1 0,1 1 0,0 0 0,0 1 0,0 0 0,21-1 0,107-1 0,-96 5 0,523 25-1074,-2 36-383,-402-42 1341,437 57-1788,109 12 1848,-1-29-667,-661-56 707,10 0 515,96-5 0,-147 1-304,1 0 0,-1 0 0,0 0 1,0-1-1,0 0 0,8-3 0,-13 5-139,0-1 0,0 1 0,0-1 0,0 1 0,-1-1 0,1 0 0,0 1 0,0-1 0,0 0 0,0 0-1,-1 0 1,1 0 0,0 1 0,-1-1 0,1 0 0,-1 0 0,1 0 0,-1 0 0,1-1 0,-1 1 0,0 0 0,1 0-1,-1 0 1,0 0 0,0 0 0,0 0 0,0 0 0,0-1 0,0 1 0,0 0 0,-1 0 0,1 0 0,0 0-1,0 0 1,-1 0 0,1 0 0,-1 0 0,1 0 0,-2-2 0,-6-11 43,-1 0 1,-1 1-1,-19-21 1,21 26-68,0-1-1,1 0 1,0 0-1,0 0 1,1-1-1,0 0 1,1 0 0,0 0-1,1-1 1,-4-12-1,5 7-31,1 0 0,1-1 0,0 1 0,1 0 0,4-32 0,22-83 0,-10 59 0,8-65 0,30-131 0,-34 220 0,-12 32 0,-8 16 0,1-1 0,-1 1 0,0-1 0,0 0 0,1 1 0,-1-1 0,0 1 0,0-1 0,0 1 0,0-1 0,0 0 0,0 1 0,0-1 0,0 0 0,0 1 0,0-1 0,0 1 0,0-1 0,0 0 0,0 1 0,0-1 0,-1 1 0,1-1 0,0 1 0,0-1 0,-1 1 0,1-1 0,0 1 0,-1-1 0,1 1 0,-1-1 0,1 1 0,-1-1 0,1 1 0,0 0 0,-1-1 0,0 1 0,1 0 0,-1-1 0,1 1 0,-1 0 0,1 0 0,-1 0 0,1-1 0,-1 1 0,0 0 0,-34-3 0,28 4 0,-48-2 2,-569-21-132,166-17-380,-684-48-963,1131 86 1473,-1046-32 601,1039 33-355,1-2 1,-21-4 0,27 4-151,1 0 0,-1 1 1,0 0-1,0 0 0,0 1 1,0 1-1,-16 2 0,13 1-96,1 1 0,0 0 0,0 1 0,-18 10 0,0 1 0,22-14 0,1 0 0,-1-1 0,1 0 0,-1 0 0,0 0 0,0-2 0,0 1 0,0-1 0,-14-1 0,13 0 0,0 1 0,0 0 0,1 0 0,-1 1 0,0 1 0,0-1 0,-11 5 0,17-4 0,-1 0 0,1 1 0,-1-1 0,1 1 0,0 1 0,0-1 0,0 0 0,0 1 0,1 0 0,-1 0 0,1 0 0,0 0 0,0 0 0,0 1 0,1-1 0,0 1 0,0 0 0,-3 9 0,-1 8 0,1 0 0,1 0 0,-1 26 0,-2 6 0,2-34-1365,0-2-5461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3.306"/>
    </inkml:context>
    <inkml:brush xml:id="br0">
      <inkml:brushProperty name="width" value="0.05" units="cm"/>
      <inkml:brushProperty name="height" value="0.05" units="cm"/>
    </inkml:brush>
  </inkml:definitions>
  <inkml:trace contextRef="#ctx0" brushRef="#br0">273 111 24575,'21'-18'0,"10"-14"0,-29 30 0,-1 0 0,1 0 0,-1 0 0,0 0 0,0 0 0,0 0 0,0 0 0,0-1 0,0 1 0,0 0 0,-1-1 0,1 1 0,-1-1 0,0-3 0,0 5 0,0 0 0,0 0 0,0 0 0,0 0 0,-1 0 0,1 0 0,0 1 0,-1-1 0,1 0 0,0 0 0,-1 0 0,1 1 0,-1-1 0,1 0 0,-1 0 0,1 1 0,-1-1 0,0 0 0,1 1 0,-1-1 0,0 1 0,0-1 0,0 0 0,-2 0 0,1 1 0,0-1 0,-1 0 0,1 1 0,0-1 0,-1 1 0,1 0 0,-5-1 0,-1 2 0,-1 0 0,1 0 0,-17 4 0,6 1 0,1 1 0,0 1 0,0 0 0,1 1 0,0 1 0,-28 22 0,36-25 0,0 0 0,0 1 0,1 1 0,1-1 0,-1 1 0,1 0 0,1 1 0,0 0 0,0 0 0,1 0 0,0 1 0,-6 20 0,10-26 0,0-1 0,0 1 0,1-1 0,0 1 0,0 0 0,0-1 0,0 1 0,1 0 0,-1-1 0,1 1 0,0-1 0,1 1 0,-1-1 0,1 0 0,0 1 0,0-1 0,0 0 0,1 0 0,-1 0 0,1-1 0,0 1 0,0 0 0,0-1 0,1 0 0,-1 0 0,1 0 0,0 0 0,0-1 0,7 4 0,2 1 0,0-1 0,1 0 0,0-1 0,0-1 0,0 0 0,0-1 0,1-1 0,18 2 0,-8-4-341,1 0 0,-1-1-1,45-9 1,-31 1-6485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3.559"/>
    </inkml:context>
    <inkml:brush xml:id="br0">
      <inkml:brushProperty name="width" value="0.05" units="cm"/>
      <inkml:brushProperty name="height" value="0.05" units="cm"/>
    </inkml:brush>
  </inkml:definitions>
  <inkml:trace contextRef="#ctx0" brushRef="#br0">18 1 24575,'0'3'0,"0"4"0,0 4 0,0 4 0,0 2 0,-3 1 0,-1 1 0,0 0 0,1 0 0,1 0 0,1-3-8191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4.188"/>
    </inkml:context>
    <inkml:brush xml:id="br0">
      <inkml:brushProperty name="width" value="0.05" units="cm"/>
      <inkml:brushProperty name="height" value="0.05" units="cm"/>
    </inkml:brush>
  </inkml:definitions>
  <inkml:trace contextRef="#ctx0" brushRef="#br0">108 166 24575,'-35'-27'0,"32"29"0,1 7 0,2 12 0,0-19 0,1 55 0,-6 72 0,2-106 0,-1 0 0,0-1 0,-2 1 0,-1-1 0,0 0 0,-12 21 0,9-29 0,10-14 0,0 0 0,0 0 0,0 0 0,-1 0 0,1 0 0,0 0 0,0 0 0,0 0 0,0 0 0,-1 0 0,1 0 0,0 0 0,0 0 0,0 0 0,0 0 0,0 0 0,-1-1 0,1 1 0,0 0 0,0 0 0,0 0 0,0 0 0,0 0 0,0 0 0,0-1 0,-1 1 0,1 0 0,0 0 0,0 0 0,0 0 0,0-1 0,0 1 0,0 0 0,0 0 0,0 0 0,0 0 0,0-1 0,0 1 0,0 0 0,0 0 0,0 0 0,0-1 0,0 1 0,3-34 0,13-37 0,3 0 0,2 1 0,35-74 0,-47 124 0,2 1 0,19-30 0,-26 43 0,1 0 0,-1 0 0,1 1 0,1 0 0,-1 0 0,1 0 0,0 0 0,0 1 0,0 0 0,0 0 0,11-4 0,-15 8 0,0-1 0,1 0 0,-1 0 0,0 1 0,0-1 0,1 1 0,-1 0 0,0 0 0,1 0 0,-1 0 0,0 0 0,1 0 0,-1 1 0,0-1 0,0 1 0,1 0 0,-1-1 0,0 1 0,0 0 0,0 0 0,0 0 0,0 1 0,0-1 0,0 0 0,0 1 0,-1-1 0,1 1 0,0 0 0,-1-1 0,3 5 0,-2-2 0,0-1 0,0 1 0,0 0 0,-1 0 0,1 1 0,-1-1 0,0 0 0,0 0 0,-1 1 0,1-1 0,-1 1 0,0-1 0,0 0 0,0 1 0,-2 6 0,-1-1 0,0-1 0,0 1 0,-1-1 0,0 0 0,0 0 0,-1 0 0,-1-1 0,1 0 0,-12 12 0,-5 4 0,-41 33 0,10-11 0,52-45 0,0 0 0,0 1 0,0-1 0,-1 0 0,1 0 0,0 0 0,1 1 0,-1-1 0,0 1 0,0-1 0,1 1 0,-1-1 0,0 1 0,1-1 0,0 1 0,-1-1 0,1 3 0,0-2 0,0-1 0,0 0 0,1 0 0,-1 0 0,1 0 0,-1 0 0,1 0 0,-1 0 0,1 0 0,-1 0 0,1 0 0,0 0 0,0 0 0,-1 0 0,1 0 0,0 0 0,0-1 0,2 2 0,4 3 0,1-1 0,0-1 0,0 1 0,0-1 0,11 2 0,-6-1 0,6 2 114,0 2 0,35 17 0,-46-19-328,1-1 1,0 1 0,-1 1-1,0 0 1,-1 0 0,1 0-1,9 14 1,-4-2-6613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4.402"/>
    </inkml:context>
    <inkml:brush xml:id="br0">
      <inkml:brushProperty name="width" value="0.05" units="cm"/>
      <inkml:brushProperty name="height" value="0.05" units="cm"/>
    </inkml:brush>
  </inkml:definitions>
  <inkml:trace contextRef="#ctx0" brushRef="#br0">0 19 24575,'3'-3'0,"5"-1"0,0-3 0,-1 2 0,-1 6 0,-5 9 0,-3 6 0,-5 3 0,0 1 0,1 1 0,1 0 0,1-1 0,2-3-8191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4.797"/>
    </inkml:context>
    <inkml:brush xml:id="br0">
      <inkml:brushProperty name="width" value="0.05" units="cm"/>
      <inkml:brushProperty name="height" value="0.05" units="cm"/>
    </inkml:brush>
  </inkml:definitions>
  <inkml:trace contextRef="#ctx0" brushRef="#br0">21 90 24575,'0'0'0,"0"0"0,0 1 0,-1-1 0,1 0 0,0 0 0,0 0 0,0 0 0,0 0 0,-1 0 0,1 0 0,0 0 0,0 0 0,0 0 0,0 0 0,-1 1 0,1-1 0,0 0 0,0 0 0,0 0 0,-1 0 0,1-1 0,0 1 0,0 0 0,0 0 0,0 0 0,-1 0 0,1 0 0,0 0 0,0 0 0,0 0 0,0 0 0,-1 0 0,1 0 0,0-1 0,0 1 0,0 0 0,0 0 0,0 0 0,-1 0 0,1 0 0,0-1 0,0 1 0,0 0 0,0 0 0,0 0 0,0 0 0,0-1 0,0 1 0,0 0 0,0 0 0,0 0 0,0-1 0,0 1 0,0 0 0,0 0 0,0 0 0,0 0 0,0-1 0,0 1 0,0 0 0,0 0 0,0 0 0,0-1 0,0 1 0,0 0 0,0 0 0,-8 14 0,6 4 0,0 1 0,0-1 0,2 1 0,0-1 0,2 1 0,0-1 0,1 1 0,5 18 0,-5-24 0,1-1 0,0-1 0,1 1 0,0-1 0,1 1 0,0-2 0,0 1 0,1-1 0,1 0 0,0 0 0,0-1 0,19 16 0,-25-23 0,0 0 0,1-1 0,-1 1 0,1-1 0,-1 0 0,1 0 0,0 0 0,-1 0 0,1 0 0,0 0 0,0-1 0,0 0 0,0 1 0,-1-1 0,1 0 0,0 0 0,3-1 0,-1 0 0,-1 0 0,1-1 0,0 1 0,-1-1 0,0 0 0,1 0 0,-1-1 0,0 1 0,5-5 0,3-4 0,-1 1 0,0-2 0,-1 1 0,0-2 0,11-17 0,-4 2 0,0-1 0,20-52 0,-30 62 0,0 0 0,-2-1 0,0 0 0,-2 0 0,3-32 0,-10 16 342,-4 20-684,8 16 298,0-1 0,-1 1 0,1 0 0,-1 0 0,1-1 0,0 1 0,-1 0 0,1 0 0,0 0 0,-1-1 0,1 1 0,-1 0 0,1 0 0,-1 0 0,1 0 0,0 0 0,-1 0-1,1 0 1,-1 0 0,1 0 0,-1 0 0,1 0 0,0 0 0,-1 0 0,1 1 0,-1-1 0,1 0 0,-1 0 0,1 0 0,-1 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5.018"/>
    </inkml:context>
    <inkml:brush xml:id="br0">
      <inkml:brushProperty name="width" value="0.05" units="cm"/>
      <inkml:brushProperty name="height" value="0.05" units="cm"/>
    </inkml:brush>
  </inkml:definitions>
  <inkml:trace contextRef="#ctx0" brushRef="#br0">29 1 24575,'0'3'0,"0"4"0,0 4 0,0 4 0,0 2 0,0 1 0,0 1 0,0 3 0,0 2 0,0 2 0,0 3 0,0 0 0,0 1 0,-3-1 0,-2-2 0,-2-4 0,0-1 0,0-5-8191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5.213"/>
    </inkml:context>
    <inkml:brush xml:id="br0">
      <inkml:brushProperty name="width" value="0.05" units="cm"/>
      <inkml:brushProperty name="height" value="0.05" units="cm"/>
    </inkml:brush>
  </inkml:definitions>
  <inkml:trace contextRef="#ctx0" brushRef="#br0">57 0 24575,'-3'0'0,"-1"4"0,-3 3 0,-1 4 0,2 4 0,1 1 0,-1 5 0,0 2 0,1 1 0,2 1 0,1 1 0,1-5-8191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5.496"/>
    </inkml:context>
    <inkml:brush xml:id="br0">
      <inkml:brushProperty name="width" value="0.05" units="cm"/>
      <inkml:brushProperty name="height" value="0.05" units="cm"/>
    </inkml:brush>
  </inkml:definitions>
  <inkml:trace contextRef="#ctx0" brushRef="#br0">68 120 24575,'4'-59'0,"-4"55"0,1 0 0,0 0 0,0 0 0,0-1 0,1 2 0,-1-1 0,1 0 0,0 0 0,0 0 0,1 1 0,3-5 0,-5 7 0,0 0 0,0 0 0,0 0 0,0 1 0,0-1 0,0 0 0,0 1 0,1-1 0,-1 1 0,0-1 0,0 1 0,1 0 0,-1-1 0,0 1 0,1 0 0,-1 0 0,0 0 0,1 0 0,-1 0 0,0 0 0,1 0 0,-1 1 0,0-1 0,1 0 0,-1 1 0,0-1 0,0 1 0,2 0 0,4 3 0,-1-1 0,0 1 0,11 10 0,-15-13 0,29 25 0,-1 1 0,43 50 0,-59-60 0,-1 1 0,0 1 0,-1 0 0,-1 0 0,-1 1 0,9 27 0,-16-41 0,-1 0 0,-1-1 0,1 1 0,-1 0 0,0 1 0,0-1 0,-1 0 0,0 0 0,0 0 0,0 0 0,-1 0 0,0 1 0,0-1 0,0 0 0,-1 0 0,0-1 0,0 1 0,0 0 0,-1-1 0,0 1 0,0-1 0,-1 0 0,1 0 0,-1 0 0,0 0 0,0-1 0,-1 0 0,-6 6 0,-2-1 49,-1 0 0,0-1 0,-1-1-1,1 0 1,-2 0 0,-29 7 0,3-4-903,-58 5 1,23-7-5973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6.873"/>
    </inkml:context>
    <inkml:brush xml:id="br0">
      <inkml:brushProperty name="width" value="0.05" units="cm"/>
      <inkml:brushProperty name="height" value="0.05" units="cm"/>
    </inkml:brush>
  </inkml:definitions>
  <inkml:trace contextRef="#ctx0" brushRef="#br0">93 39 24575,'0'-6'0,"0"4"0,-1 0 0,1 0 0,0 1 0,0-1 0,0 0 0,0 1 0,0-1 0,1 0 0,-1 0 0,1 1 0,-1-1 0,1 0 0,-1 1 0,1-1 0,0 1 0,0-1 0,1-2 0,-1 4 0,-1 0 0,0 1 0,1-1 0,-1 0 0,1 0 0,-1 0 0,0 0 0,1 0 0,-1 1 0,0-1 0,0 0 0,1 0 0,-1 1 0,0-1 0,1 0 0,-1 1 0,0-1 0,0 0 0,0 0 0,1 1 0,-1-1 0,0 1 0,0-1 0,0 0 0,0 1 0,0-1 0,0 0 0,1 1 0,-1-1 0,0 0 0,0 1 0,0-1 0,0 1 0,0-1 0,-1 0 0,1 1 0,2 19 0,-3 27 0,-13 68 0,4-32 0,-44 519 0,31-330 0,21-248 0,-1 11 0,1 71 0,2-105 0,1 1 0,-1-1 0,0 1 0,1-1 0,-1 1 0,0-1 0,1 1 0,0-1 0,-1 1 0,1-1 0,0 0 0,0 1 0,0-1 0,0 0 0,0 0 0,0 1 0,0-1 0,0 0 0,0 0 0,0 0 0,1-1 0,-1 1 0,0 0 0,1 0 0,-1-1 0,1 1 0,-1-1 0,1 1 0,1 0 0,5 0 0,0 0 0,-1-1 0,1 1 0,14-3 0,-7 2 0,73 0 12,89 13 0,88 23-55,-148-18-44,1073 170-1205,-482-73 780,-640-103 1007,-132-10 899,33-2-1438,16 0-281,0 0 0,0-1 0,-23-4 0,25 1-6501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7.157"/>
    </inkml:context>
    <inkml:brush xml:id="br0">
      <inkml:brushProperty name="width" value="0.05" units="cm"/>
      <inkml:brushProperty name="height" value="0.05" units="cm"/>
    </inkml:brush>
  </inkml:definitions>
  <inkml:trace contextRef="#ctx0" brushRef="#br0">4 5 24575,'-4'-4'0,"6"4"0,5 13 0,-2 9 0,-1 0 0,-1 1 0,-1 0 0,0 0 0,-4 32 0,2-12 0,-1 395-1365,1-405-5461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8.178"/>
    </inkml:context>
    <inkml:brush xml:id="br0">
      <inkml:brushProperty name="width" value="0.05" units="cm"/>
      <inkml:brushProperty name="height" value="0.05" units="cm"/>
    </inkml:brush>
  </inkml:definitions>
  <inkml:trace contextRef="#ctx0" brushRef="#br0">20 226 24575,'-1'-15'0,"0"1"0,-6-22 0,3 20 0,2 0 0,-2-17 0,4 29 0,0-1 0,0 1 0,0-1 0,1 1 0,0 0 0,0 0 0,0-1 0,0 1 0,1 0 0,-1 0 0,1 0 0,3-4 0,-3 5 0,0 0 0,1 0 0,0 1 0,-1-1 0,1 1 0,0 0 0,0 0 0,0 0 0,1 0 0,-1 0 0,0 1 0,1-1 0,-1 1 0,1 0 0,-1 0 0,1 1 0,5-2 0,8 1 0,0 0 0,26 2 0,-30-1 0,696 67-1434,-530-45 917,106 11-909,1910 217-4778,4-52 5723,-2018-187 1475,159 14 4135,-335-24-4899,3-1 119,-1 1 0,1 1 0,-1-1-1,10 4 1,-16-5-311,0 1 1,0-1-1,-1 0 0,1 1 0,0-1 0,0 0 1,0 1-1,0-1 0,-1 1 0,1 0 0,0-1 1,-1 1-1,1-1 0,0 1 0,-1 0 0,1 0 1,-1-1-1,1 1 0,-1 0 0,1 0 0,-1 0 1,0-1-1,1 1 0,-1 0 0,0 0 0,0 0 1,1 0-1,-1 0 0,0 0 0,0 0 1,0 0-1,0 0 0,0-1 0,-1 1 0,1 0 1,0 0-1,0 0 0,0 0 0,-1 0 0,1 0 1,-1-1-1,0 3 0,-7 10 26,-1 0 0,0 0 0,-15 16 0,-9 11 2,15-17-66,1 2 0,2 0 0,0 0 0,2 2 0,0 0 0,2 0 0,1 1 0,1 0 0,2 1 0,-7 50 0,10 107 0,-2 10 0,5-187 0,0 0 0,-1 0 0,0 0 0,-1 0 0,0-1 0,0 1 0,-1-1 0,0 1 0,0-1 0,-1-1 0,0 1 0,0-1 0,-1 1 0,0-2 0,0 1 0,-1-1 0,0 0 0,0 0 0,0 0 0,-1-1 0,0-1 0,0 1 0,0-1 0,0 0 0,-10 2 0,-8 2 0,0 0 0,0-2 0,0-1 0,-1-1 0,-31 0 0,-136-6 0,193 2 0,-884-85-1245,713 64 869,-1378-142-3427,0 25 578,1415 127 3273,-542-64 1048,663 73-995,1 1 338,0-2 0,1 1 0,-1-2 0,1 1 0,-15-7 0,27 9-402,-1 1-1,1 0 1,-1 0-1,1 0 1,0 0-1,-1 0 1,1 0-1,-1-1 1,1 1-1,0 0 1,-1 0-1,1-1 1,0 1-1,-1 0 1,1 0-1,0-1 1,0 1 0,-1 0-1,1-1 1,0 1-1,0 0 1,-1-1-1,1 1 1,0-1-1,0 1 1,0 0-1,0-1 1,0 1-1,-1-1 1,1 1-1,0 0 1,0-1-1,0 1 1,0-1-1,0 1 1,0-1 0,1 1-1,-1 0 1,0-1-1,0 1 1,0-1-1,0 1 1,0 0-1,1-1 1,-1 1-1,0-1 1,0 1-1,0 0 1,1-1-1,-1 1 1,0 0-1,1 0 1,-1-1 0,0 1-1,1 0 1,-1 0-1,0-1 1,1 1-1,-1 0 1,0 0-1,1 0 1,-1-1-1,1 1 1,0 0-1,30-12 1162,-28 12-1275,102-24 813,-72 19-556,-1-2-1,38-13 1,-68 19-180,0 1 0,0-1 0,0 0 0,-1 0 0,1 0 0,0 0 0,0 0 0,-1 0 0,1-1 0,0 1 0,-1 0 0,1-1 0,-1 1 0,2-4 0,-2 4 0,-1 0 0,0 0 0,0 0 0,0 0 0,0 0 0,0 0 0,-1 0 0,1 1 0,0-1 0,0 0 0,0 0 0,-1 0 0,1 0 0,-1 0 0,1 0 0,0 1 0,-1-1 0,0 0 0,1 0 0,-1 0 0,1 1 0,-1-1 0,0 0 0,1 1 0,-1-1 0,0 1 0,0-1 0,0 1 0,0-1 0,1 1 0,-1 0 0,-2-1 0,-13-8 0,0 1 0,-1 1 0,-34-10 0,-58-7 0,74 17 0,-244-42 0,276 49 0,0-1 0,0 0 0,0 0 0,0 0 0,1 0 0,-1-1 0,0 1 0,1-1 0,-1 1 0,-3-4 0,3 2 0,0 1 0,0 0 0,0 0 0,0 0 0,0 1 0,-6-3 0,-2 2-273,0 0 0,-1 0 0,1 1 0,-13 0 0,7 1-6553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8.754"/>
    </inkml:context>
    <inkml:brush xml:id="br0">
      <inkml:brushProperty name="width" value="0.05" units="cm"/>
      <inkml:brushProperty name="height" value="0.05" units="cm"/>
    </inkml:brush>
  </inkml:definitions>
  <inkml:trace contextRef="#ctx0" brushRef="#br0">348 203 24575,'32'-14'0,"-20"10"0,-1-1 0,0 0 0,13-8 0,-22 11 0,1 0 0,-1 1 0,0-1 0,0 0 0,0 0 0,0 0 0,0-1 0,0 1 0,0 0 0,-1-1 0,1 1 0,-1-1 0,0 0 0,0 1 0,0-1 0,0 0 0,0 0 0,0-4 0,-1 4 0,0 1 0,0-1 0,-1 1 0,1-1 0,-1 1 0,1-1 0,-1 1 0,0-1 0,0 1 0,0 0 0,0 0 0,-1-1 0,1 1 0,-1 0 0,1 0 0,-1 0 0,0 0 0,1 1 0,-1-1 0,0 0 0,0 1 0,0-1 0,-1 1 0,-2-2 0,-6-3 0,0 1 0,0 0 0,-20-5 0,2 1 0,-1 2 0,-58-7 0,68 12 0,1 2 0,-1 0 0,1 1 0,0 1 0,-35 7 0,49-7 0,-1-1 0,1 1 0,-1 0 0,1 1 0,0-1 0,0 1 0,0 0 0,-9 7 0,13-8 0,-1-1 0,1 1 0,-1 0 0,1-1 0,0 1 0,0 0 0,-1 0 0,1 0 0,0 0 0,1 0 0,-1 0 0,0 0 0,1 0 0,-1 0 0,1 0 0,-1 1 0,1-1 0,0 0 0,0 0 0,0 0 0,0 1 0,1-1 0,-1 0 0,1 0 0,-1 0 0,2 3 0,1 3 0,1-1 0,0 0 0,0 1 0,1-2 0,0 1 0,0-1 0,0 1 0,1-2 0,0 1 0,11 8 0,9 5 0,36 20 0,-57-37 0,92 47 0,-66-36 0,-1 3 0,33 21 0,-61-36 0,0 0 0,0 0 0,0 1 0,-1-1 0,1 1 0,0 0 0,-1-1 0,1 1 0,-1 0 0,0 0 0,0 0 0,1 0 0,-1 0 0,1 4 0,-2-6 0,0 1 0,0-1 0,0 1 0,0 0 0,0-1 0,0 1 0,0-1 0,0 1 0,0-1 0,-1 1 0,1 0 0,0-1 0,0 1 0,0-1 0,-1 1 0,1-1 0,0 1 0,-1-1 0,1 1 0,-1-1 0,1 1 0,-2 0 0,1 0 0,0 0 0,-1 0 0,1 0 0,-1 0 0,1-1 0,-1 1 0,0-1 0,1 1 0,-4 0 0,-21 3 0,-1-2 0,0 0 0,0-2 0,1 0 0,-1-2 0,0-2 0,-26-5 0,17 0-1365,8 1-5461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9.204"/>
    </inkml:context>
    <inkml:brush xml:id="br0">
      <inkml:brushProperty name="width" value="0.05" units="cm"/>
      <inkml:brushProperty name="height" value="0.05" units="cm"/>
    </inkml:brush>
  </inkml:definitions>
  <inkml:trace contextRef="#ctx0" brushRef="#br0">185 181 24575,'6'0'0,"1"-1"0,-1 1 0,0-1 0,1 0 0,-1-1 0,0 1 0,0-1 0,0-1 0,0 1 0,9-6 0,-13 7 0,1-1 0,-1 0 0,0 0 0,0 0 0,0 0 0,0 0 0,0 0 0,0 0 0,0 0 0,-1-1 0,1 1 0,-1-1 0,0 1 0,1-1 0,-1 0 0,-1 1 0,1-1 0,0 0 0,-1 0 0,1 0 0,-1 1 0,0-1 0,0 0 0,0 0 0,0 0 0,-1-3 0,0 1 0,0 1 0,0-1 0,-1 1 0,1 0 0,-1-1 0,0 1 0,-1 0 0,1 0 0,-1 0 0,0 1 0,1-1 0,-2 1 0,1-1 0,0 1 0,-1 0 0,1 0 0,-1 1 0,0-1 0,0 1 0,0-1 0,0 1 0,-6-2 0,5 3 0,0-1 0,0 0 0,-1 1 0,1 0 0,-1 0 0,1 1 0,0-1 0,-1 1 0,1 0 0,-1 1 0,1-1 0,0 1 0,-1 0 0,1 1 0,0-1 0,0 1 0,-1 0 0,-6 4 0,2 1 0,1 0 0,0 0 0,0 1 0,1 0 0,0 1 0,1 0 0,0 0 0,0 0 0,-5 11 0,8-13 0,0 0 0,0 0 0,1 0 0,0 1 0,1-1 0,-1 1 0,2 0 0,-1 0 0,1 0 0,0 0 0,0 0 0,1 0 0,2 14 0,-2-19 0,1 0 0,0 0 0,-1 0 0,2 0 0,-1 0 0,0 0 0,0-1 0,1 1 0,0 0 0,-1-1 0,1 1 0,0-1 0,0 1 0,1-1 0,-1 0 0,0 0 0,1 0 0,-1 0 0,1-1 0,0 1 0,-1-1 0,1 1 0,0-1 0,0 0 0,0 0 0,0 0 0,0 0 0,0-1 0,0 1 0,0-1 0,1 0 0,-1 0 0,5-1 0,2 1 0,0-2 0,0 1 0,-1-1 0,1-1 0,0 0 0,-1 0 0,1-1 0,-1 0 0,10-7 0,-5 3 0,-1-1 0,0-1 0,0 0 0,-1-1 0,0-1 0,-1 1 0,0-2 0,17-26 0,-16 24 0,-11 15 0,-1 0 0,0-1 0,0 1 0,0 0 0,0 0 0,0 0 0,1 0 0,-1 0 0,0 0 0,0 0 0,0 0 0,0 0 0,1 0 0,-1 0 0,0 0 0,0 0 0,0 0 0,0 0 0,1 0 0,-1 0 0,0 0 0,0 0 0,0 0 0,0 0 0,1 0 0,-1 0 0,0 1 0,0-1 0,0 0 0,0 0 0,0 0 0,1 0 0,-1 0 0,0 0 0,0 0 0,0 1 0,0-1 0,0 0 0,0 0 0,0 0 0,0 0 0,0 0 0,0 1 0,1-1 0,-1 0 0,0 0 0,2 34 0,-2-32 0,0 8 16,-1 3-169,0 0-1,1 0 1,1 0-1,0 0 1,1 0-1,1 0 1,0 0-1,7 19 1,1-10-6673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9.470"/>
    </inkml:context>
    <inkml:brush xml:id="br0">
      <inkml:brushProperty name="width" value="0.05" units="cm"/>
      <inkml:brushProperty name="height" value="0.05" units="cm"/>
    </inkml:brush>
  </inkml:definitions>
  <inkml:trace contextRef="#ctx0" brushRef="#br0">0 58 24575,'0'-8'0,"1"1"0,-1-1 0,4-13 0,-4 20 0,0 0 0,1 1 0,-1-1 0,0 0 0,0 0 0,1 1 0,-1-1 0,0 0 0,1 0 0,-1 1 0,1-1 0,-1 0 0,1 1 0,-1-1 0,1 1 0,0-1 0,-1 1 0,1-1 0,1 0 0,-1 1 0,0 0 0,0 0 0,-1 0 0,1 1 0,0-1 0,0 0 0,0 0 0,0 1 0,0-1 0,-1 0 0,1 1 0,0-1 0,0 1 0,-1-1 0,1 1 0,0-1 0,-1 1 0,1 0 0,0-1 0,-1 1 0,1 0 0,-1-1 0,1 2 0,4 5 0,0 0 0,0 0 0,-1 0 0,-1 1 0,1-1 0,-1 1 0,3 9 0,11 62 0,-9-40 0,-4-17 0,-4-17 0,1 1 0,0-1 0,0 0 0,0 0 0,0 0 0,1 0 0,0 0 0,0 0 0,0 0 0,1 0 0,-1-1 0,5 6 0,-6-10 0,0 1 0,0 0 0,0-1 0,0 0 0,0 1 0,0-1 0,0 1 0,0-1 0,0 0 0,0 0 0,0 0 0,0 0 0,0 0 0,0 0 0,0 0 0,1 0 0,-1 0 0,0 0 0,0 0 0,0-1 0,0 1 0,0-1 0,0 1 0,0 0 0,0-1 0,0 0 0,0 1 0,0-1 0,-1 1 0,1-1 0,0 0 0,0 0 0,-1 0 0,1 1 0,0-1 0,0-2 0,5-4 0,0 0 0,-1-1 0,5-9 0,-8 13 0,98-193-1365,-88 170-5461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39.828"/>
    </inkml:context>
    <inkml:brush xml:id="br0">
      <inkml:brushProperty name="width" value="0.05" units="cm"/>
      <inkml:brushProperty name="height" value="0.05" units="cm"/>
    </inkml:brush>
  </inkml:definitions>
  <inkml:trace contextRef="#ctx0" brushRef="#br0">1 142 24575,'0'2'0,"1"0"0,-1 0 0,1 0 0,-1 0 0,1-1 0,0 1 0,0 0 0,0 0 0,0 0 0,0-1 0,0 1 0,0 0 0,0-1 0,1 1 0,-1-1 0,1 0 0,-1 1 0,1-1 0,0 0 0,-1 0 0,4 1 0,0 1 0,1 0 0,0 0 0,0-1 0,0 0 0,10 2 0,-10-3 0,1 0 0,0-1 0,0 0 0,0-1 0,0 0 0,0 0 0,0 0 0,0-1 0,-1 1 0,1-2 0,0 1 0,-1-1 0,0 0 0,0 0 0,0-1 0,7-4 0,-9 5 0,0 0 0,-1 0 0,1 0 0,-1-1 0,1 1 0,-1-1 0,0 0 0,0 0 0,-1 0 0,1 0 0,-1 0 0,0-1 0,0 1 0,0-1 0,-1 1 0,0-1 0,1 0 0,-2 1 0,1-1 0,0 0 0,-1 0 0,0 0 0,0 1 0,-1-6 0,0 7 0,1 1 0,-1-1 0,0 0 0,0 1 0,0-1 0,0 1 0,0-1 0,0 1 0,-1-1 0,1 1 0,-1 0 0,0 0 0,0 0 0,0 0 0,0 0 0,0 0 0,0 0 0,0 1 0,0-1 0,-1 1 0,1-1 0,-1 1 0,1 0 0,-1 0 0,0 0 0,1 0 0,-1 1 0,0-1 0,1 1 0,-5-1 0,1 1 0,1 0 0,0 1 0,-1-1 0,1 1 0,0 0 0,0 0 0,-1 1 0,1-1 0,0 1 0,0 0 0,1 1 0,-1-1 0,0 1 0,1 0 0,-5 3 0,4-1-40,0 0 0,1 0 0,-1 0 0,1 1-1,0-1 1,1 1 0,-1 0 0,1 0 0,0 0 0,0 1 0,1-1-1,0 1 1,0-1 0,1 1 0,0 0 0,0-1 0,0 1-1,1 0 1,0 0 0,0 0 0,1 0 0,0-1 0,0 1 0,0 0-1,1 0 1,0-1 0,1 1 0,-1-1 0,1 0 0,0 0-1,1 0 1,-1 0 0,8 8 0,8 6-6786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0.064"/>
    </inkml:context>
    <inkml:brush xml:id="br0">
      <inkml:brushProperty name="width" value="0.05" units="cm"/>
      <inkml:brushProperty name="height" value="0.05" units="cm"/>
    </inkml:brush>
  </inkml:definitions>
  <inkml:trace contextRef="#ctx0" brushRef="#br0">98 26 24575,'0'-3'0,"3"-1"0,2-4 0,2 1 0,0 4 0,-4 5 0,-6 7 0,-5 3 0,-2 8 0,-1 5 0,-3 5 0,-2 1 0,1 1 0,2-1 0,1-4 0,1-6 0,1-6-8191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0.461"/>
    </inkml:context>
    <inkml:brush xml:id="br0">
      <inkml:brushProperty name="width" value="0.05" units="cm"/>
      <inkml:brushProperty name="height" value="0.05" units="cm"/>
    </inkml:brush>
  </inkml:definitions>
  <inkml:trace contextRef="#ctx0" brushRef="#br0">181 51 24575,'1'-1'0,"-1"-1"0,1 1 0,-1 0 0,1 0 0,-1 0 0,1 0 0,-1-1 0,1 1 0,0 0 0,0 0 0,0 0 0,-1 0 0,1 0 0,0 1 0,0-1 0,0 0 0,0 0 0,2 0 0,-2 0 0,0 1 0,0-1 0,0 0 0,0 1 0,0-1 0,0 0 0,0 0 0,-1 0 0,1 0 0,0 1 0,0-1 0,-1-1 0,1 1 0,0 0 0,-1 0 0,1 0 0,-1 0 0,0 0 0,1 0 0,-1-1 0,0 1 0,0-2 0,0 3 0,0 0 0,0-1 0,0 1 0,0 0 0,0-1 0,0 1 0,0 0 0,0-1 0,-1 1 0,1 0 0,0 0 0,0-1 0,0 1 0,-1 0 0,1 0 0,0-1 0,0 1 0,-1 0 0,1 0 0,0 0 0,-1-1 0,1 1 0,0 0 0,-1 0 0,1 0 0,0 0 0,-1 0 0,1 0 0,0-1 0,-1 1 0,0 0 0,-14 3 0,-14 11 0,15-6 0,1 2 0,0-1 0,0 2 0,1 0 0,1 0 0,-15 19 0,19-21 0,0 1 0,1-1 0,0 1 0,1 1 0,0-1 0,0 1 0,1-1 0,1 1 0,-5 21 0,7-27 0,1 0 0,-1 0 0,1 0 0,0-1 0,0 1 0,1 0 0,0 0 0,-1-1 0,2 1 0,-1 0 0,0-1 0,1 1 0,0-1 0,0 1 0,0-1 0,1 0 0,-1 0 0,1 0 0,0 0 0,0-1 0,0 1 0,1-1 0,-1 0 0,1 1 0,0-2 0,0 1 0,0 0 0,0-1 0,0 0 0,1 0 0,8 3 0,-1-1 0,1-1 0,0 0 0,0-1 0,0 0 0,0-1 0,0-1 0,0 0 0,0-1 0,0 0 0,21-5 0,-15 1-341,-1-1 0,1-1-1,28-15 1,-4-2-6485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0.612"/>
    </inkml:context>
    <inkml:brush xml:id="br0">
      <inkml:brushProperty name="width" value="0.05" units="cm"/>
      <inkml:brushProperty name="height" value="0.05" units="cm"/>
    </inkml:brush>
  </inkml:definitions>
  <inkml:trace contextRef="#ctx0" brushRef="#br0">69 247 24575,'0'-7'0,"0"-29"0,-6-48 0,5 74 0,-1 0 0,0 0 0,-1 0 0,0 0 0,0 1 0,-1-1 0,0 1 0,-1 0 0,-8-13 0,12 21 0,1 1 0,-1-1 0,0 0 0,1 0 0,-1 0 0,1 1 0,-1-1 0,0 0 0,0 1 0,1-1 0,-1 1 0,0-1 0,0 1 0,0-1 0,0 1 0,-1-1 0,1 1 0,1 0 0,0 0 0,-1 0 0,1 1 0,0-1 0,-1 0 0,1 0 0,0 0 0,-1 1 0,1-1 0,0 0 0,0 0 0,-1 1 0,1-1 0,0 0 0,0 0 0,-1 1 0,1-1 0,0 0 0,0 1 0,0-1 0,0 0 0,-1 1 0,1-1 0,0 0 0,0 1 0,0-1 0,0 1 0,-1 4 0,1-1 0,-1 1 0,1 0 0,0 0 0,1 5 0,9 63 149,13 179-1663,-23-228-5312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1.028"/>
    </inkml:context>
    <inkml:brush xml:id="br0">
      <inkml:brushProperty name="width" value="0.05" units="cm"/>
      <inkml:brushProperty name="height" value="0.05" units="cm"/>
    </inkml:brush>
  </inkml:definitions>
  <inkml:trace contextRef="#ctx0" brushRef="#br0">0 193 24575,'19'0'0,"0"0"0,1-2 0,-1 0 0,28-8 0,-41 9 0,-1-1 0,0 1 0,1-2 0,-1 1 0,0 0 0,0-1 0,-1 0 0,1 0 0,-1-1 0,1 1 0,-1-1 0,0 0 0,0 0 0,-1 0 0,1-1 0,-1 1 0,0-1 0,0 0 0,0 0 0,2-6 0,-4 8 0,0 0 0,0 0 0,-1 0 0,1 0 0,-1 0 0,1 0 0,-1 0 0,0 0 0,0 0 0,-1 0 0,1 0 0,0 0 0,-1 0 0,0 0 0,0 0 0,0 1 0,0-1 0,0 0 0,0 0 0,-1 1 0,0-1 0,1 0 0,-1 1 0,0 0 0,0-1 0,0 1 0,0 0 0,-1 0 0,1 0 0,-1 1 0,1-1 0,-4-1 0,2 1 0,1 0 0,-1 0 0,0 1 0,1-1 0,-1 1 0,0 0 0,0 1 0,0-1 0,0 1 0,0-1 0,0 1 0,0 0 0,0 1 0,0-1 0,0 1 0,0-1 0,0 1 0,1 0 0,-1 1 0,0-1 0,0 1 0,1 0 0,-1-1 0,-3 4 0,2 0 0,0 0 0,1 0 0,0 0 0,0 0 0,0 1 0,1-1 0,-1 1 0,1 0 0,1 0 0,-1 0 0,1 1 0,0-1 0,1 0 0,-1 1 0,1-1 0,1 1 0,-1-1 0,1 1 0,1 6 0,-1-2 0,1-1 0,0 0 0,0 0 0,1 0 0,1 0 0,0 0 0,0-1 0,1 1 0,0-1 0,0 0 0,11 15 0,-9-16-105,1-1 0,0 0 0,1 0 0,-1-1 0,1 1 0,1-2 0,-1 1 0,1-1 0,0-1 0,0 0 0,0 0 0,19 5 0,4-2-6721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1.415"/>
    </inkml:context>
    <inkml:brush xml:id="br0">
      <inkml:brushProperty name="width" value="0.05" units="cm"/>
      <inkml:brushProperty name="height" value="0.05" units="cm"/>
    </inkml:brush>
  </inkml:definitions>
  <inkml:trace contextRef="#ctx0" brushRef="#br0">241 144 24575,'1'-22'0,"-1"7"0,0-1 0,-2-17 0,2 30 0,0 0 0,-1 0 0,1 0 0,-1 0 0,0 0 0,0 0 0,0 1 0,0-1 0,-1 0 0,1 0 0,-1 1 0,0-1 0,1 1 0,-1 0 0,0-1 0,-5-3 0,5 5 0,0 0 0,-1 0 0,1 0 0,-1 0 0,1 1 0,-1-1 0,1 1 0,-1-1 0,1 1 0,-1 0 0,1 0 0,-1 0 0,0 0 0,1 0 0,-1 1 0,1-1 0,-1 1 0,1 0 0,0 0 0,-1 0 0,1 0 0,0 0 0,-1 0 0,1 1 0,-3 2 0,-4 2 0,0 1 0,1 0 0,0 0 0,-11 14 0,2-2 0,-29 38 0,42-51 0,0 0 0,0 1 0,0-1 0,1 1 0,0 0 0,1 0 0,-3 9 0,4-15 0,1 1 0,-1-1 0,1 1 0,-1 0 0,1-1 0,0 1 0,0-1 0,0 1 0,0 0 0,0-1 0,0 1 0,0-1 0,1 1 0,-1-1 0,1 1 0,-1-1 0,1 1 0,-1-1 0,1 1 0,0-1 0,0 1 0,-1-1 0,1 0 0,0 0 0,0 1 0,1-1 0,-1 0 0,0 0 0,0 0 0,0 0 0,1 0 0,-1 0 0,0-1 0,1 1 0,-1 0 0,1-1 0,-1 1 0,1-1 0,-1 1 0,1-1 0,0 0 0,-1 0 0,1 0 0,-1 0 0,3 0 0,4 0 0,-1-1 0,0 1 0,0-2 0,0 1 0,0-1 0,0 0 0,0 0 0,12-7 0,-7 2 0,0-1 0,0-1 0,-1 0 0,-1 0 0,1-1 0,-1 0 0,-1-1 0,0 0 0,-1-1 0,10-16 0,-17 27 0,-1 0 0,1 0 0,-1 0 0,1 0 0,0 0 0,-1 0 0,1 0 0,0 0 0,0 1 0,0-1 0,0 0 0,0 0 0,-1 1 0,1-1 0,2 0 0,-3 1 0,0 0 0,1 0 0,-1 0 0,0 1 0,1-1 0,-1 0 0,0 0 0,0 0 0,1 0 0,-1 1 0,0-1 0,1 0 0,-1 0 0,0 1 0,0-1 0,0 0 0,1 0 0,-1 1 0,0-1 0,0 0 0,0 0 0,1 1 0,-1-1 0,0 0 0,0 1 0,0-1 0,0 0 0,0 1 0,0-1 0,0 0 0,0 1 0,2 39 0,-2-33 0,-2 49 0,0-33 0,1 1 0,1-1 0,7 44 0,-1-47-1365,2-5-5461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1.852"/>
    </inkml:context>
    <inkml:brush xml:id="br0">
      <inkml:brushProperty name="width" value="0.05" units="cm"/>
      <inkml:brushProperty name="height" value="0.05" units="cm"/>
    </inkml:brush>
  </inkml:definitions>
  <inkml:trace contextRef="#ctx0" brushRef="#br0">1 59 24575,'1'-8'0,"0"0"0,0 0 0,1 0 0,6-14 0,-7 18 0,4 47 0,-6 40 0,2 63 0,-1-145 0,0 1 0,0-1 0,0 1 0,0-1 0,1 1 0,-1-1 0,0 0 0,1 1 0,-1-1 0,1 0 0,-1 1 0,3 1 0,-3-3 0,0 1 0,0-1 0,1 0 0,-1 0 0,0 0 0,1 1 0,-1-1 0,0 0 0,1 0 0,-1 0 0,0 0 0,1 0 0,-1 0 0,0 0 0,1 0 0,-1 0 0,1 0 0,-1 0 0,0 0 0,1 0 0,-1 0 0,0 0 0,1 0 0,-1 0 0,0 0 0,1-1 0,-1 1 0,0 0 0,1 0 0,-1-1 0,4-2 0,0 0 0,0-1 0,0 0 0,-1 0 0,4-5 0,-4 5 0,48-66 0,-36 46 0,1 1 0,1 1 0,1 1 0,39-36 0,-56 56 0,-1 1 0,1-1 0,-1 0 0,1 1 0,0-1 0,-1 1 0,1-1 0,0 1 0,0-1 0,0 1 0,-1-1 0,1 1 0,0 0 0,0-1 0,0 1 0,0 0 0,0 0 0,0 0 0,-1 0 0,1-1 0,0 1 0,0 1 0,0-1 0,0 0 0,0 0 0,0 0 0,0 0 0,0 1 0,-1-1 0,1 0 0,0 1 0,0-1 0,0 0 0,-1 1 0,1-1 0,0 1 0,0 0 0,-1-1 0,1 1 0,0-1 0,-1 1 0,1 0 0,-1 0 0,1-1 0,-1 1 0,1 0 0,-1 0 0,1 1 0,1 5 0,1 0 0,-1 0 0,-1 0 0,2 15 0,-2-16 0,4 38 0,7 41 0,-11-77 0,2 1 0,-1-1 0,1 0 0,0 0 0,1 0 0,0 0 0,6 9 0,-9-14 9,1-1-1,-1 0 1,1 0-1,-1 0 1,1 0-1,0 0 1,0-1 0,0 1-1,0 0 1,0-1-1,0 1 1,0-1-1,0 0 1,1 0-1,-1 0 1,1 0-1,-1 0 1,1 0-1,-1-1 1,1 1-1,-1-1 1,1 0 0,-1 0-1,1 0 1,-1 0-1,1 0 1,0 0-1,-1-1 1,1 1-1,-1-1 1,1 0-1,-1 0 1,0 0-1,1 0 1,-1 0-1,0 0 1,0 0 0,1-1-1,1-2 1,5-2-223,-1-2 1,0 1 0,-1-1-1,1-1 1,-2 1 0,1-1-1,9-17 1,-4 2-6613</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7.765"/>
    </inkml:context>
    <inkml:brush xml:id="br0">
      <inkml:brushProperty name="width" value="0.05" units="cm"/>
      <inkml:brushProperty name="height" value="0.05" units="cm"/>
    </inkml:brush>
  </inkml:definitions>
  <inkml:trace contextRef="#ctx0" brushRef="#br0">118 487 24575,'-16'-23'0,"10"17"0,9 22 0,5 32 0,4 85 0,-11 53 0,-2-120 0,1-50 0,1-10 0,-1 0 0,0 0 0,0 0 0,0 0 0,-1 0 0,0 0 0,-1 0 0,1 0 0,-3 7 0,3-13 0,1 1 0,0-1 0,0 0 0,0 1 0,0-1 0,-1 0 0,1 0 0,0 1 0,0-1 0,-1 0 0,1 1 0,0-1 0,-1 0 0,1 0 0,0 0 0,-1 1 0,1-1 0,0 0 0,-1 0 0,1 0 0,0 0 0,-1 0 0,1 1 0,0-1 0,-1 0 0,1 0 0,-1 0 0,1 0 0,0 0 0,-1 0 0,1 0 0,0 0 0,-1-1 0,-13-9 0,-5-20 0,10 11 0,2-1 0,1 0 0,0 0 0,1 0 0,1-1 0,1 0 0,0-26 0,2-2 0,3 1 0,8-52 0,-3 50 0,3 0 0,2 1 0,23-60 0,-22 78 0,0 0 0,2 1 0,2 0 0,0 1 0,40-48 0,-49 67 0,0 2 0,1-1 0,0 1 0,1 0 0,0 1 0,0 0 0,11-6 0,-17 11 0,0 0 0,0 0 0,0 1 0,1-1 0,-1 1 0,0 0 0,1 0 0,-1 0 0,1 1 0,-1 0 0,1 0 0,-1 0 0,1 0 0,-1 1 0,0-1 0,1 1 0,-1 0 0,0 1 0,1-1 0,-1 1 0,0 0 0,4 2 0,-1 1 0,-1 1 0,0-1 0,0 1 0,0 0 0,-1 1 0,0-1 0,0 1 0,0 0 0,-1 0 0,0 1 0,-1-1 0,0 1 0,0 0 0,0 0 0,-1 0 0,2 16 0,0 0 0,-2 1 0,0-1 0,-2 1 0,-4 38 0,1-38 0,-2 0 0,0 0 0,-2-1 0,-1 1 0,0-2 0,-2 1 0,-1-1 0,0-1 0,-2 0 0,-28 37 0,22-36 0,-2 0 0,0-2 0,-1-1 0,-1 0 0,-1-2 0,0-1 0,-2 0 0,-49 22 0,-30 4 0,92-39 0,13-4 0,-1 0 0,1 0 0,0 0 0,0 0 0,0 0 0,0 0 0,0 0 0,0 0 0,-1 0 0,1 0 0,0 0 0,0 0 0,0 0 0,0 0 0,0 0 0,-1 0 0,1 0 0,0 0 0,0 0 0,0 0 0,0 0 0,0 1 0,0-1 0,-1 0 0,1 0 0,0 0 0,0 0 0,0 0 0,0 0 0,0 0 0,0 0 0,0 1 0,0-1 0,-1 0 0,1 0 0,0 0 0,0 0 0,0 0 0,0 0 0,0 1 0,0-1 0,0 0 0,0 0 0,0 0 0,0 0 0,0 0 0,0 1 0,0-1 0,0 0 0,0 0 0,0 0 0,0 0 0,0 0 0,0 0 0,0 1 0,0-1 0,0 0 0,0 0 0,1 0 0,-1 0 0,0 0 0,14 4 0,36 1 0,-30-4 0,52 10 0,138 40 0,-161-38 0,36 7-1365,-53-15-5461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8.122"/>
    </inkml:context>
    <inkml:brush xml:id="br0">
      <inkml:brushProperty name="width" value="0.05" units="cm"/>
      <inkml:brushProperty name="height" value="0.05" units="cm"/>
    </inkml:brush>
  </inkml:definitions>
  <inkml:trace contextRef="#ctx0" brushRef="#br0">85 342 24575,'14'-68'0,"-12"65"0,-1 10 0,-3 13 0,-15 69 0,-4-1 0,-41 107 0,109-321 0,108-261 0,-148 370 0,2 0 0,0 0 0,0 0 0,2 1 0,0 1 0,22-24 0,-31 37 0,-1 0 0,1 1 0,0-1 0,0 1 0,0 0 0,0-1 0,0 1 0,0 0 0,0 0 0,0 0 0,0 0 0,1 1 0,-1-1 0,0 1 0,1-1 0,-1 1 0,3 0 0,-3 0 0,0 0 0,0 1 0,0-1 0,-1 1 0,1 0 0,0 0 0,0-1 0,-1 1 0,1 0 0,-1 0 0,1 1 0,-1-1 0,1 0 0,-1 0 0,0 1 0,3 2 0,1 4 0,0 1 0,-1-1 0,0 1 0,0 0 0,-1 0 0,5 18 0,1 18 0,-2 1 0,2 59 0,-9 94 0,-3-144-1365,-2-10-5461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8.685"/>
    </inkml:context>
    <inkml:brush xml:id="br0">
      <inkml:brushProperty name="width" value="0.05" units="cm"/>
      <inkml:brushProperty name="height" value="0.05" units="cm"/>
    </inkml:brush>
  </inkml:definitions>
  <inkml:trace contextRef="#ctx0" brushRef="#br0">1 480 24575,'0'-3'0,"1"1"0,-1-1 0,1 1 0,0 0 0,0-1 0,0 1 0,0 0 0,0 0 0,1 0 0,-1-1 0,1 1 0,-1 0 0,1 1 0,0-1 0,2-2 0,31-23 0,23-9 0,1 3 0,74-29 0,-11 5 0,-114 53 0,0 0 0,-1 0 0,0-1 0,11-9 0,-16 12 0,1 0 0,-1-1 0,0 1 0,0 0 0,-1-1 0,1 1 0,0-1 0,-1 0 0,1 0 0,-1 0 0,0 1 0,0-1 0,0 0 0,-1 0 0,2-6 0,-3 2 0,-2 6 0,-4 12 0,1 17 0,1 0 0,-1 56 0,3-29 0,-3 19 0,-14 137 0,19-205 0,1-4 0,0 0 0,0 0 0,0 1 0,-1-1 0,1 0 0,-1 0 0,0 0 0,1 0 0,-1 0 0,0 0 0,0 0 0,-2 3 0,3-5 0,-1 0 0,1 0 0,0 0 0,0 0 0,0 0 0,0 0 0,0 0 0,-1 0 0,1 0 0,0 0 0,0 0 0,0 0 0,0 0 0,-1 0 0,1 0 0,0 0 0,0 0 0,0 0 0,0 0 0,0 0 0,0 0 0,-1-1 0,1 1 0,0 0 0,0 0 0,0 0 0,0 0 0,0 0 0,0 0 0,0 0 0,0 0 0,-1-1 0,1 1 0,0 0 0,0 0 0,0 0 0,0 0 0,0 0 0,0-1 0,0 1 0,0 0 0,0 0 0,0 0 0,0 0 0,0 0 0,0-1 0,0 1 0,0 0 0,0 0 0,0 0 0,0 0 0,0 0 0,0-1 0,0 1 0,0-11 0,4-21 0,0 0 0,15-45 0,-6 21 0,44-150 0,-43 169 0,1 1 0,1 0 0,31-48 0,-43 78 0,0 0 0,0 0 0,1 0 0,0 1 0,1-1 0,8-7 0,-12 13 0,-1-1 0,0 0 0,0 0 0,0 1 0,1-1 0,-1 0 0,0 1 0,1-1 0,-1 1 0,0 0 0,1-1 0,-1 1 0,1 0 0,-1 0 0,0 0 0,1 0 0,-1 0 0,1 0 0,-1 0 0,0 1 0,1-1 0,-1 0 0,1 1 0,-1-1 0,0 1 0,0 0 0,1-1 0,-1 1 0,0 0 0,0 0 0,0-1 0,0 1 0,0 0 0,0 0 0,0 0 0,0 1 0,0-1 0,0 0 0,0 0 0,-1 0 0,2 2 0,4 9 0,-1 0 0,1 0 0,-2 0 0,0 1 0,0-1 0,3 25 0,-5-15 0,0 1 0,-1-1 0,-3 28 0,1-40 23,0 0 0,-1 0 0,0-1-1,-1 1 1,0-1 0,0 0 0,-1 1-1,-1-2 1,1 1 0,-1 0 0,-1-1-1,0 0 1,0 0 0,-10 10 0,7-10-155,0-1 1,0 0 0,0 0-1,-1-1 1,0-1 0,0 1 0,-1-1-1,0-1 1,0 0 0,0-1 0,0 0-1,-12 2 1,-6-1-6695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9.184"/>
    </inkml:context>
    <inkml:brush xml:id="br0">
      <inkml:brushProperty name="width" value="0.05" units="cm"/>
      <inkml:brushProperty name="height" value="0.05" units="cm"/>
    </inkml:brush>
  </inkml:definitions>
  <inkml:trace contextRef="#ctx0" brushRef="#br0">31 96 24575,'-4'0'0,"-3"0"0,-4 0 0,2-3 0,10-1 0,14-3 0,14-1 0,14-1 0,9 0 0,9-1 0,6-2 0,1 1 0,-4-1 0,-14 2-8191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49.631"/>
    </inkml:context>
    <inkml:brush xml:id="br0">
      <inkml:brushProperty name="width" value="0.05" units="cm"/>
      <inkml:brushProperty name="height" value="0.05" units="cm"/>
    </inkml:brush>
  </inkml:definitions>
  <inkml:trace contextRef="#ctx0" brushRef="#br0">85 39 24575,'-3'-3'0,"-1"1"0,1 0 0,0 0 0,-1 0 0,1 0 0,-5-1 0,-14-8 0,20 10 0,0-1 0,0 1 0,0 0 0,-1 0 0,1 0 0,0 0 0,0 0 0,-1 0 0,1 1 0,-3-1 0,5 1 0,-1 0 0,1 0 0,0 0 0,-1 0 0,1 0 0,0 0 0,-1 0 0,1 0 0,0 0 0,0 0 0,-1 0 0,1 0 0,0 1 0,-1-1 0,1 0 0,0 0 0,0 0 0,-1 1 0,1-1 0,0 0 0,0 0 0,0 0 0,-1 1 0,1-1 0,0 0 0,0 1 0,0-1 0,0 0 0,-1 1 0,4 16 0,114 283 0,-111-285 0,10 28 0,2 0 0,29 51 0,-45-91 0,-1-1 0,1 1 0,0-1 0,0 0 0,0 1 0,0-1 0,0 0 0,0 0 0,0 0 0,1-1 0,-1 1 0,1 0 0,0-1 0,3 2 0,-4-3 0,0 1 0,0-1 0,0 0 0,1 0 0,-1 0 0,0 0 0,0 0 0,0 0 0,0-1 0,1 1 0,-1-1 0,0 1 0,0-1 0,0 0 0,0 0 0,0 0 0,0 0 0,-1 0 0,1-1 0,2-1 0,11-9 0,-1-1 0,-1 0 0,0-1 0,19-28 0,-10 9 0,23-45 0,-26 39 0,21-59 0,-33 77 0,-1 0 0,-1-1 0,-1 0 0,2-37 0,-6 56 31,0-1 0,0 1 0,-1 0 0,1 0 0,-1-1 0,1 1 0,-1 0 0,0 0 1,-1 0-1,-1-5 0,2 7-46,1 1 0,0-1 0,-1 1 0,1-1 0,0 1 1,-1 0-1,1-1 0,-1 1 0,1-1 0,-1 1 0,1 0 0,-1-1 1,1 1-1,-1 0 0,1 0 0,-1-1 0,0 1 0,1 0 1,-1 0-1,1 0 0,-1 0 0,-1 0 0,1 0-65,0 0 0,0 1-1,0-1 1,0 1 0,0-1-1,-1 1 1,1-1 0,0 1-1,0 0 1,1-1 0,-1 1 0,0 0-1,0 0 1,0 0 0,0 0-1,0 1 1,-8 10-6746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0"/>
    </inkml:context>
    <inkml:brush xml:id="br0">
      <inkml:brushProperty name="width" value="0.05" units="cm"/>
      <inkml:brushProperty name="height" value="0.05" units="cm"/>
    </inkml:brush>
  </inkml:definitions>
  <inkml:trace contextRef="#ctx0" brushRef="#br0">18 235 24575,'0'-159'0,"-11"200"0,5 28 0,5 123 0,1-189 0,1 1 0,-1 0 0,1-1 0,-1 1 0,1 0 0,2 4 0,-3-8 0,0 1 0,0-1 0,1 0 0,-1 0 0,0 1 0,0-1 0,0 0 0,0 0 0,1 1 0,-1-1 0,0 0 0,0 0 0,0 0 0,1 1 0,-1-1 0,0 0 0,0 0 0,1 0 0,-1 0 0,0 0 0,1 0 0,-1 1 0,0-1 0,0 0 0,1 0 0,-1 0 0,0 0 0,1 0 0,-1 0 0,1 0 0,10-12 0,6-17 0,22-55 0,0 0 0,-29 65 0,7-13 0,26-38 0,-38 63 0,1-1 0,0 1 0,0 0 0,1 0 0,0 0 0,1 1 0,-1 0 0,1 1 0,16-9 0,-21 12 0,0 1 0,0 0 0,0 0 0,0 0 0,1 0 0,-1 1 0,0-1 0,0 1 0,1 0 0,-1 0 0,0 0 0,1 0 0,-1 1 0,0 0 0,1-1 0,-1 1 0,0 0 0,0 0 0,0 1 0,0-1 0,0 1 0,0-1 0,0 1 0,-1 0 0,1 0 0,0 0 0,-1 0 0,0 1 0,1-1 0,-1 1 0,3 4 0,2 4 0,1 1 0,-2 0 0,0 0 0,0 1 0,-1-1 0,4 19 0,22 109-1365,-24-102-5461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0.954"/>
    </inkml:context>
    <inkml:brush xml:id="br0">
      <inkml:brushProperty name="width" value="0.05" units="cm"/>
      <inkml:brushProperty name="height" value="0.05" units="cm"/>
    </inkml:brush>
  </inkml:definitions>
  <inkml:trace contextRef="#ctx0" brushRef="#br0">5 242 24575,'-2'-19'0,"1"13"0,0 0 0,1 0 0,0-1 0,0 1 0,1-12 0,0 17 0,-1 0 0,0 0 0,0 1 0,1-1 0,-1 0 0,1 0 0,-1 0 0,0 1 0,1-1 0,0 0 0,-1 0 0,1 1 0,-1-1 0,1 1 0,0-1 0,-1 0 0,1 1 0,0-1 0,1 1 0,-1-1 0,0 1 0,1-1 0,-1 1 0,1 0 0,-1 0 0,1 0 0,-1 0 0,1 0 0,-1 0 0,1 1 0,-1-1 0,1 0 0,-1 1 0,1-1 0,1 1 0,0 1 0,1 0 0,-1 0 0,1 1 0,-1-1 0,0 0 0,0 1 0,0 0 0,-1 0 0,1 0 0,0 0 0,-1 0 0,0 1 0,0-1 0,0 0 0,1 5 0,3 4 0,-2 0 0,1 1 0,2 15 0,-3-10 0,-1-1 0,-1 1 0,0 30 0,-2-42 0,-1 0 0,1 0 0,-1 0 0,0 0 0,0 1 0,0-2 0,-1 1 0,0 0 0,-1 0 0,1 0 0,-1-1 0,0 1 0,0-1 0,-5 6 0,8-11 0,-1 1 0,1-1 0,0 1 0,0-1 0,-1 0 0,1 1 0,-1-1 0,1 1 0,0-1 0,-1 0 0,1 1 0,-1-1 0,1 0 0,-1 0 0,1 1 0,-1-1 0,1 0 0,-1 0 0,1 0 0,-1 0 0,1 0 0,-1 1 0,1-1 0,-1 0 0,1 0 0,-1 0 0,0-1 0,0 1 0,1-1 0,0 1 0,-1-1 0,1 1 0,0-1 0,-1 0 0,1 1 0,0-1 0,0 1 0,-1-1 0,1 0 0,0 1 0,0-1 0,0 0 0,0 1 0,0-1 0,0-1 0,5-32 0,64-139 0,-60 145 0,20-49 0,-26 71 0,1-1 0,-1 1 0,1 0 0,0 0 0,0 0 0,1 0 0,0 1 0,8-8 0,-12 12 0,0 0 0,0 0 0,0 1 0,0-1 0,0 0 0,0 1 0,0-1 0,0 1 0,0-1 0,0 1 0,0 0 0,1-1 0,-1 1 0,0 0 0,0 0 0,0 0 0,0-1 0,1 1 0,-1 1 0,0-1 0,0 0 0,0 0 0,3 1 0,-3 0 0,1 0 0,-1 0 0,0 0 0,1 0 0,-1 0 0,0 1 0,0-1 0,0 0 0,0 1 0,0-1 0,0 1 0,0-1 0,-1 1 0,2 2 0,2 8 0,-1 0 0,0 0 0,1 22 0,-2-24 0,3 52 0,-4-42 0,0 1 0,8 33 0,-9-53 0,1 1 0,-1-1 0,0 0 0,1 0 0,-1 0 0,1 0 0,-1 0 0,1 0 0,-1 0 0,1 0 0,0 0 0,-1 0 0,1 0 0,0 0 0,0 0 0,0 0 0,-1 0 0,1-1 0,0 1 0,0 0 0,0-1 0,1 1 0,-1-1 0,1 1 0,0-1 0,-1 0 0,1 0 0,0 0 0,0 0 0,-1 0 0,1 0 0,0-1 0,-1 1 0,1-1 0,0 1 0,-1-1 0,1 0 0,-1 0 0,3-1 0,6-6 0,0 1 0,-1-2 0,15-15 0,-18 18 0,15-17 0,-14 14 0,0 1 0,1 0 0,0 0 0,0 1 0,1 0 0,17-11 0,-25 18 0,0-1 0,1 0 0,-1 1 0,0 0 0,1-1 0,-1 1 0,0 0 0,1-1 0,-1 1 0,1 0 0,-1 0 0,1 0 0,-1 0 0,0 1 0,1-1 0,-1 0 0,1 1 0,-1-1 0,0 0 0,1 1 0,-1 0 0,0-1 0,1 1 0,-1 0 0,0 0 0,0 0 0,0-1 0,0 1 0,0 0 0,0 0 0,0 1 0,0-1 0,1 2 0,3 5 0,0 0 0,-1 0 0,0 1 0,4 12 0,5 10 0,-11-26 0,1 0 0,0 0 0,0-1 0,1 1 0,-1-1 0,1 0 0,0 0 0,0 0 0,1 0 0,-1 0 0,1-1 0,0 0 0,0 0 0,0-1 0,0 1 0,0-1 0,1 0 0,-1 0 0,0-1 0,1 1 0,0-1 0,-1-1 0,1 1 0,0-1 0,-1 0 0,1 0 0,0 0 0,-1-1 0,1 0 0,7-2 0,18-5 0,-1-2 0,51-23 0,-63 25 0,-1-1 0,-1-1 0,0-1 0,0 0 0,25-25 0,-35 29 0,0-1 0,0 1 0,-1-1 0,-1-1 0,1 1 0,-1-1 0,-1 0 0,1 0 0,-2 0 0,1 0 0,-1 0 0,0-1 0,0-9 0,-2 13 0,0 0 0,0 1 0,0-1 0,-1 0 0,0 0 0,0 1 0,-1-1 0,1 1 0,-1-1 0,-3-5 0,3 7 0,0 1 0,0 0 0,0 0 0,0 0 0,-1 0 0,1 1 0,-1-1 0,0 1 0,0-1 0,0 1 0,0 0 0,0 0 0,0 0 0,-1 0 0,1 1 0,-6-2 0,3 1 0,1 1 0,-1 1 0,1-1 0,-1 1 0,1 0 0,-1 0 0,1 1 0,0-1 0,-1 1 0,1 0 0,-1 1 0,1-1 0,0 1 0,0 0 0,0 1 0,0-1 0,0 1 0,1 0 0,-1 0 0,1 0 0,0 1 0,-1 0 0,-4 6 0,1-2 0,1 0 0,0 0 0,1 1 0,0 0 0,0 1 0,1-1 0,0 1 0,1 0 0,0 0 0,0 0 0,-2 12 0,6-18 0,-1 0 0,1 0 0,-1 0 0,1-1 0,0 1 0,0 0 0,1 0 0,-1 0 0,1-1 0,0 1 0,0 0 0,0-1 0,1 1 0,-1-1 0,1 1 0,0-1 0,0 0 0,0 1 0,0-1 0,0 0 0,1-1 0,-1 1 0,1 0 0,0-1 0,0 1 0,0-1 0,0 0 0,0 0 0,1 0 0,-1 0 0,1-1 0,-1 1 0,1-1 0,-1 0 0,1 0 0,0 0 0,0-1 0,-1 1 0,1-1 0,0 0 0,0 0 0,0 0 0,-1 0 0,1-1 0,0 0 0,0 0 0,-1 0 0,7-2 0,9-6 0,0-1 0,32-22 0,-8 5 0,-42 26 0,0 1 0,0-1 0,0 0 0,0 1 0,0-1 0,0 1 0,0-1 0,0 1 0,0 0 0,0-1 0,0 1 0,0 0 0,0 0 0,0 0 0,1-1 0,-1 1 0,0 1 0,0-1 0,0 0 0,0 0 0,0 0 0,0 0 0,1 1 0,-1-1 0,0 1 0,0-1 0,0 1 0,0-1 0,0 1 0,0-1 0,0 1 0,0 0 0,-1 0 0,1-1 0,0 1 0,0 0 0,-1 0 0,1 0 0,0 0 0,0 2 0,3 4 0,-1 1 0,-1 0 0,1 0 0,-1 0 0,1 9 0,7 23 0,1-24-1365,0-3-5461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1.721"/>
    </inkml:context>
    <inkml:brush xml:id="br0">
      <inkml:brushProperty name="width" value="0.05" units="cm"/>
      <inkml:brushProperty name="height" value="0.05" units="cm"/>
    </inkml:brush>
  </inkml:definitions>
  <inkml:trace contextRef="#ctx0" brushRef="#br0">17 276 24575,'-8'-111'0,"3"73"0,2-39 0,3 74 0,0-1 0,0 1 0,1 0 0,-1 0 0,1 0 0,0 0 0,0 0 0,0 0 0,0 0 0,1 0 0,-1 0 0,3-3 0,-4 6 0,1-1 0,-1 1 0,1-1 0,-1 1 0,1-1 0,-1 1 0,1-1 0,0 1 0,-1 0 0,1-1 0,-1 1 0,1 0 0,0-1 0,-1 1 0,1 0 0,0 0 0,0 0 0,-1 0 0,1-1 0,0 1 0,1 0 0,-1 1 0,1-1 0,-1 1 0,0-1 0,0 1 0,1 0 0,-1-1 0,0 1 0,0 0 0,0 0 0,1 0 0,-1 0 0,0 0 0,0 0 0,-1 0 0,2 2 0,5 6 0,-1 1 0,-1 0 0,0 0 0,0 0 0,-1 1 0,5 16 0,11 71 0,-14-67 0,0 7 0,3 49 0,-9-87 0,0 0 0,0 0 0,0 0 0,0 0 0,0 0 0,0 0 0,0 0 0,0 0 0,0 0 0,0 0 0,0 0 0,0 0 0,1 0 0,-1 0 0,0 0 0,0 0 0,0 0 0,0 0 0,0 0 0,0 0 0,0 0 0,0 0 0,0 0 0,0 0 0,0 0 0,0 0 0,1 0 0,-1 0 0,0 0 0,0 0 0,0 0 0,0 0 0,0 0 0,0 0 0,0 0 0,0 0 0,0 0 0,0 0 0,0 0 0,0 0 0,0 0 0,0 0 0,0 1 0,6-16 0,6-25 0,-11 37 0,-1 3 0,7-27 0,16-34 0,-21 55 0,1 0 0,0 0 0,0 1 0,1-1 0,-1 1 0,1-1 0,0 1 0,1 1 0,-1-1 0,1 1 0,0-1 0,6-3 0,-10 8 0,0-1 0,0 1 0,0-1 0,0 1 0,0-1 0,0 1 0,0 0 0,0-1 0,0 1 0,0 0 0,0 0 0,0 0 0,0 0 0,1 0 0,-1 0 0,0 0 0,0 0 0,0 0 0,0 0 0,0 1 0,0-1 0,0 0 0,0 1 0,0-1 0,1 2 0,0-1 0,0 1 0,0-1 0,-1 1 0,1 0 0,-1 0 0,0 0 0,1 0 0,-1 0 0,0 0 0,0 0 0,1 3 0,1 5 0,0 0 0,-1 0 0,0 0 0,1 14 0,-3-21 0,0 8 0,1 0 0,0-1 0,1 1 0,0-1 0,5 14 0,-6-21 0,1 0 0,-1-1 0,0 1 0,1-1 0,0 1 0,0-1 0,-1 1 0,1-1 0,1 0 0,-1 0 0,0 0 0,0 0 0,1-1 0,-1 1 0,1 0 0,0-1 0,-1 0 0,1 0 0,0 0 0,0 0 0,0 0 0,0 0 0,0-1 0,3 1 0,6 0 0,1-1 0,-1-1 0,1 0 0,-1 0 0,0-1 0,1-1 0,-1 0 0,0 0 0,-1-2 0,1 1 0,11-8 0,-6 4 0,0-2 0,-1-1 0,0 0 0,-1 0 0,0-2 0,19-21 0,-22 21 0,-1-1 0,-1 0 0,-1-1 0,0 0 0,0 0 0,-2-1 0,0 0 0,-1-1 0,7-29 0,-12 45 0,-1 0 0,0 0 0,1 0 0,-1-1 0,0 1 0,0 0 0,0 0 0,0-1 0,0 1 0,0 0 0,0-1 0,-1 1 0,1 0 0,0 0 0,-1 0 0,1-1 0,-1 1 0,1 0 0,-2-1 0,2 1 0,-1 1 0,0 0 0,1-1 0,-1 1 0,0 0 0,1-1 0,-1 1 0,0 0 0,0 0 0,1 0 0,-1-1 0,0 1 0,0 0 0,1 0 0,-1 0 0,0 0 0,0 0 0,1 1 0,-1-1 0,0 0 0,0 0 0,0 1 0,-6 1 0,1 1 0,1 0 0,-1 0 0,0 1 0,-8 7 0,-20 16 0,2 1 0,1 2 0,-36 44 0,63-69 0,1 0 0,-1 1 0,1-1 0,0 1 0,-3 9 0,5-14 0,1 0 0,0 0 0,-1 0 0,1 0 0,0 0 0,0 0 0,-1 0 0,1 0 0,0 0 0,0 0 0,0 0 0,0 0 0,0 0 0,1 0 0,-1 0 0,0 0 0,0 0 0,1 0 0,-1 0 0,0 0 0,1 0 0,-1 0 0,1 0 0,0-1 0,-1 1 0,1 0 0,-1 0 0,1-1 0,0 1 0,0 0 0,-1-1 0,1 1 0,0 0 0,0-1 0,0 1 0,0-1 0,0 1 0,0-1 0,0 0 0,0 0 0,0 1 0,0-1 0,1 0 0,6 1 0,-1 0 0,1-1 0,0 0 0,0 0 0,0-1 0,11-3 0,50-14 0,-48 12 0,121-43 0,-142 49 0,1-1 0,0 1 0,0 0 0,-1 0 0,1-1 0,0 1 0,0 0 0,-1 0 0,1 0 0,0 0 0,0 0 0,-1 0 0,1 0 0,0 0 0,0 0 0,-1 0 0,1 0 0,0 0 0,0 1 0,-1-1 0,1 0 0,0 1 0,-1-1 0,1 0 0,0 1 0,0 0 0,0 0 0,0 0 0,-1 0 0,1 0 0,-1 0 0,0 1 0,1-1 0,-1 0 0,0 0 0,0 0 0,0 1 0,0-1 0,0 0 0,0 0 0,0 0 0,0 2 0,-2 8 0,-1 0 0,0 0 0,-5 11 0,4-12 0,-3 13 0,0 0 0,2 1 0,1 0 0,0 0 0,2 0 0,1 46 0,1-68-105,1 0 0,-1 1 0,0-1 0,1 0 0,-1 0 0,1 0 0,0 0 0,0 0 0,-1 0 0,1 0 0,1 0 0,1 3 0,5 2-6721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2.434"/>
    </inkml:context>
    <inkml:brush xml:id="br0">
      <inkml:brushProperty name="width" value="0.05" units="cm"/>
      <inkml:brushProperty name="height" value="0.05" units="cm"/>
    </inkml:brush>
  </inkml:definitions>
  <inkml:trace contextRef="#ctx0" brushRef="#br0">163 171 24575,'-1'-1'0,"1"0"0,0 0 0,-1 0 0,1 0 0,0 1 0,-1-1 0,1 0 0,-1 0 0,0 0 0,1 1 0,-1-1 0,1 0 0,-1 1 0,0-1 0,0 0 0,1 1 0,-1-1 0,-1 0 0,1 1 0,1 0 0,-1 0 0,0-1 0,1 1 0,-1 0 0,0-1 0,1 1 0,-1 0 0,1-1 0,-1 1 0,1-1 0,-1 1 0,1-1 0,-1 0 0,1 1 0,0-1 0,-1 1 0,1-1 0,0 0 0,-1 1 0,1-1 0,0 0 0,0 1 0,-1-1 0,1 0 0,0 1 0,0-1 0,0 0 0,0 0 0,0 1 0,0-1 0,0 0 0,0 1 0,0-1 0,1 0 0,-1 0 0,0 1 0,0-1 0,1 1 0,-1-1 0,0 0 0,1 1 0,0-2 0,21-19 0,-18 18 0,0-1 0,0 1 0,0-1 0,0 0 0,-1 0 0,5-7 0,-8 10 0,1-1 0,0 0 0,-1 1 0,1-1 0,-1 0 0,0 1 0,1-1 0,-1 0 0,0 1 0,0-1 0,0 0 0,0 0 0,0 1 0,-1-1 0,1 0 0,-1 1 0,1-1 0,-1 0 0,1 1 0,-1-1 0,0 1 0,0-1 0,1 1 0,-1-1 0,-2-1 0,1 1 0,-1-1 0,1 0 0,-1 1 0,0 0 0,1-1 0,-1 1 0,0 0 0,0 0 0,-1 1 0,1-1 0,0 1 0,-1-1 0,1 1 0,-1 0 0,1 1 0,-1-1 0,1 0 0,-1 1 0,1 0 0,-1 0 0,0 0 0,1 0 0,-5 2 0,2-2 0,0 1 0,0 1 0,0-1 0,0 1 0,0 0 0,1 1 0,-1-1 0,1 1 0,-1 0 0,1 1 0,0-1 0,-8 8 0,10-8 0,1 0 0,-1 0 0,1 0 0,-1 0 0,1 1 0,0-1 0,1 0 0,-1 1 0,0 0 0,1-1 0,0 1 0,0 0 0,0 0 0,0 0 0,1-1 0,0 1 0,-1 0 0,1 0 0,1 7 0,0-8 0,0 1 0,0-1 0,0 1 0,1-1 0,-1 0 0,1 0 0,0 0 0,0 0 0,0 0 0,0 0 0,0 0 0,1-1 0,-1 1 0,1-1 0,0 0 0,0 1 0,-1-1 0,2-1 0,-1 1 0,0 0 0,7 2 0,1-1 0,1 1 0,-1-2 0,1 1 0,0-2 0,0 1 0,0-2 0,0 0 0,16-1 0,-20 0 0,0 0 0,0 0 0,0-1 0,0 0 0,0 0 0,-1-1 0,1 0 0,-1 0 0,1-1 0,-1 0 0,0 0 0,-1-1 0,8-6 0,-11 8 0,0 0 0,-1-1 0,1 1 0,-1-1 0,0 0 0,0 0 0,-1 0 0,1 0 0,-1 0 0,2-5 0,-3 7 0,1 0 0,-1 0 0,0 0 0,1 0 0,-1 0 0,0 0 0,0 0 0,0 0 0,-1 0 0,1-1 0,0 2 0,-1-1 0,1 0 0,-1 0 0,0 0 0,1 0 0,-1 0 0,0 0 0,0 1 0,0-1 0,-1 0 0,1 1 0,-2-3 0,2 4 0,0-1 0,0 1 0,0-1 0,0 1 0,0 0 0,0-1 0,0 1 0,0 0 0,0 0 0,0 0 0,0-1 0,0 1 0,-1 0 0,1 1 0,0-1 0,0 0 0,0 0 0,0 0 0,0 1 0,0-1 0,0 0 0,0 1 0,0-1 0,0 1 0,0 0 0,0-1 0,0 1 0,0 0 0,0-1 0,1 1 0,-1 0 0,0 0 0,0 0 0,0 0 0,-3 4 0,-1 1 0,1-1 0,1 0 0,-6 10 0,1 3 0,1 1 0,1 0 0,0 0 0,1 0 0,2 0 0,-4 37 0,7 119 0,16 5 0,2 12 0,-18-187 0,0 1 0,0-1 0,-1 0 0,1 0 0,-1 0 0,0 0 0,0 0 0,-1 0 0,-2 6 0,4-10 0,-1-1 0,1 1 0,-1 0 0,0 0 0,1 0 0,-1 0 0,0 0 0,0-1 0,1 1 0,-1 0 0,0-1 0,0 1 0,0-1 0,0 1 0,0-1 0,0 1 0,0-1 0,0 0 0,-1 1 0,0-1 0,0 0 0,0 0 0,0 0 0,0 0 0,0-1 0,0 1 0,0-1 0,0 1 0,0-1 0,1 0 0,-1 1 0,0-1 0,0 0 0,-1-2 0,-5-3 0,0 0 0,0 0 0,0-1 0,1 0 0,0-1 0,1 1 0,0-1 0,-9-16 0,4 6 0,2-1 0,0 0 0,-7-25 0,10 22-97,0-1-1,1 0 1,1 0-1,1 0 1,1 0-1,1-1 1,2 1-1,0-1 1,1 1-1,1 0 1,2 0-1,0 0 0,12-31 1,2 8-6729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2.829"/>
    </inkml:context>
    <inkml:brush xml:id="br0">
      <inkml:brushProperty name="width" value="0.05" units="cm"/>
      <inkml:brushProperty name="height" value="0.05" units="cm"/>
    </inkml:brush>
  </inkml:definitions>
  <inkml:trace contextRef="#ctx0" brushRef="#br0">141 178 24575,'-1'1'0,"1"0"0,-1 1 0,0-1 0,0 0 0,0 1 0,0-1 0,0 0 0,0 0 0,0 0 0,0 0 0,0 0 0,0 0 0,-1 0 0,0 1 0,-11 10 0,15-8 0,9-2 0,-1-1 0,0-1 0,0-1 0,0 0 0,0-1 0,0 0 0,0 0 0,16-6 0,-20 6 0,-1-1 0,1 1 0,0-1 0,-1 0 0,0 0 0,0 0 0,0-1 0,0 1 0,0-1 0,-1-1 0,0 1 0,0 0 0,0-1 0,4-6 0,-7 8 0,1 0 0,-1 0 0,0 0 0,0 0 0,0 0 0,0 0 0,-1 0 0,1-1 0,-1 1 0,0 0 0,0 0 0,0-1 0,0 1 0,-1 0 0,1 0 0,-1-1 0,0 1 0,-1-3 0,0 1 0,0 1 0,0 0 0,-1 0 0,1 1 0,-1-1 0,0 0 0,0 1 0,-1 0 0,1 0 0,-1 0 0,-6-5 0,4 4 0,-1 0 0,0 1 0,1 0 0,-1 0 0,0 0 0,-1 1 0,1 0 0,0 0 0,0 1 0,-1 0 0,1 0 0,-1 1 0,1 0 0,-1 0 0,-13 3 0,14-1 0,-1 1 0,1 0 0,0 1 0,0-1 0,1 1 0,-1 1 0,1-1 0,0 1 0,0 0 0,0 0 0,1 1 0,0 0 0,0 0 0,0 0 0,1 0 0,0 1 0,0 0 0,0 0 0,1 0 0,0 0 0,1 0 0,-2 8 0,0-3 0,2 0 0,0 0 0,0 0 0,1 0 0,1 0 0,0 0 0,0 0 0,1 0 0,1 0 0,0 0 0,1 0 0,0 0 0,7 17 0,-4-17 22,1 1-1,1-1 0,-1-1 1,2 1-1,0-2 0,0 1 1,1-1-1,0 0 0,1-1 1,0-1-1,0 1 0,1-2 1,0 1-1,0-2 0,15 6 1,-13-6-144,0-1 0,0-1 0,1 0 0,0-1 0,-1 0 0,1-1 0,0-1 0,0-1 0,0 0 1,0 0-1,0-2 0,-1 0 0,30-8 0,-2-5-6704</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4.308"/>
    </inkml:context>
    <inkml:brush xml:id="br0">
      <inkml:brushProperty name="width" value="0.05" units="cm"/>
      <inkml:brushProperty name="height" value="0.05" units="cm"/>
    </inkml:brush>
  </inkml:definitions>
  <inkml:trace contextRef="#ctx0" brushRef="#br0">87 199 24575,'6'-10'0,"0"1"0,1-1 0,8-8 0,15-23 0,-25 33 0,20-39 0,-23 44 0,-1 0 0,0 0 0,0 0 0,0 0 0,0 0 0,0 0 0,-1 0 0,1 0 0,-1-1 0,0 1 0,0 0 0,0 0 0,-1-5 0,1 8 0,-1-1 0,1 1 0,0-1 0,0 1 0,-1 0 0,1-1 0,0 1 0,-1-1 0,1 1 0,0 0 0,-1-1 0,1 1 0,-1 0 0,1-1 0,-1 1 0,1 0 0,-1 0 0,1-1 0,-1 1 0,1 0 0,-1 0 0,1 0 0,-1 0 0,1 0 0,-1 0 0,1 0 0,-1 0 0,1 0 0,-1 0 0,1 0 0,-1 0 0,1 0 0,-1 0 0,1 0 0,-1 0 0,1 1 0,-1-1 0,1 0 0,-1 0 0,1 1 0,-1-1 0,1 0 0,0 1 0,-1-1 0,0 1 0,-20 17 0,21-18 0,-15 15 0,0 2 0,2 0 0,0 0 0,0 1 0,2 1 0,1 0 0,0 0 0,1 1 0,1 0 0,1 1 0,1-1 0,1 1 0,0 1 0,-1 22 0,6-37 0,-1-1 0,2 0 0,-1 0 0,0 0 0,1 1 0,0-1 0,1 0 0,-1 0 0,1 0 0,1 0 0,-1-1 0,1 1 0,0-1 0,0 1 0,0-1 0,1 0 0,-1 0 0,1 0 0,1-1 0,-1 1 0,1-1 0,0 0 0,-1-1 0,2 1 0,-1-1 0,0 0 0,1 0 0,-1 0 0,1-1 0,0 0 0,0 0 0,12 2 0,-4-2 49,0 0 0,1-1 0,-1-1-1,0 0 1,1 0 0,14-4 0,-1-1-903,54-18 1,-28 4-5973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4.613"/>
    </inkml:context>
    <inkml:brush xml:id="br0">
      <inkml:brushProperty name="width" value="0.05" units="cm"/>
      <inkml:brushProperty name="height" value="0.05" units="cm"/>
    </inkml:brush>
  </inkml:definitions>
  <inkml:trace contextRef="#ctx0" brushRef="#br0">1 126 24575,'16'-16'0,"0"1"0,2 1 0,-1 0 0,2 2 0,35-19 0,-47 27 0,0 0 0,1 1 0,0 1 0,-1-1 0,1 1 0,0 0 0,0 1 0,0 0 0,0 0 0,0 1 0,1 0 0,-1 0 0,0 1 0,0 0 0,0 0 0,0 1 0,0 0 0,15 6 0,-21-7 0,1 0 0,-1 1 0,0-1 0,1 0 0,-1 1 0,0-1 0,0 1 0,0-1 0,0 1 0,0 0 0,0 0 0,-1 0 0,1 0 0,-1 0 0,1 1 0,-1-1 0,0 0 0,0 1 0,0-1 0,0 1 0,0-1 0,0 1 0,-1-1 0,1 1 0,-1 0 0,0-1 0,0 1 0,0 0 0,0-1 0,0 1 0,0-1 0,-1 1 0,1 0 0,-1-1 0,0 1 0,0-1 0,-2 4 0,-1 3 0,-1 0 0,-1-1 0,1 1 0,-1-1 0,-1-1 0,0 1 0,0-1 0,-14 11 0,-25 13 0,42-29 0,0 1 0,0-1 0,-1-1 0,1 1 0,-1-1 0,1 0 0,-1 0 0,1 0 0,-8 0 0,10-1 0,1 0 0,0 0 0,0 0 0,0 0 0,0 0 0,0 0 0,0-1 0,0 1 0,0 0 0,0-1 0,0 1 0,0-1 0,0 1 0,0-1 0,0 0 0,1 1 0,-1-1 0,0 0 0,0 0 0,0 1 0,1-1 0,-1 0 0,1 0 0,-1 0 0,0 0 0,1 0 0,0 0 0,-1 0 0,1 0 0,-1 0 0,1 0 0,0 0 0,0 0 0,0 0 0,0 0 0,0 0 0,0 0 0,0 0 0,0 0 0,0 0 0,0-1 0,0 1 0,1 0 0,-1-1 0,2-4 0,-1 1 0,1-1 0,0 0 0,0 1 0,1-1 0,4-7 0,2 1-97,0 1-1,0 1 1,1 0-1,0 0 1,1 1-1,0 0 1,0 0-1,1 2 1,0-1-1,0 2 1,1-1-1,0 2 0,24-8 1,-5 5-6729</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4.970"/>
    </inkml:context>
    <inkml:brush xml:id="br0">
      <inkml:brushProperty name="width" value="0.05" units="cm"/>
      <inkml:brushProperty name="height" value="0.05" units="cm"/>
    </inkml:brush>
  </inkml:definitions>
  <inkml:trace contextRef="#ctx0" brushRef="#br0">74 193 24575,'-2'2'0,"-1"0"0,1 0 0,0 0 0,0 1 0,0-1 0,0 1 0,1 0 0,-1 0 0,0-1 0,1 1 0,0 0 0,0 0 0,0 0 0,0 0 0,0 1 0,1-1 0,-1 4 0,1-4 0,1-1 0,-1 1 0,1-1 0,0 0 0,0 0 0,-1 1 0,1-1 0,1 0 0,-1 0 0,0 0 0,0 0 0,1 0 0,-1 0 0,1 0 0,0-1 0,0 1 0,-1-1 0,1 1 0,0-1 0,0 1 0,0-1 0,0 0 0,4 1 0,-3-1 0,0 0 0,0 0 0,0 0 0,0-1 0,1 0 0,-1 1 0,0-1 0,0 0 0,0-1 0,0 1 0,0 0 0,1-1 0,-1 0 0,0 0 0,0 0 0,0 0 0,0 0 0,-1 0 0,1-1 0,0 0 0,0 1 0,-1-1 0,1 0 0,3-5 0,3-1 0,0 0 0,-1-1 0,0 0 0,-1-1 0,9-13 0,-11 14 0,0 0 0,-1 0 0,0 0 0,-1 0 0,1 0 0,-2-1 0,0 0 0,0 1 0,1-11 0,-3 15 0,0 1 0,0-1 0,0 1 0,-1 0 0,1-1 0,-1 1 0,0 0 0,-1-1 0,1 1 0,-1 0 0,1 0 0,-1 0 0,0 0 0,-1 0 0,1 1 0,-1-1 0,1 1 0,-1-1 0,0 1 0,-1 0 0,1 0 0,-6-3 0,7 4 0,0 1 0,0 0 0,0 0 0,0 0 0,0 0 0,0 1 0,0-1 0,0 0 0,-1 1 0,1 0 0,0-1 0,0 1 0,-1 0 0,1 0 0,0 0 0,0 1 0,0-1 0,-4 1 0,2 0 0,0 1 0,0 0 0,-1 0 0,1 0 0,0 1 0,1-1 0,-1 1 0,-5 4 0,-3 5 0,1 0 0,1 1 0,-18 26 0,19-25 31,1 0 0,1 0 0,0 1 0,1 0 0,1 0 0,0 1 0,1 0 0,1 0 1,0 0-1,0 19 0,2-26-117,1 0 1,1 0 0,-1 0-1,1 0 1,1 0 0,0 0-1,0 0 1,1 0 0,0 0-1,1-1 1,-1 1 0,2-1-1,-1 0 1,1 0 0,0-1-1,1 0 1,0 0 0,0 0-1,8 7 1,18 11-6741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5.584"/>
    </inkml:context>
    <inkml:brush xml:id="br0">
      <inkml:brushProperty name="width" value="0.05" units="cm"/>
      <inkml:brushProperty name="height" value="0.05" units="cm"/>
    </inkml:brush>
  </inkml:definitions>
  <inkml:trace contextRef="#ctx0" brushRef="#br0">279 512 24575,'-1'-5'0,"0"1"0,1 0 0,-1 0 0,0 1 0,-1-1 0,1 0 0,-1 0 0,0 0 0,0 1 0,0-1 0,0 1 0,-5-6 0,0 1 0,1 1 0,-1 0 0,-1 1 0,-10-8 0,16 12 0,0 1 0,0 0 0,0 0 0,-1 0 0,1 0 0,0 0 0,-1 1 0,1-1 0,-1 1 0,1-1 0,-1 1 0,1 0 0,-1 0 0,1 0 0,-1 0 0,-3 1 0,1 0 0,-1 1 0,1 0 0,0 0 0,0 0 0,0 0 0,0 1 0,-5 4 0,-1 1 0,0 0 0,1 1 0,1 0 0,-1 1 0,-11 17 0,13-16 0,1 0 0,0 1 0,-8 20 0,13-27 0,1 0 0,-1-1 0,1 1 0,0 0 0,0 0 0,0 0 0,1 0 0,-1 0 0,1 0 0,0 0 0,1 0 0,-1 0 0,2 5 0,-1-8 0,1 0 0,-1 0 0,0-1 0,0 1 0,1 0 0,-1-1 0,1 1 0,0-1 0,-1 1 0,1-1 0,0 0 0,0 0 0,0 0 0,0 0 0,0 0 0,0 0 0,0-1 0,0 1 0,0 0 0,0-1 0,0 0 0,1 1 0,-1-1 0,0 0 0,3-1 0,5 2 0,0-2 0,0 1 0,0-2 0,11-2 0,-6 0 0,0-1 0,0-1 0,-1-1 0,24-14 0,-12 7 0,-26 13 0,1 1 0,0-1 0,-1 1 0,1 0 0,-1-1 0,1 1 0,0 0 0,-1 0 0,1 0 0,0-1 0,-1 1 0,1 0 0,0 0 0,-1 0 0,1 0 0,0 0 0,-1 0 0,1 0 0,-1 1 0,1-1 0,0 0 0,-1 0 0,1 0 0,0 1 0,-1-1 0,1 0 0,-1 0 0,1 1 0,0-1 0,-1 1 0,1-1 0,-1 1 0,1-1 0,-1 0 0,0 1 0,1 0 0,-1-1 0,1 1 0,-1-1 0,0 1 0,0-1 0,1 1 0,-1 0 0,0-1 0,0 1 0,0 0 0,1-1 0,-1 1 0,0 1 0,1 5 0,0 1 0,-1-1 0,0 14 0,0-9 0,0-10 0,1 1 0,-1 0 0,0-1 0,1 1 0,-1-1 0,1 1 0,0-1 0,0 1 0,0-1 0,0 0 0,0 1 0,1-1 0,-1 0 0,1 0 0,-1 0 0,1 0 0,0 0 0,3 2 0,-2-1 0,0-1 0,1-1 0,-1 1 0,1 0 0,0-1 0,-1 0 0,1 1 0,0-2 0,0 1 0,0 0 0,4 0 0,2-1 0,0 0 0,0-1 0,0 0 0,0-1 0,0 0 0,-1 0 0,1-1 0,-1 0 0,9-5 0,-2 0 0,0-1 0,-1-1 0,0-1 0,-1 0 0,-1 0 0,1-2 0,-2 0 0,0 0 0,0-1 0,-2 0 0,1-1 0,-2-1 0,0 1 0,-1-1 0,0-1 0,-2 1 0,0-1 0,0-1 0,-2 1 0,0-1 0,1-22 0,0-5 0,-4-86 0,-2 113 0,-1 0 0,0-1 0,-2 1 0,0 0 0,-1 0 0,-1 1 0,-11-24 0,16 38 0,0 1 0,0 0 0,0 0 0,-1 0 0,1 0 0,0 0 0,-1 0 0,0 0 0,1 1 0,-1-1 0,0 0 0,0 1 0,0-1 0,0 1 0,0 0 0,0 0 0,-1 0 0,-2-2 0,3 3 0,0 1 0,1-1 0,-1 0 0,0 0 0,1 1 0,-1-1 0,1 1 0,-1-1 0,1 1 0,-1 0 0,1 0 0,-1-1 0,1 1 0,0 0 0,-1 0 0,1 0 0,0 1 0,0-1 0,0 0 0,0 0 0,0 1 0,0-1 0,0 0 0,0 1 0,0-1 0,1 1 0,-2 2 0,-5 13 0,1 0 0,0 0 0,1 1 0,1 0 0,0-1 0,0 20 0,-2 110 0,11-14 342,-4-118-586,1 1 0,1-1 0,1 1 0,0-1 1,1-1-1,9 22 0,0-14-6582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5.960"/>
    </inkml:context>
    <inkml:brush xml:id="br0">
      <inkml:brushProperty name="width" value="0.05" units="cm"/>
      <inkml:brushProperty name="height" value="0.05" units="cm"/>
    </inkml:brush>
  </inkml:definitions>
  <inkml:trace contextRef="#ctx0" brushRef="#br0">45 178 24575,'-1'0'0,"-26"2"0,26-1 0,0-1 0,1 0 0,-1 0 0,0 0 0,1 0 0,-1 0 0,0 0 0,1 1 0,-1-1 0,0 0 0,1 1 0,-1-1 0,1 0 0,-1 1 0,1-1 0,-1 1 0,1-1 0,-1 1 0,1-1 0,-1 1 0,1-1 0,-1 1 0,1-1 0,0 1 0,-1-1 0,1 1 0,0 0 0,0-1 0,-1 1 0,1 0 0,0-1 0,0 1 0,0 0 0,0 0 0,0 0 0,1 0 0,-1 0 0,1-1 0,-1 1 0,0 0 0,1-1 0,0 1 0,-1 0 0,1-1 0,-1 1 0,1-1 0,0 1 0,-1-1 0,1 1 0,0-1 0,0 1 0,-1-1 0,1 0 0,0 1 0,0-1 0,0 0 0,0 0 0,1 0 0,24 4 0,-23-3 0,31 1 0,0-2 0,67-7 0,67-21 0,-159 26 0,30-5 0,53-11 0,-80 15 0,0-1 0,0 0 0,-1-1 0,1 0 0,12-8 0,-23 12 0,1 0 0,0 0 0,0 0 0,-1 0 0,1-1 0,-1 1 0,1-1 0,-1 1 0,0-1 0,0 1 0,1-1 0,-1 0 0,0 0 0,-1 1 0,1-1 0,0 0 0,0-2 0,-1 2 0,1 1 0,-1-1 0,0 0 0,-1 1 0,1-1 0,0 1 0,0-1 0,-1 1 0,1-1 0,-1 1 0,1-1 0,-1 1 0,0-1 0,0 1 0,1-1 0,-1 1 0,-2-2 0,-1-2 0,-1 1 0,0-1 0,0 1 0,-1 0 0,0 0 0,1 0 0,-1 1 0,-11-5 0,8 4 0,-1 1 0,1 0 0,-1 0 0,0 1 0,1 0 0,-1 1 0,0 0 0,0 1 0,0 0 0,0 0 0,0 1 0,0 1 0,0-1 0,1 1 0,-19 7 0,20-5 0,1-1 0,-1 1 0,1 0 0,0 1 0,0 0 0,1 0 0,-1 1 0,1-1 0,0 1 0,1 1 0,-1-1 0,1 1 0,0 0 0,1 0 0,0 0 0,0 1 0,1-1 0,-1 1 0,-1 10 0,3-9 0,0 0 0,0 0 0,1 0 0,1 1 0,-1-1 0,1 0 0,1 1 0,0-1 0,0 0 0,1 0 0,0 0 0,1 0 0,0 0 0,0 0 0,1 0 0,0-1 0,10 16 0,-9-18 0,-1 0 0,1 0 0,0 0 0,0-1 0,1 0 0,-1 0 0,1-1 0,0 1 0,1-1 0,-1 0 0,1-1 0,-1 0 0,1 0 0,0 0 0,0-1 0,1 0 0,-1 0 0,0-1 0,1 0 0,-1 0 0,1 0 0,14-2 0,-14 0-97,0-1-1,0 1 1,0-1-1,0-1 1,-1 0-1,1 0 1,-1 0-1,0-1 1,1 0-1,-2 0 1,1-1-1,0 0 0,5-6 1,4-5-6729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3.662"/>
    </inkml:context>
    <inkml:brush xml:id="br0">
      <inkml:brushProperty name="width" value="0.05" units="cm"/>
      <inkml:brushProperty name="height" value="0.05" units="cm"/>
    </inkml:brush>
  </inkml:definitions>
  <inkml:trace contextRef="#ctx0" brushRef="#br0">259 222 24575,'1'-2'0,"0"0"0,1 0 0,-1 0 0,1 0 0,0 0 0,-1 0 0,1 1 0,0-1 0,0 1 0,0-1 0,0 1 0,1 0 0,-1 0 0,3-2 0,6-4 0,-7 4 0,0-1 0,0 1 0,0-1 0,-1 0 0,0 0 0,0 0 0,0 0 0,0-1 0,-1 1 0,0-1 0,1 0 0,-2 0 0,1 1 0,0-1 0,-1 0 0,0-1 0,-1 1 0,1 0 0,-1-8 0,0 10 0,0-1 0,-1 0 0,0 0 0,1 0 0,-2 0 0,1 1 0,0-1 0,-1 1 0,1-1 0,-1 1 0,0-1 0,-1 1 0,1 0 0,0 0 0,-1 0 0,1 0 0,-1 0 0,0 1 0,0-1 0,0 1 0,-1 0 0,1 0 0,0 0 0,-1 0 0,-6-2 0,3 2 0,1 0 0,-1 0 0,1 0 0,-1 1 0,0 0 0,0 1 0,0 0 0,1 0 0,-1 0 0,0 0 0,0 1 0,0 1 0,-10 2 0,9-1 0,-1 1 0,1 0 0,-1 0 0,1 1 0,0 0 0,1 0 0,0 1 0,-1 0 0,-6 8 0,3-2 0,2 0 0,-1 0 0,2 0 0,0 1 0,0 1 0,1-1 0,1 1 0,0 0 0,1 1 0,1-1 0,0 1 0,-2 16 0,5-25 0,1 0 0,0-1 0,0 1 0,0 0 0,1 0 0,0 0 0,0 0 0,0 0 0,1-1 0,0 1 0,0 0 0,0-1 0,1 0 0,-1 1 0,7 7 0,-6-10 0,-1 0 0,1 0 0,-1-1 0,1 0 0,0 1 0,0-1 0,0 0 0,0 0 0,0-1 0,1 1 0,-1-1 0,1 1 0,-1-1 0,1 0 0,-1 0 0,1-1 0,-1 1 0,1-1 0,0 0 0,-1 0 0,1 0 0,0 0 0,-1 0 0,1-1 0,-1 0 0,7-2 0,1-1 0,0 0 0,0-1 0,0-1 0,-1 0 0,0 0 0,0-1 0,0 0 0,-1-1 0,0 0 0,12-14 0,-11 10 0,1-1 0,-1-1 0,-1 0 0,-1 0 0,0-1 0,12-31 0,-8-6 0,-9 39 0,-3 11 0,0 3 0,-3 193 0,30 267 0,-25-444 0,0-9 0,-1 0 0,0 0 0,-1-1 0,0 1 0,0 0 0,0 0 0,-1 0 0,0-1 0,-4 14 0,4-20 0,1 0 0,-1 0 0,1 0 0,-1-1 0,0 1 0,1 0 0,-1 0 0,0 0 0,1-1 0,-1 1 0,0 0 0,0-1 0,0 1 0,0 0 0,0-1 0,0 1 0,0-1 0,0 0 0,0 1 0,0-1 0,0 0 0,0 0 0,0 1 0,0-1 0,0 0 0,0 0 0,0 0 0,0 0 0,0 0 0,0 0 0,0-1 0,0 1 0,0 0 0,0-1 0,0 1 0,0 0 0,0-1 0,-1 0 0,-5-2 0,1 0 0,0-1 0,0 0 0,-8-6 0,-5-7 0,0 0 0,1-1 0,1-1 0,0 0 0,2-1 0,0-1 0,2-1 0,0 0 0,-10-23 0,21 39 0,-1 0 0,1 0 0,1-1 0,-1 1 0,1 0 0,0-1 0,0 1 0,1-1 0,0 1 0,0-1 0,1-8 0,0 10 0,0 1 0,1-1 0,-1 1 0,1 0 0,0-1 0,0 1 0,1 0 0,-1 0 0,1 0 0,-1 1 0,1-1 0,1 1 0,-1-1 0,0 1 0,1 0 0,5-4 0,24-11-1365,1 6-5461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4.070"/>
    </inkml:context>
    <inkml:brush xml:id="br0">
      <inkml:brushProperty name="width" value="0.05" units="cm"/>
      <inkml:brushProperty name="height" value="0.05" units="cm"/>
    </inkml:brush>
  </inkml:definitions>
  <inkml:trace contextRef="#ctx0" brushRef="#br0">141 221 24575,'-2'-2'0,"0"1"0,0 0 0,0 0 0,0-1 0,0 1 0,-1 1 0,1-1 0,-4-1 0,1 2 0,16 3 0,-4-2 0,-1 0 0,1 0 0,-1-1 0,1 0 0,-1 0 0,1-1 0,-1 1 0,1-1 0,-1-1 0,1 1 0,-1-1 0,0-1 0,0 1 0,0-1 0,0 0 0,0 0 0,-1 0 0,0-1 0,8-6 0,-10 7 0,0 1 0,0-1 0,-1 0 0,1 0 0,-1 0 0,0 0 0,0 0 0,0 0 0,0-1 0,0 1 0,-1-1 0,1 1 0,-1-1 0,0 1 0,0-1 0,-1 0 0,1 0 0,-1 1 0,1-1 0,-1 0 0,0 0 0,-1 0 0,1 1 0,-1-1 0,0 0 0,0 0 0,0 1 0,0-1 0,0 1 0,-1-1 0,0 1 0,1-1 0,-1 1 0,-4-4 0,3 3 0,0 0 0,0 0 0,-1 0 0,0 0 0,1 1 0,-2-1 0,1 1 0,0 0 0,-1 0 0,1 1 0,-1-1 0,0 1 0,1 0 0,-1 0 0,-1 1 0,1-1 0,0 1 0,0 0 0,0 1 0,0-1 0,-1 1 0,1 0 0,0 0 0,-1 1 0,1-1 0,0 1 0,-9 3 0,6-1 0,1-1 0,0 2 0,-1-1 0,1 1 0,0 0 0,1 0 0,-1 1 0,1 0 0,0 0 0,0 0 0,0 1 0,1 0 0,0 0 0,0 1 0,1-1 0,0 1 0,-7 13 0,8-11 0,0-1 0,1 0 0,0 1 0,0-1 0,0 1 0,1-1 0,1 1 0,0 0 0,0-1 0,0 1 0,1 0 0,0-1 0,1 1 0,0-1 0,1 1 0,-1-1 0,1 0 0,1 0 0,0 0 0,9 14 0,-5-11 0,0-1 0,0 0 0,1 0 0,1 0 0,0-1 0,0-1 0,1 0 0,0 0 0,0-1 0,1-1 0,-1 1 0,2-2 0,13 5 0,-10-5-151,-1-1-1,2 0 0,-1-2 0,0 0 1,0 0-1,1-2 0,-1 0 1,33-4-1,3-7-6674</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4.225"/>
    </inkml:context>
    <inkml:brush xml:id="br0">
      <inkml:brushProperty name="width" value="0.05" units="cm"/>
      <inkml:brushProperty name="height" value="0.05" units="cm"/>
    </inkml:brush>
  </inkml:definitions>
  <inkml:trace contextRef="#ctx0" brushRef="#br0">58 145 24575,'-3'-9'0,"-1"-10"0,-3-11 0,0-3 0,-3 4 0,1 10 0,2 14 0,2 14 0,2 16 0,1 15 0,2 14 0,3 10 0,2 4 0,2 2 0,4 0 0,3-7 0,2-7 0,-1-14-8191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4.394"/>
    </inkml:context>
    <inkml:brush xml:id="br0">
      <inkml:brushProperty name="width" value="0.05" units="cm"/>
      <inkml:brushProperty name="height" value="0.05" units="cm"/>
    </inkml:brush>
  </inkml:definitions>
  <inkml:trace contextRef="#ctx0" brushRef="#br0">21 41 24575,'-9'-3'0,"-1"-1"0,9 0 0,10 0 0,13 2 0,15-2 0,11-1 0,10-2 0,-6-1-8191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4.586"/>
    </inkml:context>
    <inkml:brush xml:id="br0">
      <inkml:brushProperty name="width" value="0.05" units="cm"/>
      <inkml:brushProperty name="height" value="0.05" units="cm"/>
    </inkml:brush>
  </inkml:definitions>
  <inkml:trace contextRef="#ctx0" brushRef="#br0">27 20 24575,'-6'0'0,"-5"3"0,1 1 0,10 0 0,11-1 0,10 0 0,7-2 0,9 0 0,7-1 0,5-3 0,5-4 0,-2-2 0,-3-1 0,-9 0-8191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4.928"/>
    </inkml:context>
    <inkml:brush xml:id="br0">
      <inkml:brushProperty name="width" value="0.05" units="cm"/>
      <inkml:brushProperty name="height" value="0.05" units="cm"/>
    </inkml:brush>
  </inkml:definitions>
  <inkml:trace contextRef="#ctx0" brushRef="#br0">84 121 24575,'-23'-22'0,"-16"-17"0,37 36 0,-1 1 0,1-1 0,0 0 0,0 0 0,1-1 0,-1 1 0,1 0 0,-1 0 0,1-1 0,0 1 0,-1-7 0,2 10 0,0-1 0,0 1 0,-1-1 0,1 1 0,0-1 0,0 1 0,0-1 0,0 1 0,0-1 0,0 1 0,0-1 0,0 1 0,1-1 0,-1 1 0,0-1 0,0 1 0,0-1 0,0 1 0,1-1 0,-1 1 0,0-1 0,1 1 0,-1 0 0,0-1 0,1 1 0,-1-1 0,0 1 0,1 0 0,-1 0 0,0-1 0,1 1 0,-1 0 0,1-1 0,-1 1 0,1 0 0,-1 0 0,1 0 0,-1 0 0,1-1 0,-1 1 0,1 0 0,-1 0 0,1 0 0,-1 0 0,1 0 0,-1 0 0,1 0 0,-1 0 0,1 1 0,-1-1 0,2 0 0,0 1 0,1 0 0,-1 0 0,1 0 0,-1 0 0,1 1 0,-1-1 0,0 1 0,4 3 0,2 3 0,-2 0 0,1 0 0,-1 1 0,0 0 0,-1 1 0,0-1 0,0 1 0,-1 0 0,-1 0 0,1 1 0,1 13 0,2 12 0,-2-1 0,0 39 0,-4 45-1365,-2-93-5461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5.083"/>
    </inkml:context>
    <inkml:brush xml:id="br0">
      <inkml:brushProperty name="width" value="0.05" units="cm"/>
      <inkml:brushProperty name="height" value="0.05" units="cm"/>
    </inkml:brush>
  </inkml:definitions>
  <inkml:trace contextRef="#ctx0" brushRef="#br0">28 100 24575,'-3'-12'0,"-1"-8"0,-3-3 0,0-1 0,0 4-8191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5.478"/>
    </inkml:context>
    <inkml:brush xml:id="br0">
      <inkml:brushProperty name="width" value="0.05" units="cm"/>
      <inkml:brushProperty name="height" value="0.05" units="cm"/>
    </inkml:brush>
  </inkml:definitions>
  <inkml:trace contextRef="#ctx0" brushRef="#br0">1 24 24575,'0'0'0,"1"0"0,0 0 0,-1 0 0,1 0 0,-1 0 0,1 0 0,0 0 0,-1 0 0,1 0 0,-1 0 0,1 0 0,0 0 0,-1-1 0,1 1 0,-1 0 0,1 0 0,0-1 0,-1 1 0,1 0 0,-1-1 0,1 1 0,-1 0 0,1-1 0,-1 1 0,0-1 0,1 1 0,-1-1 0,0 1 0,1-1 0,-1 1 0,0-1 0,1 1 0,-1-1 0,0 1 0,0-1 0,0 0 0,1 1 0,-1-1 0,0 1 0,0-1 0,0 0 0,0 1 0,0-1 0,0 0 0,0 1 0,0-1 0,-1 1 0,1-1 0,0 0 0,0 1 0,0-1 0,-1 1 0,1-1 0,0 1 0,0-1 0,-1 1 0,1-1 0,-1 0 0,8 6 0,0 0 0,-1 0 0,0 1 0,0-1 0,0 2 0,0-1 0,-1 1 0,0-1 0,-1 1 0,1 1 0,-1-1 0,-1 0 0,1 1 0,2 11 0,-1-5 0,-1 1 0,-1-1 0,0 1 0,-1 0 0,-1 0 0,0-1 0,-1 20 0,-2-27 0,0 13 0,2-19 0,0-1 0,0 0 0,0 0 0,0 0 0,0 1 0,0-1 0,0 0 0,0 0 0,0 0 0,0 1 0,0-1 0,0 0 0,0 0 0,1 0 0,-1 1 0,0-1 0,0 0 0,0 0 0,0 0 0,0 0 0,0 1 0,1-1 0,-1 0 0,0 0 0,0 0 0,0 0 0,1 0 0,-1 0 0,0 1 0,0-1 0,0 0 0,1 0 0,-1 0 0,0 0 0,0 0 0,0 0 0,1 0 0,-1 0 0,0 0 0,0 0 0,0 0 0,1 0 0,-1 0 0,0 0 0,0 0 0,0 0 0,1 0 0,-1 0 0,0-1 0,0 1 0,0 0 0,1 0 0,-1 0 0,0 0 0,0 0 0,0 0 0,0-1 0,1 1 0,-1 0 0,0 0 0,0 0 0,0 0 0,0-1 0,0 1 0,0 0 0,0 0 0,1 0 0,-1-1 0,0 1 0,84-90 0,-46 51 0,36-33 0,-62 62 0,0 0 0,0 1 0,1 1 0,20-11 0,-32 18 0,0 0 0,1 1 0,-1-1 0,0 1 0,0-1 0,0 1 0,0-1 0,0 1 0,1 0 0,-1-1 0,0 1 0,0 0 0,1 0 0,-1 0 0,0 0 0,0 0 0,0 0 0,1 0 0,-1 1 0,0-1 0,0 0 0,0 1 0,1-1 0,-1 1 0,0-1 0,0 1 0,0-1 0,0 1 0,0 0 0,0 0 0,0-1 0,0 1 0,0 0 0,-1 0 0,1 0 0,0 0 0,0 0 0,-1 0 0,1 0 0,-1 0 0,1 0 0,-1 1 0,1-1 0,-1 0 0,1 3 0,1 5 0,-1 0 0,0 1 0,0-1 0,-2 19 0,1-20 0,1 46-1365,2-32-5461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5.791"/>
    </inkml:context>
    <inkml:brush xml:id="br0">
      <inkml:brushProperty name="width" value="0.05" units="cm"/>
      <inkml:brushProperty name="height" value="0.05" units="cm"/>
    </inkml:brush>
  </inkml:definitions>
  <inkml:trace contextRef="#ctx0" brushRef="#br0">253 95 24575,'0'-4'0,"0"0"0,-1 0 0,1 0 0,-1 0 0,1 1 0,-1-1 0,-1 0 0,1 0 0,0 1 0,-1-1 0,0 1 0,0-1 0,0 1 0,0 0 0,0 0 0,-1 0 0,1 0 0,-1 0 0,0 0 0,0 1 0,0-1 0,0 1 0,0 0 0,-1 0 0,1 0 0,-1 0 0,1 1 0,-1-1 0,0 1 0,0 0 0,1 0 0,-1 1 0,-7-2 0,3 2 0,0-1 0,0 1 0,0 0 0,0 0 0,0 1 0,1 0 0,-1 1 0,0 0 0,0 0 0,1 1 0,0-1 0,-1 2 0,1-1 0,0 1 0,-13 9 0,18-11 0,-1 0 0,1 0 0,-1 1 0,1-1 0,0 1 0,0-1 0,0 1 0,0 0 0,0 0 0,1 0 0,-1 0 0,1 0 0,0 0 0,0 0 0,0 1 0,0-1 0,0 0 0,1 0 0,0 1 0,-1-1 0,1 1 0,1-1 0,0 7 0,1-3 0,0 0 0,1 0 0,0 0 0,0-1 0,1 1 0,0-1 0,0 0 0,0 0 0,11 11 0,6 4 0,0-1 0,30 20 0,5 4 0,-53-41 0,1 0 0,-1 0 0,0 1 0,0-1 0,0 1 0,-1 0 0,1-1 0,-1 1 0,3 6 0,-5-9 0,1 0 0,-1 0 0,0 1 0,0-1 0,0 0 0,0 1 0,0-1 0,0 0 0,0 0 0,0 1 0,0-1 0,-1 0 0,1 1 0,0-1 0,-1 0 0,1 0 0,-1 0 0,1 0 0,-1 1 0,0-1 0,0 0 0,1 0 0,-1 0 0,0 0 0,0 0 0,0-1 0,0 1 0,0 0 0,0 0 0,0-1 0,0 1 0,0 0 0,-1-1 0,1 1 0,0-1 0,0 0 0,-2 1 0,-8 3-151,-1-1-1,0-1 0,0 1 0,0-2 1,0 0-1,0 0 0,0-1 1,-21-3-1,0-1-6674</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5.996"/>
    </inkml:context>
    <inkml:brush xml:id="br0">
      <inkml:brushProperty name="width" value="0.05" units="cm"/>
      <inkml:brushProperty name="height" value="0.05" units="cm"/>
    </inkml:brush>
  </inkml:definitions>
  <inkml:trace contextRef="#ctx0" brushRef="#br0">13 14 24575,'9'-5'0,"7"-3"0,-13 11 0,-6 9 0,-5 10 0,1-1 0,1 1 0,1 0 0,1 1 0,0-1 0,2 1 0,1 0 0,1-1 0,0 1 0,2 0 0,1-1 0,9 38 0,46 120-1365,-45-148-5461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6.469"/>
    </inkml:context>
    <inkml:brush xml:id="br0">
      <inkml:brushProperty name="width" value="0.05" units="cm"/>
      <inkml:brushProperty name="height" value="0.05" units="cm"/>
    </inkml:brush>
  </inkml:definitions>
  <inkml:trace contextRef="#ctx0" brushRef="#br0">14 298 24575,'-2'-1'0,"1"0"0,0-1 0,0 1 0,0 0 0,0 0 0,0-1 0,0 1 0,0-1 0,1 1 0,-1-1 0,0 1 0,1-1 0,-1 1 0,1-1 0,0 0 0,-1 1 0,1-1 0,0 1 0,0-1 0,0 0 0,1-2 0,-1 1 0,1 1 0,0-1 0,0 1 0,1-1 0,-1 1 0,0 0 0,1-1 0,-1 1 0,1 0 0,0 0 0,0 0 0,2-2 0,4-2 0,0 0 0,1 0 0,0 0 0,0 1 0,16-6 0,24-6 0,93-19 0,-90 25 0,83-30 0,-128 39 0,0-2 0,0 1 0,-1-1 0,1 0 0,8-7 0,-14 10 0,0 1 0,0-1 0,0 0 0,0 1 0,-1-1 0,1 0 0,0 0 0,-1 0 0,1 1 0,0-1 0,-1 0 0,1 0 0,-1 0 0,1 0 0,-1 0 0,0 0 0,1 0 0,-1 0 0,0 0 0,0 0 0,0 0 0,0 0 0,0-1 0,0 1 0,0 0 0,0 0 0,0 0 0,0 0 0,0 0 0,-1 0 0,1 0 0,0 0 0,-1 0 0,1 0 0,-1 0 0,1 0 0,-1 0 0,0 1 0,1-1 0,-1 0 0,0 0 0,1 0 0,-1 1 0,0-1 0,0 0 0,0 1 0,0-1 0,0 1 0,-1-1 0,-1-1 0,0 0 0,1 1 0,-1-1 0,0 1 0,0 0 0,0 0 0,0 0 0,0 0 0,0 0 0,-1 1 0,1 0 0,0-1 0,0 1 0,0 0 0,0 1 0,-1-1 0,-4 1 0,3 1 0,-1 0 0,1 0 0,1 1 0,-1-1 0,0 1 0,0 0 0,1 0 0,0 0 0,-7 7 0,-1 3 0,0 1 0,1 1 0,1 0 0,0 0 0,-9 20 0,6-11 0,-12 38 0,22-53 0,0 1 0,1-1 0,0 1 0,0 0 0,1 0 0,0 0 0,1 14 0,1-22 0,-1 1 0,0-1 0,1 1 0,-1-1 0,1 1 0,0-1 0,0 0 0,0 1 0,0-1 0,0 0 0,1 0 0,-1 0 0,0 0 0,1 0 0,0 0 0,-1 0 0,1 0 0,0 0 0,0-1 0,0 1 0,0-1 0,1 0 0,-1 1 0,0-1 0,0 0 0,1 0 0,-1-1 0,1 1 0,-1 0 0,0-1 0,1 1 0,-1-1 0,1 0 0,0 0 0,2 0 0,6-1 0,-1 1 0,0-2 0,0 1 0,1-2 0,-1 1 0,0-1 0,12-6 0,1-2 0,-1 0 0,0-1 0,-1-2 0,-1 0 0,0-1 0,17-18 0,-36 32 0,0 0 0,0 1 0,0-1 0,0 0 0,0 0 0,0 1 0,0-1 0,0 0 0,0 1 0,0-1 0,0 1 0,3-1 0,-4 1 0,1 0 0,-1 0 0,1 0 0,-1 0 0,0 0 0,1 0 0,-1 1 0,1-1 0,-1 0 0,0 0 0,1 0 0,-1 0 0,1 1 0,-1-1 0,0 0 0,1 0 0,-1 1 0,0-1 0,0 0 0,1 0 0,-1 1 0,0-1 0,0 0 0,1 1 0,-1 0 0,1 2 0,1 1 0,-1 0 0,0 0 0,-1 0 0,1 0 0,-1 5 0,2 1 0,0 9-273,1 0 0,1-1 0,0 1 0,14 34 0,-5-28-6553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6.848"/>
    </inkml:context>
    <inkml:brush xml:id="br0">
      <inkml:brushProperty name="width" value="0.05" units="cm"/>
      <inkml:brushProperty name="height" value="0.05" units="cm"/>
    </inkml:brush>
  </inkml:definitions>
  <inkml:trace contextRef="#ctx0" brushRef="#br0">2 104 24575,'-1'-32'0,"1"15"0,2-33 0,-2 50 0,0 0 0,0 0 0,0 0 0,0 0 0,-1-1 0,1 1 0,0 0 0,0 0 0,0 0 0,0 0 0,0 0 0,0-1 0,1 1 0,-1 0 0,0 0 0,0 0 0,0 0 0,0-1 0,0 1 0,0 0 0,0 0 0,0 0 0,0 0 0,0 0 0,0 0 0,0-1 0,1 1 0,-1 0 0,0 0 0,0 0 0,0 0 0,0 0 0,0 0 0,0 0 0,1 0 0,-1 0 0,0 0 0,0-1 0,0 1 0,0 0 0,0 0 0,1 0 0,-1 0 0,0 0 0,0 0 0,0 0 0,0 0 0,1 0 0,-1 0 0,7 9 0,4 14 0,5 22 0,20 91 0,-36-135 0,0 0 0,0 0 0,0 0 0,0 0 0,1 0 0,-1 0 0,0 0 0,1 0 0,-1 0 0,1 0 0,-1 0 0,1 0 0,-1 0 0,1-1 0,1 2 0,-2-2 0,0 0 0,1 0 0,-1 0 0,0 0 0,1 0 0,-1 0 0,0 0 0,1 0 0,-1 0 0,0 0 0,1 0 0,-1 0 0,0-1 0,0 1 0,1 0 0,-1 0 0,0 0 0,0-1 0,1 1 0,-1 0 0,0 0 0,0-1 0,1 1 0,-1 0 0,0 0 0,0-1 0,0 1 0,0 0 0,0-1 0,1 1 0,13-37 0,-10 26 0,4-9 0,19-36 0,-24 51 0,-1 1 0,1-1 0,0 1 0,0 0 0,1 0 0,-1 0 0,1 0 0,0 1 0,0-1 0,0 1 0,0 0 0,1 0 0,7-3 0,-10 5 0,-1 1 0,0-1 0,1 1 0,-1 0 0,0 0 0,0-1 0,1 1 0,-1 0 0,0 0 0,1 0 0,-1 1 0,0-1 0,1 0 0,-1 0 0,0 1 0,0-1 0,1 1 0,-1-1 0,0 1 0,0-1 0,0 1 0,0 0 0,1 1 0,0 0 0,0 0 0,0 0 0,0 0 0,-1 1 0,1-1 0,-1 0 0,0 1 0,1 0 0,-1-1 0,1 4 0,1 7 0,-1 0 0,0 1 0,1 19 0,-3-31 0,1 37 154,-2-27-306,1-1 0,0 1 0,1-1 0,0 1 0,1-1 0,0 0 1,1 0-1,1 1 0,4 10 0,3-4-6674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7.052"/>
    </inkml:context>
    <inkml:brush xml:id="br0">
      <inkml:brushProperty name="width" value="0.05" units="cm"/>
      <inkml:brushProperty name="height" value="0.05" units="cm"/>
    </inkml:brush>
  </inkml:definitions>
  <inkml:trace contextRef="#ctx0" brushRef="#br0">159 190 24575,'0'-1'0,"0"-26"0,-4-36 0,3 56 0,-1 0 0,1-1 0,-1 1 0,0 0 0,-1 1 0,0-1 0,0 0 0,0 1 0,-9-12 0,11 16 0,0 1 0,0-1 0,0 1 0,0 0 0,0 0 0,0 0 0,0 0 0,-1 0 0,1 0 0,0 0 0,-1 0 0,1 0 0,-1 1 0,1-1 0,-1 0 0,1 1 0,-1-1 0,0 1 0,1 0 0,-1 0 0,1-1 0,-4 1 0,3 1 0,0 0 0,-1-1 0,1 1 0,0 0 0,0 0 0,0 0 0,0 1 0,0-1 0,0 0 0,1 1 0,-1-1 0,0 1 0,1-1 0,-3 4 0,-2 3 0,0 1 0,1 0 0,0 0 0,0 1 0,-6 18 0,6-13 0,1 1 0,0-1 0,2 1 0,-1 0 0,2 0 0,0 0 0,1 0 0,1 0 0,3 22 0,-2-29 0,0 1 0,1 0 0,0-1 0,1 1 0,0-1 0,0 0 0,1 0 0,0 0 0,1-1 0,0 0 0,0 0 0,1 0 0,-1-1 0,2 0 0,-1 0 0,11 6 0,19 8-1365,0-5-5461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7.411"/>
    </inkml:context>
    <inkml:brush xml:id="br0">
      <inkml:brushProperty name="width" value="0.05" units="cm"/>
      <inkml:brushProperty name="height" value="0.05" units="cm"/>
    </inkml:brush>
  </inkml:definitions>
  <inkml:trace contextRef="#ctx0" brushRef="#br0">102 232 24575,'-6'0'0,"1"-2"0,0 1 0,-1 0 0,1-1 0,0 0 0,0-1 0,-6-3 0,-12-4 0,12 3 0,21 4 0,35 2 0,-28 1 0,4-1 0,0-1 0,0-1 0,38-11 0,-52 13 0,0-2 0,-1 1 0,1-1 0,-1 0 0,1 0 0,-1-1 0,0 0 0,-1 0 0,1 0 0,-1-1 0,0 0 0,0 0 0,0 0 0,0-1 0,4-7 0,-8 11 0,1 0 0,-1 0 0,0 0 0,0-1 0,0 1 0,-1 0 0,1-1 0,0 1 0,-1 0 0,1-1 0,-1 1 0,0-1 0,0 1 0,0-1 0,0 1 0,-1-1 0,1 1 0,0-1 0,-1 1 0,0 0 0,0-1 0,0 1 0,0 0 0,0-1 0,0 1 0,0 0 0,-1 0 0,1 0 0,-1 0 0,1 0 0,-1 1 0,0-1 0,0 0 0,0 1 0,0-1 0,0 1 0,-3-2 0,-1 0 0,0 0 0,0 0 0,-1 1 0,1 0 0,0 0 0,-1 0 0,0 1 0,1 0 0,-1 0 0,0 1 0,1 0 0,-1 0 0,-7 1 0,3 2 0,-1 0 0,1 0 0,0 1 0,0 1 0,0 0 0,1 0 0,-1 1 0,1 0 0,0 1 0,1 0 0,0 1 0,0 0 0,-14 17 0,19-21 0,1 0 0,0 0 0,0 1 0,0-1 0,1 1 0,-1 0 0,1 0 0,0 0 0,0 0 0,1 0 0,0 0 0,0 1 0,0-1 0,0 0 0,1 1 0,0-1 0,0 0 0,0 1 0,1-1 0,0 0 0,0 1 0,0-1 0,0 0 0,1 0 0,0 0 0,0 0 0,1 0 0,-1 0 0,1-1 0,0 1 0,0-1 0,6 6 0,1 0 31,0 0 0,0-1 0,1 0 0,1-1 0,-1 0 0,1-1 0,0-1 0,1 0 1,0 0-1,24 7 0,-11-6-373,0-2 1,-1 0 0,2-2-1,46 1 1,-18-6-6485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08.644"/>
    </inkml:context>
    <inkml:brush xml:id="br0">
      <inkml:brushProperty name="width" value="0.05" units="cm"/>
      <inkml:brushProperty name="height" value="0.05" units="cm"/>
    </inkml:brush>
  </inkml:definitions>
  <inkml:trace contextRef="#ctx0" brushRef="#br0">92 3543 24575,'-21'1'0,"14"-1"0,-1 1 0,1-1 0,0-1 0,-1 1 0,1-1 0,-9-3 0,15 4 0,1 0 0,-1 0 0,1 0 0,0 0 0,-1 0 0,1 0 0,-1-1 0,1 1 0,-1 0 0,1 0 0,-1-1 0,1 1 0,0 0 0,-1 0 0,1-1 0,0 1 0,-1-1 0,1 1 0,0 0 0,-1-1 0,1 1 0,0-1 0,0 1 0,-1 0 0,1-1 0,0 1 0,0-1 0,0 1 0,0-1 0,0 1 0,0-1 0,0 1 0,0-1 0,0 0 0,0 0 0,1-1 0,-1 1 0,1 0 0,0 0 0,0-1 0,0 1 0,0 0 0,0 0 0,0 0 0,0 0 0,2-2 0,37-21 0,-40 23 0,90-41-3,173-54-1,-151 58-203,104-37-39,611-218-3589,-10-33 1554,485-314-201,-48-92 2682,-732 397-921,-22-23 641,-271 170 581,-189 151 164,-1-2 1,-2-2 0,42-59-1,-75 94-322,0 0-1,0 0 0,0 0 1,-1 0-1,1-1 0,-2 1 1,1-1-1,2-10 0,-5 16-311,0 0-1,0 1 0,1-1 0,-1 0 0,0 0 0,0 1 0,0-1 1,0 0-1,0 1 0,-1-1 0,1 0 0,0 0 0,0 1 0,0-1 1,-1 0-1,1 1 0,0-1 0,0 1 0,-1-1 0,1 0 0,-1 1 0,1-1 1,-1 1-1,1-1 0,-1 1 0,1-1 0,-1 1 0,1-1 0,-1 0 1,-1 1 49,1 0 1,-1-1 0,1 1 0,-1 0 0,1 0 0,-1 0 0,1 0 0,-1 0 0,1 0 0,-1 1 0,1-1-1,-1 0 1,-1 1 0,-3 2 195,-1-1-1,0 1 1,1 0 0,-11 7-1,11-5-275,-1 1 0,1-1 0,0 1 0,0 0 0,-9 14 0,14-18 0,-1 0 0,1 1 0,-1-1 0,1 0 0,0 1 0,0-1 0,0 1 0,0-1 0,1 1 0,-1 0 0,1-1 0,-1 1 0,1 0 0,0-1 0,0 1 0,0 0 0,0 0 0,1-1 0,-1 1 0,1 0 0,1 3 0,5 4 0,-3-19 0,-6-18 0,-1 12 0,1 4 0,-1 0 0,0 1 0,0-1 0,-1 1 0,-5-10 0,7 17 0,-1-1 0,1 1 0,-1 0 0,1 0 0,-1 0 0,0 1 0,0-1 0,0 1 0,-1-1 0,1 1 0,0 0 0,-1 0 0,0 0 0,1 1 0,-1 0 0,0-1 0,-6 0 0,5 0 0,-1 1 0,1 0 0,0 0 0,-1 0 0,1 1 0,-1 0 0,1 0 0,-1 0 0,1 1 0,-8 1 0,13-2 0,0 0 0,-1 0 0,1 0 0,0 0 0,0 0 0,0 1 0,0-1 0,-1 0 0,1 0 0,0 0 0,0 0 0,0 0 0,0 0 0,-1 0 0,1 0 0,0 0 0,0 0 0,0 1 0,0-1 0,0 0 0,0 0 0,0 0 0,-1 0 0,1 0 0,0 1 0,0-1 0,0 0 0,0 0 0,0 0 0,0 0 0,0 1 0,0-1 0,0 0 0,0 0 0,0 0 0,0 0 0,0 1 0,0-1 0,0 0 0,0 0 0,0 0 0,0 1 0,8 3 0,12 1 0,-8-3 0,0-2 0,0 1 0,0-1 0,0-1 0,0 0 0,0-1 0,0 0 0,0-1 0,0 0 0,-1-1 0,1 0 0,-1-1 0,18-10 0,-28 14 0,1 0 0,-1 1 0,0-1 0,0 0 0,0 1 0,1-1 0,-1 1 0,0 0 0,1-1 0,-1 1 0,1 0 0,-1 0 0,0 0 0,1 0 0,-1 0 0,0 0 0,1 0 0,-1 0 0,3 1 0,-3 0 0,0-1 0,0 1 0,0 0 0,0 0 0,-1 0 0,1-1 0,0 1 0,0 0 0,0 0 0,-1 0 0,1 0 0,0 0 0,-1 1 0,1-1 0,-1 0 0,0 0 0,1 2 0,1 7 0,-1 0 0,0-1 0,0 1 0,-2 16 0,0-12 0,-1 207-1365,2-185-5461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0.131"/>
    </inkml:context>
    <inkml:brush xml:id="br0">
      <inkml:brushProperty name="width" value="0.05" units="cm"/>
      <inkml:brushProperty name="height" value="0.05" units="cm"/>
    </inkml:brush>
  </inkml:definitions>
  <inkml:trace contextRef="#ctx0" brushRef="#br0">6625 0 24575,'-1'19'0,"-1"0"0,0 0 0,-2-1 0,0 1 0,-1-1 0,0 0 0,-14 27 0,-69 117 0,54-105 0,19-31 0,-142 235 0,103-179 0,-72 82 0,54-84-122,-4-3-1,-140 108 1,-192 106-354,312-226 450,-615 402-992,-31-51 337,-262 28-889,-26-64 1500,461-189-925,-9-33 2372,520-145-611,0-3-1,0-2 0,-1-3 0,-64-3 0,99-1-765,-1 0 0,1 2 0,0 1 0,-24 6 0,-22 4 0,44-13 0,25-1 0,1 0 0,-1 0 0,1 0 0,-1 0 0,1 0 0,0 0 0,-1 0 0,1-1 0,-1 1 0,1 0 0,0 0 0,-1-1 0,1 1 0,-1 0 0,1-1 0,0 1 0,0 0 0,-1-1 0,1 1 0,0 0 0,-1-1 0,1 1 0,0 0 0,0-1 0,0 1 0,0-1 0,-1 1 0,1-1 0,0 1 0,0 0 0,0-1 0,0 1 0,0-1 0,0 1 0,0-1 0,0 1 0,0-1 0,0 1 0,0-1 0,0 1 0,1 0 0,-1-1 0,0 1 0,0-1 0,0 1 0,1 0 0,-1-1 0,0 1 0,0 0 0,1-1 0,-1 1 0,0 0 0,1-1 0,11-16 0,0 1 0,1 1 0,29-28 0,-11 13 0,-31 30 0,0-1 0,0 1 0,1-1 0,-1 1 0,0 0 0,1-1 0,-1 1 0,0-1 0,1 1 0,-1 0 0,1-1 0,-1 1 0,1 0 0,-1 0 0,0-1 0,1 1 0,-1 0 0,1 0 0,-1 0 0,1-1 0,-1 1 0,1 0 0,0 0 0,-2 11 0,-14 20 0,-14 16 0,17-30 0,2 0 0,-1 0 0,2 1 0,1 0 0,0 1 0,-7 26 0,14-42 0,1 0 0,-1 0 0,1 1 0,0-1 0,0 0 0,0 0 0,0 0 0,0 1 0,1-1 0,-1 0 0,1 0 0,0 0 0,0 0 0,0 0 0,1 0 0,-1 0 0,4 5 0,-3-5 0,1 0 0,0-1 0,0 1 0,0-1 0,0 1 0,0-1 0,0 0 0,1-1 0,-1 1 0,1 0 0,-1-1 0,1 0 0,-1 0 0,8 1 0,24 3-1365,0-3-5461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1.298"/>
    </inkml:context>
    <inkml:brush xml:id="br0">
      <inkml:brushProperty name="width" value="0.05" units="cm"/>
      <inkml:brushProperty name="height" value="0.05" units="cm"/>
    </inkml:brush>
  </inkml:definitions>
  <inkml:trace contextRef="#ctx0" brushRef="#br0">9 8 24575,'-3'0'0,"-2"-3"0,5-1 0,4 3 0,5 2 0,4 4 0,3 1 0,-2 0-8191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1.446"/>
    </inkml:context>
    <inkml:brush xml:id="br0">
      <inkml:brushProperty name="width" value="0.05" units="cm"/>
      <inkml:brushProperty name="height" value="0.05" units="cm"/>
    </inkml:brush>
  </inkml:definitions>
  <inkml:trace contextRef="#ctx0" brushRef="#br0">205 0 24575,'-25'13'0,"-14"3"0,-4 3 0,2-2 0,8-1 0,13-3 0,16-4 0,22 0 0,16-2 0,12-1 0,8-6 0,4-3 0,-7 0-8191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2.027"/>
    </inkml:context>
    <inkml:brush xml:id="br0">
      <inkml:brushProperty name="width" value="0.05" units="cm"/>
      <inkml:brushProperty name="height" value="0.05" units="cm"/>
    </inkml:brush>
  </inkml:definitions>
  <inkml:trace contextRef="#ctx0" brushRef="#br0">610 112 24575,'5'-4'0,"0"-1"0,-1 0 0,0 0 0,0-1 0,5-7 0,-9 12 0,1-1 0,0 1 0,-1 0 0,1-1 0,-1 1 0,0-1 0,1 1 0,-1-1 0,0 1 0,0-1 0,0 0 0,0 1 0,0-1 0,0 1 0,0-1 0,0 1 0,-1-1 0,1 1 0,-1-1 0,1 1 0,-1-1 0,1 1 0,-1 0 0,0-1 0,0 1 0,0 0 0,0 0 0,0-1 0,-2-1 0,-2 0 0,1 0 0,-1 0 0,0 0 0,-1 0 0,1 1 0,0-1 0,-1 2 0,1-1 0,-1 0 0,0 1 0,1 0 0,-13 0 0,-5 0 0,-42 4 0,33 0 0,0 2 0,0 1 0,0 2 0,1 1 0,0 1 0,1 2 0,0 0 0,0 3 0,2 0 0,-46 33 0,67-42 0,-1 0 0,1 1 0,1-1 0,-1 1 0,1 1 0,1-1 0,-1 1 0,1 0 0,1 0 0,-1 0 0,2 1 0,-5 11 0,7-15 0,0 0 0,0-1 0,0 1 0,1 0 0,-1 0 0,1 0 0,1 0 0,-1 0 0,1 0 0,-1 0 0,2 0 0,-1 0 0,0 0 0,1-1 0,0 1 0,0 0 0,0-1 0,1 0 0,-1 1 0,1-1 0,0 0 0,0-1 0,1 1 0,5 5 0,0-2 0,1 0 0,-1 0 0,1-1 0,0-1 0,1 1 0,-1-2 0,1 1 0,0-2 0,1 1 0,17 2 0,11 0 0,67 1 0,-64-6-273,-1-3 0,0-1 0,1-2 0,76-20 0,-65 9-6553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2.666"/>
    </inkml:context>
    <inkml:brush xml:id="br0">
      <inkml:brushProperty name="width" value="0.05" units="cm"/>
      <inkml:brushProperty name="height" value="0.05" units="cm"/>
    </inkml:brush>
  </inkml:definitions>
  <inkml:trace contextRef="#ctx0" brushRef="#br0">169 539 24575,'-40'-41'0,"18"20"0,-32-41 0,47 54 0,1-1 0,1 0 0,0-1 0,0 1 0,1-1 0,0 0 0,1 0 0,-4-19 0,4 12 0,1 0 0,1 0 0,1-1 0,0 1 0,2 0 0,-1-1 0,2 1 0,8-28 0,-8 36 0,0 0 0,1 1 0,0-1 0,0 1 0,1 0 0,0 0 0,12-12 0,-13 15 0,0 1 0,1 0 0,0 0 0,0 0 0,0 1 0,0-1 0,1 1 0,0 1 0,-1-1 0,1 1 0,0 0 0,10-2 0,-2 2 0,1 0 0,-1 2 0,1-1 0,-1 2 0,1 0 0,-1 1 0,1 0 0,-1 1 0,0 1 0,0 0 0,17 8 0,-11-3 0,-1 0 0,1 2 0,-2 0 0,0 1 0,0 1 0,30 29 0,-36-29 0,0 0 0,-1 1 0,-1 0 0,0 1 0,-1 0 0,0 0 0,-2 1 0,10 25 0,-10-17 0,0 1 0,-2 0 0,-1 0 0,-1 0 0,0 32 0,-6 8 0,-2 0 0,-3 1 0,-28 105 0,-30 143 0,65-309 0,0 1 0,-1 0 0,0-1 0,0 1 0,0-1 0,-1 1 0,-5 7 0,7-12 0,0 1 0,0-1 0,0 0 0,0 0 0,-1 0 0,1 0 0,0 0 0,-1 0 0,1-1 0,0 1 0,-1 0 0,1-1 0,-1 1 0,1-1 0,-1 1 0,1-1 0,-1 0 0,0 0 0,1 1 0,-1-1 0,1 0 0,-1 0 0,1-1 0,-1 1 0,0 0 0,1-1 0,-1 1 0,1 0 0,-1-1 0,1 0 0,0 1 0,-1-1 0,-1-1 0,-4-2 0,-1-1 0,1 0 0,0 0 0,0-1 0,1 0 0,-1 0 0,-5-8 0,-37-54 0,10 13 0,15 26-455,-1 1 0,-50-43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3.359"/>
    </inkml:context>
    <inkml:brush xml:id="br0">
      <inkml:brushProperty name="width" value="0.05" units="cm"/>
      <inkml:brushProperty name="height" value="0.05" units="cm"/>
    </inkml:brush>
  </inkml:definitions>
  <inkml:trace contextRef="#ctx0" brushRef="#br0">19 207 24575,'-3'-3'0,"1"0"0,0-1 0,1 1 0,-1 0 0,1-1 0,-1 1 0,1-1 0,0 1 0,0-1 0,1 0 0,-1 0 0,0-5 0,1 1 0,0-1 0,0 0 0,0 1 0,3-12 0,-2 15 0,1 0 0,-1 0 0,1 0 0,0 0 0,1 1 0,-1-1 0,1 1 0,0-1 0,0 1 0,0 0 0,0 0 0,1 0 0,0 1 0,-1-1 0,1 1 0,1 0 0,-1 0 0,0 0 0,1 0 0,0 1 0,-1 0 0,1 0 0,0 0 0,0 1 0,0-1 0,7 0 0,11-1 0,1 1 0,-1 0 0,1 2 0,33 4 0,-26-2 0,241 22 0,-191-13 0,106 28 0,-158-31 0,-2 1 0,1 1 0,-1 2 0,45 26 0,-56-28 0,-1 1 0,1 1 0,-2 1 0,0 0 0,0 0 0,-1 2 0,-1 0 0,13 20 0,-10-10 0,-1 0 0,-2 2 0,0-1 0,-2 2 0,0-1 0,-2 1 0,-2 1 0,0-1 0,-2 1 0,1 53 0,-5-42 0,-3 0 0,-1 0 0,-2 0 0,-2-1 0,-1 0 0,-2 0 0,-21 47 0,16-45 0,4-11 0,-1 0 0,-25 42 0,32-63 0,0 0 0,-1 0 0,-1 0 0,1-1 0,-1 0 0,-1-1 0,1 0 0,-1 0 0,-1 0 0,1-1 0,-12 5 0,-2-2 0,0 0 0,0-1 0,-1-2 0,0 0 0,-1-2 0,-29 3 0,-152-6 0,124-2 0,-234-19 0,311 19 25,0 1-164,0 0 0,0-1 0,0 1 0,0-1 0,0-1 0,0 1 0,0-1 0,1 1 0,-9-5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3.840"/>
    </inkml:context>
    <inkml:brush xml:id="br0">
      <inkml:brushProperty name="width" value="0.05" units="cm"/>
      <inkml:brushProperty name="height" value="0.05" units="cm"/>
    </inkml:brush>
  </inkml:definitions>
  <inkml:trace contextRef="#ctx0" brushRef="#br0">164 51 24575,'-1'-2'0,"1"1"0,0-1 0,-1 0 0,1 0 0,-1 1 0,0-1 0,0 0 0,1 1 0,-1-1 0,0 1 0,0-1 0,0 1 0,-1-1 0,1 1 0,0 0 0,-1-1 0,1 1 0,0 0 0,-1 0 0,1 0 0,-1 0 0,0 0 0,1 1 0,-1-1 0,0 0 0,0 1 0,1-1 0,-1 1 0,0 0 0,0-1 0,1 1 0,-1 0 0,0 0 0,0 0 0,0 0 0,0 1 0,1-1 0,-1 0 0,0 1 0,0-1 0,1 1 0,-1 0 0,-3 1 0,-1 3 0,-1 1 0,1 0 0,0 0 0,0 0 0,1 0 0,0 1 0,0 0 0,0 0 0,1 0 0,-3 9 0,-1 1 0,1 1 0,1-1 0,-6 29 0,11-40 0,0 0 0,0 0 0,0 0 0,1 1 0,0-1 0,0 0 0,0 0 0,1 1 0,0-1 0,0 0 0,1 0 0,0 0 0,4 10 0,-3-12 0,-1 0 0,1 0 0,0-1 0,0 1 0,0-1 0,0 1 0,1-1 0,-1 0 0,1-1 0,0 1 0,-1-1 0,2 1 0,-1-1 0,0 0 0,0-1 0,0 1 0,1-1 0,-1 0 0,8 1 0,-3 0 0,1-2 0,0 1 0,0-1 0,0 0 0,0-1 0,0-1 0,-1 1 0,1-1 0,0-1 0,-1 0 0,0 0 0,0-1 0,0 0 0,15-10 0,-19 11 0,0 0 0,-1 0 0,0-1 0,1 1 0,-2-1 0,1 0 0,0 0 0,-1-1 0,1 1 0,-1-1 0,-1 0 0,1 1 0,-1-1 0,1 0 0,-1-1 0,-1 1 0,1 0 0,-1-1 0,0 1 0,0 0 0,0-1 0,-1 1 0,0-1 0,0 0 0,-1 1 0,1-1 0,-3-9 0,-1 4-91,0-1 0,0 1 0,-1 1 0,0-1 0,-1 1 0,-1 0 0,1 0 0,-1 0 0,-1 1 0,0 0 0,0 1 0,-1 0 0,0 0 0,-20-13 0,9 9-6735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4.341"/>
    </inkml:context>
    <inkml:brush xml:id="br0">
      <inkml:brushProperty name="width" value="0.05" units="cm"/>
      <inkml:brushProperty name="height" value="0.05" units="cm"/>
    </inkml:brush>
  </inkml:definitions>
  <inkml:trace contextRef="#ctx0" brushRef="#br0">24 111 24575,'-6'-25'0,"-12"-59"0,19 82 0,0 4 0,3 10 0,4 19 0,6 63 0,-4 1 0,-4 146 0,-7-235 0,-4 47 0,5-49 0,-1-1 0,1 1 0,-1-1 0,0 1 0,0-1 0,-1 0 0,1 1 0,-1-1 0,1 0 0,-1 0 0,-4 5 0,5-16 0,4-5 0,5-3 0,0 1 0,0 0 0,2 0 0,0 1 0,1 0 0,0 1 0,23-21 0,-29 29 0,1 0 0,1 1 0,-1 0 0,1 0 0,-1 0 0,1 1 0,0 0 0,15-4 0,-18 6 0,1 0 0,0 1 0,0-1 0,0 1 0,0 0 0,0 1 0,0-1 0,0 1 0,0 0 0,0 0 0,0 1 0,-1-1 0,1 1 0,8 4 0,-9-4 0,0 1 0,0 0 0,0 0 0,-1 0 0,1 0 0,-1 0 0,0 1 0,0 0 0,0-1 0,0 1 0,0 0 0,-1 0 0,0 1 0,0-1 0,0 0 0,0 1 0,-1-1 0,1 1 0,-1 0 0,-1 0 0,1-1 0,-1 1 0,1 0 0,-1 0 0,-1-1 0,1 1 0,-1 0 0,1 0 0,-1-1 0,-1 1 0,1-1 0,-1 1 0,0-1 0,0 1 0,0-1 0,0 0 0,-1 0 0,1 0 0,-1 0 0,0 0 0,-1-1 0,1 1 0,-1-1 0,1 0 0,-1 0 0,-7 4 0,2-2 43,-1-1 0,1-1-1,-1 1 1,1-1 0,-1-1-1,0 0 1,-12 1 0,19-2-118,-1-1 1,0 1 0,1-1 0,-1 0 0,0 0-1,1 0 1,-1-1 0,0 0 0,1 1 0,-1-1-1,1 0 1,-1-1 0,1 1 0,0 0 0,-1-1-1,1 0 1,0 0 0,0 0 0,0 0 0,0-1-1,0 1 1,-3-4 0,-2-11-6752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4.561"/>
    </inkml:context>
    <inkml:brush xml:id="br0">
      <inkml:brushProperty name="width" value="0.05" units="cm"/>
      <inkml:brushProperty name="height" value="0.05" units="cm"/>
    </inkml:brush>
  </inkml:definitions>
  <inkml:trace contextRef="#ctx0" brushRef="#br0">0 1 24575,'4'0'0,"10"0"0,1 0 0,-1 1 0,1 0 0,23 6 0,-34-6 0,1 1 0,-1 0 0,0-1 0,0 1 0,0 1 0,0-1 0,0 1 0,-1-1 0,1 1 0,-1 0 0,0 1 0,0-1 0,0 0 0,0 1 0,0 0 0,-1-1 0,1 1 0,-1 0 0,2 6 0,4 15 0,-2 0 0,0 0 0,-2 1 0,0-1 0,-1 38 0,-2-53 0,0 14 57,0 0 0,-2 0 0,-1 0 0,0 0 0,-8 28 0,8-44-92,0-1 1,-1 0 0,0 0 0,0 0 0,-1-1 0,0 1 0,0-1 0,0 1-1,-6 4 1,7-7-51,-1-1 0,0 0-1,1 0 1,-1 0 0,-1 0-1,1-1 1,0 1 0,-1-1-1,1 0 1,-1-1 0,1 1-1,-1-1 1,0 0 0,0 0-1,-6 0 1,-18 0-6741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4.718"/>
    </inkml:context>
    <inkml:brush xml:id="br0">
      <inkml:brushProperty name="width" value="0.05" units="cm"/>
      <inkml:brushProperty name="height" value="0.05" units="cm"/>
    </inkml:brush>
  </inkml:definitions>
  <inkml:trace contextRef="#ctx0" brushRef="#br0">1 138 24575,'3'-9'0,"7"-10"0,6-7 0,2-3 0,2 4 0,1 5 0,-4 11 0,-4 9 0,-5 11 0,-3 6 0,-3 5 0,-2-3-8191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4.892"/>
    </inkml:context>
    <inkml:brush xml:id="br0">
      <inkml:brushProperty name="width" value="0.05" units="cm"/>
      <inkml:brushProperty name="height" value="0.05" units="cm"/>
    </inkml:brush>
  </inkml:definitions>
  <inkml:trace contextRef="#ctx0" brushRef="#br0">0 1 24575,'3'3'0,"2"4"0,2 1 0,0-4 0,-1-6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8.705"/>
    </inkml:context>
    <inkml:brush xml:id="br0">
      <inkml:brushProperty name="width" value="0.05" units="cm"/>
      <inkml:brushProperty name="height" value="0.05" units="cm"/>
    </inkml:brush>
  </inkml:definitions>
  <inkml:trace contextRef="#ctx0" brushRef="#br0">1 790 24575,'0'8'0,"0"0"0,0 1 0,1-1 0,1 0 0,2 12 0,-3-19 0,-1 0 0,0 1 0,1-1 0,-1 0 0,1 0 0,0 0 0,-1 1 0,1-1 0,0 0 0,0 0 0,0 0 0,0 0 0,-1 0 0,1 0 0,1 0 0,-1 0 0,0-1 0,0 1 0,0 0 0,0-1 0,1 1 0,-1-1 0,0 1 0,0-1 0,1 1 0,-1-1 0,0 0 0,1 0 0,-1 0 0,0 0 0,1 0 0,-1 0 0,1 0 0,-1 0 0,0 0 0,1 0 0,-1-1 0,0 1 0,0-1 0,1 1 0,1-2 0,6-2 0,-1-1 0,0 0 0,0-1 0,0 0 0,0 0 0,-1 0 0,0-1 0,-1 0 0,1 0 0,6-11 0,-1 0 0,0-1 0,-1-1 0,12-28 0,-14 21 0,-1 0 0,0 0 0,-3-1 0,0 0 0,-1 0 0,-2 0 0,-1 0 0,-4-49 0,-2 34 0,-2-1 0,-1 1 0,-3 0 0,-29-76 0,38 114 0,-4-10 0,-1 0 0,-9-15 0,15 28 0,0 0 0,0-1 0,-1 1 0,1 0 0,-1 0 0,1 0 0,-1 1 0,0-1 0,0 0 0,0 1 0,0-1 0,0 1 0,0-1 0,0 1 0,0 0 0,-1 0 0,1 0 0,0 0 0,-1 0 0,1 1 0,-5-1 0,5 1 0,1 0 0,-1 1 0,1-1 0,-1 0 0,1 1 0,0 0 0,-1-1 0,1 1 0,0 0 0,-1 0 0,1 0 0,0 0 0,0 0 0,0 0 0,0 0 0,0 0 0,0 0 0,0 0 0,0 1 0,0-1 0,0 0 0,0 3 0,-12 34 0,12-33 0,-9 39 0,2 0 0,2 1 0,2 0 0,4 79 0,3-69 0,3-1 0,3-1 0,24 87 0,-26-118-170,0-1-1,1 1 0,2-1 1,0-1-1,1 0 0,1 0 1,16 18-1,6 0-6655</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9.067"/>
    </inkml:context>
    <inkml:brush xml:id="br0">
      <inkml:brushProperty name="width" value="0.05" units="cm"/>
      <inkml:brushProperty name="height" value="0.05" units="cm"/>
    </inkml:brush>
  </inkml:definitions>
  <inkml:trace contextRef="#ctx0" brushRef="#br0">94 54 24575,'-22'-3'0,"21"2"0,-1 0 0,1 1 0,-1-1 0,1 1 0,-1 0 0,0 0 0,1-1 0,-1 1 0,1 0 0,-1 0 0,0 0 0,1 1 0,-1-1 0,1 0 0,-1 1 0,1-1 0,-1 1 0,1-1 0,-1 1 0,1 0 0,-1-1 0,1 1 0,0 0 0,-1 0 0,1 0 0,0 0 0,-2 2 0,0 2 0,-1 0 0,1 0 0,0 0 0,1 0 0,-1 1 0,1 0 0,0-1 0,0 1 0,1 0 0,0 0 0,0-1 0,0 1 0,1 0 0,0 11 0,1 1 0,1 1 0,0-1 0,7 27 0,-4-27 0,0 1 0,1-1 0,1-1 0,18 33 0,-23-46 0,1 0 0,0 0 0,0 0 0,0-1 0,0 1 0,1-1 0,-1 0 0,1 0 0,0 0 0,8 4 0,-9-6 0,0 0 0,0 0 0,0 0 0,0 0 0,1-1 0,-1 1 0,0-1 0,0 0 0,0 0 0,1 0 0,-1 0 0,0-1 0,0 1 0,0-1 0,0 0 0,0 0 0,1 0 0,2-2 0,-1 0 0,0 0 0,1 0 0,-1-1 0,0 0 0,-1 0 0,1 0 0,-1 0 0,1-1 0,-1 0 0,-1 0 0,1 0 0,-1 0 0,0-1 0,0 1 0,0-1 0,-1 0 0,3-12 0,-1 7 0,-2-1 0,0 0 0,0-1 0,-1 1 0,0 0 0,-1 0 0,-1-1 0,-2-15 0,0 13 0,-1-1 0,-1 1 0,0 0 0,-1 0 0,0 0 0,-11-17 0,15 27 0,-1 0 0,0 0 0,-1 1 0,1-1 0,-1 1 0,0-1 0,0 1 0,0 0 0,-1 1 0,0-1 0,1 1 0,-1 0 0,0 0 0,0 0 0,-1 1 0,1 0 0,0 0 0,-1 0 0,0 1 0,-7-2 0,10 3-47,0 0 0,0 0 0,0 0 0,1 1 0,-1-1 0,0 1 0,1 0 0,-1 0 0,0 0-1,1 0 1,-1 0 0,1 0 0,-1 1 0,1-1 0,0 1 0,0 0 0,0 0 0,0 0 0,0 0 0,0 0 0,0 0 0,0 0-1,1 0 1,-1 1 0,1-1 0,0 1 0,0-1 0,-1 4 0,-3 11-6779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9.280"/>
    </inkml:context>
    <inkml:brush xml:id="br0">
      <inkml:brushProperty name="width" value="0.05" units="cm"/>
      <inkml:brushProperty name="height" value="0.05" units="cm"/>
    </inkml:brush>
  </inkml:definitions>
  <inkml:trace contextRef="#ctx0" brushRef="#br0">16 37 24575,'-3'3'0,"-4"5"0,2 0 0,5-1 0,9-5 0,9-6 0,8-1 0,9-5 0,4 1 0,2 1 0,4-1 0,-3 2 0,-5 1 0,-6 2 0,-9 2-8191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9.730"/>
    </inkml:context>
    <inkml:brush xml:id="br0">
      <inkml:brushProperty name="width" value="0.05" units="cm"/>
      <inkml:brushProperty name="height" value="0.05" units="cm"/>
    </inkml:brush>
  </inkml:definitions>
  <inkml:trace contextRef="#ctx0" brushRef="#br0">119 73 24575,'-23'-28'0,"17"20"0,0 0 0,-1 1 0,0 0 0,-8-7 0,15 14 0,0 0 0,-1 0 0,1 0 0,0 0 0,-1-1 0,1 1 0,-1 0 0,1 0 0,0 0 0,-1 0 0,1 1 0,0-1 0,-1 0 0,1 0 0,0 0 0,-1 0 0,1 0 0,-1 0 0,1 0 0,0 1 0,0-1 0,-1 0 0,1 0 0,0 1 0,-1-1 0,1 0 0,0 0 0,0 1 0,-1-1 0,1 0 0,0 0 0,0 1 0,0-1 0,-1 0 0,1 1 0,0-1 0,0 1 0,0-1 0,0 0 0,0 1 0,0-1 0,0 1 0,-7 20 0,6-17 0,-1 2 0,-6 20 0,1 1 0,1 1 0,1 0 0,-3 55 0,8-77 0,0 0 0,1 0 0,-1 0 0,1 1 0,0-1 0,1 0 0,0 0 0,0-1 0,0 1 0,0 0 0,1-1 0,0 1 0,0-1 0,1 0 0,-1 0 0,1 0 0,0 0 0,1-1 0,-1 0 0,1 0 0,0 0 0,0 0 0,0-1 0,0 1 0,0-1 0,1-1 0,0 1 0,-1-1 0,8 2 0,-2-2 0,0 0 0,0 0 0,0-1 0,0 0 0,1-1 0,-1 0 0,0-1 0,0-1 0,0 1 0,0-2 0,20-6 0,-24 7 0,0 0 0,0-1 0,-1 0 0,1 0 0,-1-1 0,0 0 0,0 0 0,0 0 0,0-1 0,-1 0 0,0 0 0,0 0 0,0 0 0,0-1 0,-1 0 0,0 0 0,-1 0 0,1-1 0,3-9 0,-6 11 0,0-1 0,-1 1 0,1-1 0,-1 1 0,0-1 0,-1 1 0,1-1 0,-1 1 0,0-1 0,-1 1 0,1 0 0,-1 0 0,0-1 0,0 1 0,-1 0 0,0 1 0,0-1 0,0 0 0,0 1 0,-4-5 0,-4-3 0,0 0 0,-1 0 0,0 1 0,-1 1 0,-21-14 0,25 18-124,-1 1 0,0 0 0,0 0 0,0 1 0,-1 0 0,0 1-1,1 0 1,-1 1 0,0 0 0,-14 0 0,8 2-6702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0.281"/>
    </inkml:context>
    <inkml:brush xml:id="br0">
      <inkml:brushProperty name="width" value="0.05" units="cm"/>
      <inkml:brushProperty name="height" value="0.05" units="cm"/>
    </inkml:brush>
  </inkml:definitions>
  <inkml:trace contextRef="#ctx0" brushRef="#br0">70 146 24575,'-5'-11'0,"1"0"0,0 0 0,-4-20 0,7 22 0,-1 0 0,-1 0 0,0 1 0,0-1 0,0 1 0,-7-11 0,10 18 0,-1 0 0,1 1 0,0-1 0,-1 1 0,1-1 0,-1 0 0,1 1 0,-1-1 0,1 1 0,-1-1 0,1 1 0,-1 0 0,1-1 0,-1 1 0,0-1 0,1 1 0,-1 0 0,0 0 0,1-1 0,-1 1 0,-1 0 0,2 0 0,0 0 0,-1 0 0,1 1 0,-1-1 0,1 0 0,-1 0 0,1 1 0,0-1 0,-1 0 0,1 1 0,0-1 0,-1 0 0,1 1 0,0-1 0,0 1 0,-1-1 0,1 1 0,0-1 0,0 0 0,0 1 0,-1-1 0,1 2 0,-4 31 0,28 184 0,-4-59 0,-20-157 0,6 64 0,-4 116 0,-8-159 0,2-17 0,-1-15 0,4-1 0,0 0 0,1 0 0,0 0 0,0 0 0,2-1 0,-1 1 0,1 0 0,1 1 0,0-1 0,0 0 0,1 1 0,0 0 0,1 0 0,0 0 0,9-11 0,-10 14 0,1 0 0,0 1 0,1-1 0,0 1 0,0 1 0,0-1 0,1 1 0,-1 0 0,12-6 0,-13 9 0,0 0 0,0 0 0,0 0 0,1 1 0,-1-1 0,0 1 0,1 0 0,-1 1 0,1-1 0,-1 1 0,1 0 0,-1 1 0,1-1 0,-1 1 0,7 2 0,-8-2 0,0 1 0,0 0 0,0 0 0,0 0 0,0 0 0,-1 0 0,1 1 0,-1 0 0,0 0 0,1 0 0,-1 0 0,-1 0 0,1 1 0,0-1 0,-1 1 0,0-1 0,1 1 0,-2 0 0,1 0 0,0 0 0,-1 0 0,0 0 0,0 1 0,1 6 0,-1-5 0,0 0 0,0 1 0,-1-1 0,0 1 0,-1-1 0,1 0 0,-1 1 0,0-1 0,-1 0 0,0 0 0,0 0 0,0 0 0,0 0 0,-1 0 0,0-1 0,-5 9 0,3-9-80,0 0 0,0 1-1,0-2 1,-1 1 0,0-1-1,0 0 1,0 0 0,0 0-1,0-1 1,-1 0 0,0 0 0,0-1-1,1 1 1,-1-2 0,0 1-1,-12 0 1,-2 0-6746</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0.568"/>
    </inkml:context>
    <inkml:brush xml:id="br0">
      <inkml:brushProperty name="width" value="0.05" units="cm"/>
      <inkml:brushProperty name="height" value="0.05" units="cm"/>
    </inkml:brush>
  </inkml:definitions>
  <inkml:trace contextRef="#ctx0" brushRef="#br0">145 1 24575,'19'-1'0,"-1"2"0,0 0 0,0 1 0,25 7 0,-36-7 0,-1 0 0,1 1 0,0-1 0,-1 2 0,1-1 0,-1 1 0,0 0 0,0 0 0,-1 1 0,1 0 0,-1 0 0,0 0 0,9 12 0,-3-1 0,-1 1 0,0 1 0,-2-1 0,0 1 0,0 1 0,-2-1 0,0 1 0,-2 0 0,0 1 0,-1-1 0,1 26 0,-4-34 0,0 0 0,-1-1 0,-1 1 0,1 0 0,-2-1 0,1 1 0,-1-1 0,-1 0 0,-8 17 0,8-20 0,-1 1 0,0-1 0,0 0 0,-1-1 0,0 1 0,0-1 0,-1 0 0,0-1 0,1 1 0,-2-1 0,1-1 0,-1 1 0,-9 3 0,4-3 38,0 0 0,-1-1 0,0 0 0,1-1 0,-1-1 0,0 0 0,0-1 0,-24-1 0,27 0-170,1-1 1,0 0 0,0-1-1,0 0 1,0-1 0,1 0 0,-1-1-1,1 0 1,-1 0 0,1-1 0,0 0-1,-12-10 1,-4-8-6695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0.719"/>
    </inkml:context>
    <inkml:brush xml:id="br0">
      <inkml:brushProperty name="width" value="0.05" units="cm"/>
      <inkml:brushProperty name="height" value="0.05" units="cm"/>
    </inkml:brush>
  </inkml:definitions>
  <inkml:trace contextRef="#ctx0" brushRef="#br0">0 28 24575,'3'-3'0,"1"-4"0,3-1 0,4 1 0,-1 5 0,2 5 0,-2 6 0,-2 5 0,-2-1-8191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1.418"/>
    </inkml:context>
    <inkml:brush xml:id="br0">
      <inkml:brushProperty name="width" value="0.05" units="cm"/>
      <inkml:brushProperty name="height" value="0.05" units="cm"/>
    </inkml:brush>
  </inkml:definitions>
  <inkml:trace contextRef="#ctx0" brushRef="#br0">80 77 24575,'-5'-1'0,"0"-1"0,0 0 0,-1 0 0,1 0 0,0 0 0,1-1 0,-1 1 0,0-1 0,1-1 0,-1 1 0,1-1 0,0 1 0,0-1 0,-6-9 0,10 13 0,-1 0 0,1-1 0,0 1 0,0-1 0,-1 1 0,1-1 0,0 1 0,0 0 0,0-1 0,-1 1 0,1-1 0,0 1 0,0-1 0,0 1 0,0-1 0,0 1 0,0-1 0,0 1 0,0-1 0,0 1 0,0-1 0,0 1 0,0-1 0,0 1 0,1-1 0,-1 1 0,0-1 0,0 1 0,0-1 0,1 1 0,-1 0 0,0-1 0,1 1 0,-1-1 0,0 1 0,1 0 0,-1-1 0,0 1 0,1 0 0,-1 0 0,1-1 0,-1 1 0,0 0 0,1 0 0,-1-1 0,1 1 0,-1 0 0,1 0 0,-1 0 0,1 0 0,0 0 0,31-5 0,-30 5 0,314-3 188,-164 6-1741,-126-3-5273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1.687"/>
    </inkml:context>
    <inkml:brush xml:id="br0">
      <inkml:brushProperty name="width" value="0.05" units="cm"/>
      <inkml:brushProperty name="height" value="0.05" units="cm"/>
    </inkml:brush>
  </inkml:definitions>
  <inkml:trace contextRef="#ctx0" brushRef="#br0">32 41 24575,'-7'-7'0,"5"6"0,0 0 0,0-1 0,0 0 0,0 1 0,1-1 0,-1 0 0,0 0 0,1 0 0,-1 0 0,1 0 0,0-1 0,0 1 0,0 0 0,-1-4 0,2 6 0,1-1 0,-1 1 0,1 0 0,0 0 0,-1 0 0,1 0 0,-1 0 0,1 0 0,0 0 0,-1 0 0,1 0 0,-1 0 0,1 0 0,0 0 0,-1 0 0,1 0 0,-1 0 0,1 1 0,0-1 0,-1 0 0,1 0 0,-1 1 0,1-1 0,-1 0 0,1 2 0,21 9 0,-20-10 0,158 98 0,-126-75 0,0 1 0,43 44 0,-68-60 0,-1 0 0,1 1 0,-2 0 0,13 21 0,-18-28 0,0 0 0,-1 1 0,0-1 0,1 0 0,-1 1 0,0-1 0,-1 0 0,1 1 0,-1-1 0,1 1 0,-1 0 0,0-1 0,0 1 0,-1-1 0,1 1 0,-1-1 0,1 1 0,-1-1 0,0 0 0,-1 1 0,1-1 0,-2 4 0,-2-1 0,-1 1 0,1 0 0,-1-1 0,0 0 0,-1-1 0,1 1 0,-1-1 0,0-1 0,-1 1 0,1-1 0,-10 4 0,-16 6 0,-44 12 0,65-23 0,-65 19-1365,6-4-5461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2.365"/>
    </inkml:context>
    <inkml:brush xml:id="br0">
      <inkml:brushProperty name="width" value="0.05" units="cm"/>
      <inkml:brushProperty name="height" value="0.05" units="cm"/>
    </inkml:brush>
  </inkml:definitions>
  <inkml:trace contextRef="#ctx0" brushRef="#br0">272 75 24575,'0'-2'0,"0"0"0,1 0 0,-1 0 0,1-1 0,0 1 0,-1 0 0,1 0 0,2-3 0,-2 4 0,0 0 0,-1 0 0,1 1 0,0-1 0,-1 0 0,1 0 0,-1 0 0,1 0 0,-1 0 0,0 0 0,1-1 0,-1 1 0,0 0 0,0 0 0,0 0 0,0 0 0,0 0 0,0 0 0,0 0 0,0-1 0,0 1 0,0 0 0,0 0 0,-1 0 0,1 0 0,-1 0 0,1 0 0,-1 0 0,1 0 0,-1 0 0,1 0 0,-1 0 0,0 0 0,0 0 0,1 1 0,-1-1 0,-1-1 0,-2 0 0,0 0 0,0 0 0,0 1 0,-1-1 0,1 1 0,0 0 0,-1 0 0,1 0 0,0 1 0,-1-1 0,1 1 0,-1 0 0,1 1 0,0-1 0,-1 1 0,1 0 0,-7 2 0,-2 0 0,0 2 0,0-1 0,1 2 0,-19 10 0,23-11 0,0 1 0,0 0 0,0 0 0,1 1 0,0 0 0,0 0 0,1 1 0,0 0 0,0 0 0,0 0 0,2 1 0,-1 0 0,1 0 0,0 0 0,0 0 0,1 1 0,1-1 0,-2 13 0,3-14 0,0 0 0,1 0 0,0-1 0,0 1 0,0 0 0,1 0 0,1-1 0,-1 1 0,1-1 0,1 1 0,-1-1 0,1 1 0,1-1 0,-1 0 0,1-1 0,0 1 0,1-1 0,-1 1 0,1-1 0,1-1 0,-1 1 0,1-1 0,11 8 0,1-2-195,0-1 0,1 0 0,0-2 0,0 0 0,1-1 0,37 7 0,3-2-6631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2.679"/>
    </inkml:context>
    <inkml:brush xml:id="br0">
      <inkml:brushProperty name="width" value="0.05" units="cm"/>
      <inkml:brushProperty name="height" value="0.05" units="cm"/>
    </inkml:brush>
  </inkml:definitions>
  <inkml:trace contextRef="#ctx0" brushRef="#br0">91 179 24575,'-50'-29'0,"46"26"0,0 0 0,0 0 0,0 0 0,1 0 0,-1-1 0,1 1 0,0-1 0,0 0 0,-3-5 0,6 9 0,-1 0 0,1-1 0,0 1 0,0-1 0,0 1 0,-1-1 0,1 1 0,0 0 0,0-1 0,0 1 0,0-1 0,0 1 0,0-1 0,0 1 0,0-1 0,0 1 0,0-1 0,0 1 0,0-1 0,0 1 0,0-1 0,0 1 0,1 0 0,-1-1 0,0 1 0,0-1 0,1 1 0,-1 0 0,0-1 0,0 1 0,1-1 0,-1 1 0,1-1 0,18-4 0,23 10 0,-19 2 0,-1 1 0,1 1 0,-2 1 0,1 1 0,-2 1 0,1 0 0,-2 2 0,30 26 0,-43-35 0,0 1 0,-1 0 0,0 0 0,0 0 0,-1 1 0,8 13 0,-12-19 0,1 1 0,0 0 0,0-1 0,-1 1 0,1 0 0,-1-1 0,1 1 0,-1 0 0,0-1 0,0 1 0,0 0 0,0 0 0,0-1 0,0 1 0,0 0 0,0 0 0,-1-1 0,1 1 0,-1 0 0,1-1 0,-1 1 0,0 0 0,0-1 0,1 1 0,-1-1 0,0 1 0,0-1 0,-1 0 0,1 1 0,0-1 0,0 0 0,-1 0 0,1 0 0,0 0 0,-1 0 0,-2 1 0,-1 0 0,-1 0 0,1 0 0,-1 0 0,0-1 0,1 0 0,-1 0 0,0-1 0,0 1 0,0-1 0,0 0 0,0-1 0,1 0 0,-1 0 0,-8-2 0,11 2 0,1 1 0,0-1 0,0 0 0,-1 1 0,1-1 0,0 0 0,0 0 0,0-1 0,0 1 0,0 0 0,0-1 0,0 1 0,0-1 0,1 0 0,-1 1 0,1-1 0,-1 0 0,1 0 0,0 0 0,-1 0 0,1 0 0,0-1 0,1 1 0,-1 0 0,0 0 0,0-1 0,1 1 0,0 0 0,-1-1 0,1 1 0,0 0 0,0-1 0,0 1 0,0-1 0,1 1 0,-1 0 0,2-4 0,1-3 0,1 1 0,0 0 0,0 0 0,0 0 0,1 0 0,1 1 0,-1 0 0,1 0 0,0 1 0,10-9 0,6-3 0,0 1 0,25-14 0,-13 11-273,1 1 0,1 2 0,0 2 0,39-11 0,-29 13-6553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3.098"/>
    </inkml:context>
    <inkml:brush xml:id="br0">
      <inkml:brushProperty name="width" value="0.05" units="cm"/>
      <inkml:brushProperty name="height" value="0.05" units="cm"/>
    </inkml:brush>
  </inkml:definitions>
  <inkml:trace contextRef="#ctx0" brushRef="#br0">73 178 24575,'-10'3'0,"-1"-1"0,0-1 0,-1 0 0,-17-1 0,245 37 0,-212-36 0,1 0 0,-1 0 0,0-1 0,1 1 0,-1-1 0,1 0 0,-1 0 0,1-1 0,-1 0 0,1 1 0,-1-2 0,0 1 0,5-2 0,-6 2 0,-1-1 0,1 0 0,-1 1 0,0-1 0,0 0 0,0 0 0,0 0 0,0 0 0,0-1 0,-1 1 0,1 0 0,-1-1 0,0 1 0,1-1 0,-1 0 0,0 1 0,-1-1 0,1 0 0,0 0 0,-1 1 0,1-6 0,0 1 0,-1 0 0,0 0 0,0 0 0,-1-1 0,0 1 0,0 0 0,0 0 0,-1 0 0,0 0 0,-1 1 0,1-1 0,-1 1 0,-1-1 0,1 1 0,-1 0 0,-6-8 0,7 11 0,0-1 0,-1 1 0,1 0 0,-1 0 0,1 0 0,-1 0 0,0 1 0,0-1 0,0 1 0,0 0 0,0 1 0,-1-1 0,1 1 0,0-1 0,-1 1 0,1 1 0,-1-1 0,0 1 0,1-1 0,-1 1 0,1 1 0,-1-1 0,0 0 0,1 1 0,-1 0 0,-5 2 0,3 0 0,0 0 0,0 0 0,1 1 0,-1-1 0,1 2 0,0-1 0,0 1 0,0 0 0,0 0 0,1 0 0,0 1 0,0-1 0,1 1 0,-1 1 0,1-1 0,1 1 0,-1-1 0,1 1 0,0 0 0,1 0 0,-1 1 0,-1 13 0,2-12 0,1 0 0,0 0 0,1 0 0,-1 1 0,2-1 0,-1 0 0,2 0 0,-1 0 0,1 0 0,0 0 0,1 0 0,0 0 0,1-1 0,-1 1 0,2-1 0,-1 0 0,1 0 0,8 9 0,-4-7 38,0-2 0,1 1 0,0-1 0,0-1 0,1 1 0,-1-2 0,2 0 0,19 8 0,-7-5-465,0-1 0,1-2 1,32 6-1,-4-5-6399</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3.649"/>
    </inkml:context>
    <inkml:brush xml:id="br0">
      <inkml:brushProperty name="width" value="0.05" units="cm"/>
      <inkml:brushProperty name="height" value="0.05" units="cm"/>
    </inkml:brush>
  </inkml:definitions>
  <inkml:trace contextRef="#ctx0" brushRef="#br0">271 371 24575,'-1'-6'0,"1"-1"0,-1 1 0,0 0 0,0 0 0,-1 0 0,0 0 0,0 0 0,-1 0 0,1 0 0,-1 0 0,0 1 0,-1 0 0,1-1 0,-1 1 0,-5-4 0,6 6 0,0-1 0,0 2 0,0-1 0,-1 0 0,1 1 0,-1-1 0,0 1 0,1 0 0,-1 0 0,0 1 0,0-1 0,-1 1 0,1 0 0,0 0 0,0 0 0,-1 0 0,1 1 0,0 0 0,0 0 0,-1 0 0,1 0 0,-6 2 0,4 0 0,-1 0 0,1 1 0,0 0 0,-1 0 0,1 1 0,1 0 0,-1 0 0,1 0 0,-1 0 0,1 1 0,-6 7 0,2-2 0,1 1 0,0 0 0,0 0 0,-10 23 0,17-32 0,0 0 0,0-1 0,0 1 0,0 0 0,1 0 0,-1 0 0,0 0 0,1 1 0,0-1 0,-1 0 0,1 0 0,0 0 0,0 0 0,0 0 0,1 0 0,-1 0 0,0 0 0,1 0 0,-1 0 0,1 0 0,0 0 0,0 0 0,0 0 0,0 0 0,0 0 0,2 2 0,0-1 0,1 0 0,0 0 0,0 0 0,0 0 0,0-1 0,1 1 0,-1-1 0,1 0 0,-1-1 0,8 3 0,4-1 0,-1 0 0,20 2 0,15 1 0,-43-4 0,-1-2 0,1 1 0,0-1 0,0 0 0,0-1 0,0 1 0,-1-2 0,1 1 0,0 0 0,-1-1 0,7-3 0,9-5 0,37-22 0,-36 20 0,-17 8 0,-1 1 0,1-1 0,-1-1 0,0 1 0,0-1 0,0 0 0,0 0 0,-1 0 0,0 0 0,0-1 0,5-10 0,-4 5 0,-1 1 0,0 0 0,-1-1 0,0 0 0,-1 1 0,2-19 0,-3 0 0,-2 0 0,0 0 0,-2 1 0,-10-48 0,11 70 0,2 1 0,-2-1 0,1 1 0,-1-1 0,1 1 0,-1 0 0,-6-10 0,8 15 0,0-1 0,0 1 0,0 0 0,0-1 0,-1 1 0,1 0 0,0 0 0,0 0 0,0-1 0,-1 1 0,1 0 0,0 0 0,0 0 0,-1-1 0,1 1 0,0 0 0,0 0 0,-1 0 0,1 0 0,0 0 0,0 0 0,-1 0 0,1-1 0,0 1 0,-1 0 0,1 0 0,0 0 0,0 0 0,-1 0 0,1 0 0,0 0 0,-1 1 0,1-1 0,0 0 0,-1 0 0,-5 10 0,1 17 0,4-6 0,2 1 0,0-1 0,1 0 0,1 1 0,9 32 0,0-17 0,0 0 0,22 42 0,-16-44-455,1-1 0,29 40 0,-23-42-6371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3.999"/>
    </inkml:context>
    <inkml:brush xml:id="br0">
      <inkml:brushProperty name="width" value="0.05" units="cm"/>
      <inkml:brushProperty name="height" value="0.05" units="cm"/>
    </inkml:brush>
  </inkml:definitions>
  <inkml:trace contextRef="#ctx0" brushRef="#br0">45 328 24575,'-16'-25'0,"12"19"0,0 0 0,0 0 0,0-1 0,1 0 0,0 0 0,-3-7 0,6 12 0,0 1 0,-1-1 0,1 1 0,0-1 0,0 0 0,0 1 0,0-1 0,1 1 0,-1-1 0,0 1 0,1-1 0,-1 0 0,1 1 0,-1 0 0,1-1 0,0 1 0,0-1 0,-1 1 0,1 0 0,0-1 0,0 1 0,0 0 0,0 0 0,1 0 0,-1 0 0,0 0 0,0 0 0,1 0 0,-1 0 0,1 1 0,-1-1 0,0 0 0,1 1 0,1-1 0,18-6 0,0 1 0,0 1 0,0 1 0,1 1 0,34-1 0,10-1 0,-61 4 0,133-19 0,-111 14 0,-1 0 0,0-2 0,28-12 0,-50 18 0,-1 1 0,1-1 0,-1 0 0,0 0 0,0 0 0,0 0 0,0-1 0,0 1 0,0-1 0,-1 0 0,1 0 0,-1 0 0,0 0 0,3-5 0,-4 7 0,-1 0 0,0 0 0,1-1 0,-1 1 0,0 0 0,0 0 0,0-1 0,0 1 0,0 0 0,0 0 0,0-1 0,0 1 0,0 0 0,0 0 0,-1-1 0,1 1 0,-2-2 0,1 1 0,0 0 0,-1 0 0,1 0 0,-1 0 0,1 1 0,-1-1 0,0 0 0,0 1 0,0 0 0,0-1 0,0 1 0,-3-2 0,-7-1 0,1 0 0,0 0 0,-1 1 0,1 1 0,-1 0 0,0 0 0,0 1 0,0 1 0,0 0 0,0 0 0,0 1 0,0 1 0,1 0 0,-1 1 0,0 0 0,1 1 0,-15 6 0,18-6 0,-1 0 0,1 1 0,0 0 0,0 0 0,0 1 0,1 0 0,0 0 0,0 1 0,-11 14 0,14-15 0,0 0 0,1 0 0,0 0 0,0 0 0,0 1 0,1-1 0,0 1 0,0 0 0,0-1 0,1 1 0,0 0 0,1 0 0,-1 0 0,2 10 0,0-10 0,0 1 0,0-1 0,1 0 0,-1 0 0,2 0 0,-1 0 0,1-1 0,0 1 0,0-1 0,1 1 0,0-1 0,7 8 0,-4-6 0,1 0 0,0-1 0,0 0 0,1 0 0,-1-1 0,1 0 0,17 7 0,-5-4 0,-1-1 0,1-1 0,0-1 0,1-1 0,-1-1 0,1-1 0,36 0 0,-39-3-455,0-1 0,35-7 0,-17-1-6371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4.487"/>
    </inkml:context>
    <inkml:brush xml:id="br0">
      <inkml:brushProperty name="width" value="0.05" units="cm"/>
      <inkml:brushProperty name="height" value="0.05" units="cm"/>
    </inkml:brush>
  </inkml:definitions>
  <inkml:trace contextRef="#ctx0" brushRef="#br0">173 55 24575,'0'-6'0,"0"0"0,0 0 0,-1 0 0,0 0 0,-2-10 0,3 16 0,0 0 0,0-1 0,-1 1 0,1-1 0,0 1 0,0-1 0,-1 1 0,1 0 0,0-1 0,-1 1 0,1-1 0,0 1 0,-1 0 0,1-1 0,0 1 0,-1 0 0,1 0 0,-1-1 0,1 1 0,0 0 0,-1 0 0,1 0 0,-1-1 0,1 1 0,-1 0 0,1 0 0,-1 0 0,0 0 0,-1 0 0,1 1 0,-1 0 0,1-1 0,-1 1 0,1 0 0,-1 0 0,1 0 0,-1 0 0,1 0 0,0 0 0,0 0 0,-1 0 0,0 2 0,-14 16 0,1 1 0,2 0 0,0 0 0,1 1 0,1 1 0,0 0 0,2 1 0,1-1 0,1 2 0,1-1 0,1 1 0,1 0 0,1 0 0,1 0 0,2 45 0,1-58-57,0 0 0,1 0 1,0 0-1,1 0 0,0-1 0,1 1 0,0-1 0,1 0 0,0 0 0,0 0 0,1-1 1,1 1-1,-1-1 0,1-1 0,1 0 0,0 0 0,0 0 0,0-1 0,1 0 1,0 0-1,1-1 0,-1-1 0,20 9 0,23 5-6769</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24.702"/>
    </inkml:context>
    <inkml:brush xml:id="br0">
      <inkml:brushProperty name="width" value="0.05" units="cm"/>
      <inkml:brushProperty name="height" value="0.05" units="cm"/>
    </inkml:brush>
  </inkml:definitions>
  <inkml:trace contextRef="#ctx0" brushRef="#br0">16 100 24575,'-3'-6'0,"0"0"0,1 0 0,0 0 0,1-1 0,-1 0 0,1 1 0,0-8 0,1 11 0,0 1 0,0 0 0,0-1 0,0 1 0,1 0 0,-1 0 0,1-1 0,-1 1 0,1 0 0,2-4 0,-3 5 0,1 0 0,0 0 0,-1 0 0,1 1 0,0-1 0,0 0 0,0 0 0,0 0 0,0 1 0,0-1 0,0 1 0,0-1 0,0 0 0,0 1 0,0 0 0,0-1 0,0 1 0,1 0 0,-1 0 0,0-1 0,2 1 0,3 0 0,-1 1 0,0-1 0,0 1 0,1 0 0,-1 0 0,0 1 0,0 0 0,9 4 0,39 24 0,-46-25 0,26 16 0,-1 2 0,-1 2 0,-1 0 0,-1 2 0,-1 2 0,-2 0 0,44 63 0,-64-83 0,-1 1 0,1 0 0,-2 0 0,0 1 0,0 0 0,0-1 0,-2 1 0,1 0 0,0 13 0,-2-18 0,-1 0 0,-1 0 0,1 0 0,-1-1 0,0 1 0,0 0 0,0 0 0,-1-1 0,0 1 0,0-1 0,0 1 0,-1-1 0,0 0 0,0 0 0,0 0 0,-1 0 0,0-1 0,0 1 0,-5 4 0,-4 1-170,0-1-1,0-1 0,-1 0 1,0 0-1,-1-1 0,0-1 1,-22 6-1,-40 10-6655</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41.507"/>
    </inkml:context>
    <inkml:brush xml:id="br0">
      <inkml:brushProperty name="width" value="0.05" units="cm"/>
      <inkml:brushProperty name="height" value="0.05" units="cm"/>
    </inkml:brush>
  </inkml:definitions>
  <inkml:trace contextRef="#ctx0" brushRef="#br0">0 49 24575,'0'-1'0,"1"0"0,-1 0 0,1 1 0,-1-1 0,0 0 0,1 0 0,-1 1 0,1-1 0,0 0 0,-1 1 0,1-1 0,-1 1 0,1-1 0,0 1 0,0-1 0,-1 1 0,1-1 0,0 1 0,0 0 0,-1-1 0,1 1 0,0 0 0,0-1 0,0 1 0,0 0 0,0 0 0,1 0 0,28-3 0,-27 3 0,345-21 0,-290 14-1365,-37 3-5461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41.711"/>
    </inkml:context>
    <inkml:brush xml:id="br0">
      <inkml:brushProperty name="width" value="0.05" units="cm"/>
      <inkml:brushProperty name="height" value="0.05" units="cm"/>
    </inkml:brush>
  </inkml:definitions>
  <inkml:trace contextRef="#ctx0" brushRef="#br0">37 106 24575,'-1'-1'0,"-1"1"0,1-1 0,-1 0 0,1 1 0,0-1 0,0 0 0,-1 0 0,1 0 0,0 0 0,0 0 0,0 0 0,0 0 0,0 0 0,0-1 0,0 1 0,0 0 0,1 0 0,-2-3 0,-10-26 0,11 28 0,1 0 0,0 0 0,-1 1 0,1-1 0,0 0 0,0 0 0,0 1 0,0-1 0,0 0 0,1 0 0,-1 0 0,0 1 0,1-1 0,-1 0 0,1 1 0,0-1 0,0 0 0,0 1 0,-1-1 0,1 1 0,1-1 0,-1 1 0,0 0 0,0-1 0,0 1 0,1 0 0,-1 0 0,1 0 0,-1 0 0,1 0 0,-1 0 0,1 0 0,1 0 0,0 0 0,0 0 0,0 1 0,0-1 0,0 1 0,0 0 0,0 0 0,0 0 0,0 0 0,0 0 0,0 1 0,0-1 0,0 1 0,0 0 0,-1 0 0,1 0 0,0 0 0,0 0 0,-1 1 0,4 2 0,-1-1 15,-1 1 0,1 0 0,-1 1 0,1-1-1,-2 1 1,1 0 0,0-1 0,-1 2 0,0-1 0,0 0-1,0 1 1,-1-1 0,0 1 0,0 0 0,0 0 0,-1 0 0,0 0-1,0 0 1,-1 0 0,1 0 0,-1 0 0,-1 10 0,-1-1-229,-1 0 1,0 0 0,-1-1-1,0 1 1,-1-1 0,-1 0-1,-13 24 1,7-17-6613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42.196"/>
    </inkml:context>
    <inkml:brush xml:id="br0">
      <inkml:brushProperty name="width" value="0.05" units="cm"/>
      <inkml:brushProperty name="height" value="0.05" units="cm"/>
    </inkml:brush>
  </inkml:definitions>
  <inkml:trace contextRef="#ctx0" brushRef="#br0">310 128 24575,'22'-20'0,"-14"14"0,-1 0 0,0-1 0,9-12 0,-14 18 0,-1-1 0,0 0 0,1 0 0,-1 0 0,0 0 0,-1 0 0,1 0 0,0 0 0,0 0 0,-1-1 0,0 1 0,1 0 0,-1 0 0,0 0 0,0-1 0,0 1 0,0 0 0,0 0 0,-1-1 0,0-2 0,0 4 0,0-1 0,1 1 0,-1-1 0,0 1 0,0 0 0,0-1 0,0 1 0,-1 0 0,1 0 0,0 0 0,0 0 0,-1 0 0,1 0 0,-1 0 0,1 0 0,-1 0 0,1 1 0,-1-1 0,1 1 0,-1-1 0,0 1 0,1 0 0,-1-1 0,0 1 0,1 0 0,-1 0 0,0 0 0,1 0 0,-1 1 0,0-1 0,-2 1 0,-7 1 0,0 0 0,0 1 0,-13 6 0,22-9 0,-27 11 0,1 2 0,0 0 0,-26 18 0,39-21 0,0 0 0,1 1 0,1 0 0,0 1 0,0 1 0,-18 25 0,28-35 0,1 0 0,0 0 0,0 1 0,0-1 0,0 1 0,1 0 0,0-1 0,-1 1 0,1 0 0,0 0 0,1 0 0,-1 0 0,1 0 0,0 0 0,0 0 0,0 0 0,0 0 0,2 4 0,-1-4 0,0-1 0,1 0 0,-1 0 0,1 0 0,0 0 0,0 0 0,0-1 0,0 1 0,0 0 0,0-1 0,1 0 0,0 1 0,-1-1 0,1 0 0,0 0 0,0-1 0,0 1 0,0 0 0,0-1 0,0 0 0,5 2 0,10 1 0,0 0 0,0 0 0,0-2 0,23 0 0,72-5 0,-130 4 0,8-2 0,0 1 0,0 1 0,-1-1 0,1 1 0,0 1 0,0 0 0,0 0 0,0 1 0,-14 7 0,19-9 0,1 1 0,0 0 0,0 1 0,0-1 0,0 0 0,0 1 0,0 0 0,1-1 0,-1 1 0,1 0 0,0 0 0,0 1 0,0-1 0,0 0 0,1 1 0,-1-1 0,1 1 0,0-1 0,0 1 0,-1 7 0,2-7 0,1 0 0,-1-1 0,1 1 0,0 0 0,-1 0 0,2 0 0,-1 0 0,0-1 0,1 1 0,0-1 0,0 1 0,0-1 0,0 0 0,0 1 0,1-1 0,0 0 0,-1-1 0,1 1 0,0 0 0,4 2 0,1 1 49,1-1 0,-1 0 0,1 0-1,0 0 1,0-1 0,19 5 0,-6-4-903,43 6 1,-18-7-5973</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42.538"/>
    </inkml:context>
    <inkml:brush xml:id="br0">
      <inkml:brushProperty name="width" value="0.05" units="cm"/>
      <inkml:brushProperty name="height" value="0.05" units="cm"/>
    </inkml:brush>
  </inkml:definitions>
  <inkml:trace contextRef="#ctx0" brushRef="#br0">37 52 24575,'-37'-46'0,"102"118"0,-44-52 0,-2 0 0,-1 1 0,0 1 0,-2 1 0,16 29 0,-30-47 0,-1-1 0,1 1 0,-1-1 0,0 1 0,0 8 0,-1-13 0,0 1 0,0-1 0,0 1 0,1-1 0,-1 0 0,0 1 0,0-1 0,0 1 0,0-1 0,0 1 0,0-1 0,0 1 0,0-1 0,-1 1 0,1-1 0,0 1 0,0-1 0,0 1 0,0-1 0,-1 1 0,1-1 0,0 1 0,0-1 0,-1 0 0,1 1 0,0-1 0,-1 1 0,1-1 0,0 0 0,-1 1 0,1-1 0,-1 0 0,1 0 0,-1 1 0,1-1 0,0 0 0,-1 0 0,1 0 0,-1 0 0,1 1 0,-1-1 0,1 0 0,-1 0 0,1 0 0,-1 0 0,1 0 0,-1 0 0,1 0 0,-1 0 0,1-1 0,-1 1 0,1 0 0,-1 0 0,1 0 0,-1 0 0,1-1 0,-1 1 0,1 0 0,0 0 0,-1-1 0,1 1 0,-1 0 0,1-1 0,0 1 0,-1-1 0,-5-4 0,1-1 0,0 1 0,0-1 0,0 0 0,1 0 0,0-1 0,0 1 0,0-1 0,1 0 0,0 0 0,0 0 0,1 0 0,0 0 0,0-1 0,1 1 0,0-1 0,0-11 0,2 14 18,0-1 0,0 1 0,0-1 0,1 1 0,0 0 0,0 0 0,0-1 0,1 2 0,0-1 0,0 0 0,0 0 0,0 1 0,1 0 0,0 0 0,0 0 0,0 0 0,0 0 0,9-4 0,-1-1-303,1 2 1,0 0-1,0 0 1,1 2-1,26-9 1,-5 6-6542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42.881"/>
    </inkml:context>
    <inkml:brush xml:id="br0">
      <inkml:brushProperty name="width" value="0.05" units="cm"/>
      <inkml:brushProperty name="height" value="0.05" units="cm"/>
    </inkml:brush>
  </inkml:definitions>
  <inkml:trace contextRef="#ctx0" brushRef="#br0">58 60 24575,'-3'2'0,"1"0"0,-1-1 0,0 1 0,0 0 0,1-1 0,-1 0 0,-4 2 0,4-2 0,0 0 0,1 0 0,-1 0 0,1 1 0,-1-1 0,1 1 0,-4 2 0,5-3 0,0 0 0,1 0 0,-1 0 0,0 0 0,1 0 0,-1 0 0,1 0 0,-1 1 0,1-1 0,0 0 0,-1 0 0,1 1 0,0-1 0,0 0 0,0 0 0,0 1 0,0-1 0,0 0 0,0 0 0,0 1 0,0-1 0,1 1 0,2 8 0,1-1 0,0 1 0,1-1 0,0 0 0,0-1 0,12 15 0,11 21 0,-23-34 0,-1-1 0,0 1 0,4 16 0,-7-24 0,0 1 0,-1-1 0,1 0 0,-1 1 0,1-1 0,-1 0 0,0 1 0,0-1 0,0 1 0,-1-1 0,1 0 0,0 1 0,-1-1 0,0 0 0,1 1 0,-1-1 0,0 0 0,0 0 0,0 0 0,0 0 0,-3 3 0,4-4 0,-1-1 0,0 0 0,1 1 0,-1-1 0,0 1 0,1-1 0,-1 0 0,0 0 0,0 1 0,1-1 0,-1 0 0,0 0 0,0 0 0,1 0 0,-1 0 0,0 0 0,0 0 0,1 0 0,-1 0 0,0 0 0,0 0 0,0 0 0,1-1 0,-1 1 0,0 0 0,1-1 0,-1 1 0,0 0 0,1-1 0,-1 1 0,0-1 0,1 1 0,-1-1 0,1 1 0,-1-1 0,1 0 0,-1 1 0,1-1 0,-1 1 0,1-1 0,0 0 0,-1 0 0,1 1 0,-1-2 0,-1-2 0,0 0 0,0 0 0,0 0 0,1 0 0,-1 0 0,0-7 0,1 3 0,1-1 0,1 1 0,0 0 0,0 0 0,0 0 0,1 0 0,0 0 0,1 0 0,-1 0 0,2 1 0,-1-1 0,1 1 0,6-9 0,4-5 0,1 0 0,1 1 0,19-18 0,-25 29 0,-1 0 0,2 0 0,-1 1 0,1 0 0,0 1 0,1 0 0,15-7 0,-23 12 0,1 0 0,0 1 0,0-1 0,-1 1 0,1 0 0,0 0 0,0 1 0,0 0 0,0-1 0,0 2 0,0-1 0,0 0 0,0 1 0,0 0 0,0 0 0,0 1 0,-1-1 0,1 1 0,0 0 0,-1 0 0,1 1 0,5 3 0,8 9-1365,-2 0-5461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43.401"/>
    </inkml:context>
    <inkml:brush xml:id="br0">
      <inkml:brushProperty name="width" value="0.05" units="cm"/>
      <inkml:brushProperty name="height" value="0.05" units="cm"/>
    </inkml:brush>
  </inkml:definitions>
  <inkml:trace contextRef="#ctx0" brushRef="#br0">1 12 24575,'3'0'0,"7"0"0,5 0 0,7 0 0,8 0 0,9 0 0,4 0 0,4 0 0,3 0 0,0 0 0,-2 0 0,-7-3 0,-7-1 0,-9 0-8191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43.638"/>
    </inkml:context>
    <inkml:brush xml:id="br0">
      <inkml:brushProperty name="width" value="0.05" units="cm"/>
      <inkml:brushProperty name="height" value="0.05" units="cm"/>
    </inkml:brush>
  </inkml:definitions>
  <inkml:trace contextRef="#ctx0" brushRef="#br0">0 28 24575,'0'-3'0,"3"-4"0,4-1 0,5 1 0,5 5 0,7 5 0,2 6 0,4 8 0,2 10 0,2 6 0,-2 8 0,-2 3 0,-8 3 0,-6 0 0,-6-2 0,-12-5 0,-14-3 0,-5-9-8191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49.455"/>
    </inkml:context>
    <inkml:brush xml:id="br0">
      <inkml:brushProperty name="width" value="0.05" units="cm"/>
      <inkml:brushProperty name="height" value="0.05" units="cm"/>
    </inkml:brush>
  </inkml:definitions>
  <inkml:trace contextRef="#ctx0" brushRef="#br0">183 57 24575,'0'-1'0,"0"0"0,0 1 0,0-1 0,1 0 0,-1 1 0,0-1 0,0 1 0,0-1 0,1 0 0,-1 1 0,0-1 0,1 1 0,-1-1 0,1 1 0,-1-1 0,0 1 0,1-1 0,-1 1 0,1-1 0,-1 1 0,1 0 0,-1-1 0,1 1 0,0 0 0,-1 0 0,1-1 0,-1 1 0,1 0 0,0 0 0,-1 0 0,1-1 0,-1 1 0,1 0 0,0 0 0,-1 0 0,1 0 0,0 0 0,-1 1 0,1-1 0,0 0 0,-1 0 0,1 0 0,-1 0 0,1 1 0,0-1 0,-1 0 0,1 1 0,-1-1 0,1 0 0,-1 1 0,1-1 0,0 1 0,2 3 0,-1 0 0,0 0 0,1 0 0,-1 0 0,-1 0 0,1 0 0,-1 1 0,1-1 0,0 6 0,4 44 0,-6-46 0,2 43 0,-2 0 0,-3 1 0,-2-1 0,-19 85 0,-71 195 0,93-324 0,-33 96 0,-30 106 0,63-201 0,0 0 0,1 0 0,0 1 0,0-1 0,1 1 0,1 15 0,0-21 0,-1 0 0,1 0 0,0-1 0,0 1 0,0 0 0,0 0 0,1-1 0,-1 1 0,1-1 0,-1 1 0,1-1 0,0 0 0,0 1 0,0-1 0,0 0 0,1 0 0,-1-1 0,0 1 0,1 0 0,-1-1 0,1 1 0,5 1 0,4 1 0,0 0 0,0-1 0,0-1 0,25 3 0,55-4 0,-57-1 0,949 21-1312,181 72-2223,-1 27 2245,-251-25-347,-755-78 1507,174 14 2183,-315-29-1475,-12-1-371,-1-1 1,1 1-1,-1-1 1,0 0-1,1 0 1,-1-1-1,1 1 1,-1-1-1,6-2 1,-9 3-175,-1 0 0,0 0 0,0 0 0,0 0 1,0 0-1,0 0 0,1-1 0,-1 1 0,0 0 0,0 0 0,0 0 0,0 0 0,0 0 1,0-1-1,0 1 0,0 0 0,0 0 0,0 0 0,0-1 0,0 1 0,0 0 1,0 0-1,0 0 0,0 0 0,0-1 0,0 1 0,0 0 0,0 0 0,0 0 0,0 0 1,0-1-1,0 1 0,0 0 0,0 0 0,0 0 0,0 0 0,0-1 0,0 1 1,-1 0-1,1 0 0,0 0 0,0 0 0,0 0 0,0-1 0,0 1 0,-1 0 1,1 0-1,0 0 0,0 0 0,0 0 0,0 0 0,-1 0 0,1 0 0,0 0 0,0 0 1,0 0-1,0 0 0,-1 0 0,-11-7 218,-32-8 75,26 10-173,1-1-1,-19-10 1,32 15-139,0-2 0,1 1 0,-1 0 0,0-1 0,1 0-1,0 1 1,-1-1 0,1-1 0,1 1 0,-1 0 0,0-1 0,1 0 0,-1 1 0,-1-5 0,3 5-14,1 0 0,-1 0 0,1 0 0,-1 0 0,1 0 0,0 0 0,0 1 0,0-1 0,0 0 0,1 0 0,-1 0 0,1 0 0,0 0 0,0 0 0,0 0 0,2-4 0,4-5 0,0 0 0,11-15 0,-11 17 0,40-63 0,43-91 0,25-85 0,-85 182 0,-18 42 0,-4 10 0,-1-1 0,-1 0 0,0 0 0,-1 0 0,0-1 0,2-24 0,-7 39 0,0 0 0,0 0 0,0 0 0,0 0 0,0 0 0,-1 0 0,1 0 0,-1 0 0,0 0 0,1 0 0,-1 0 0,0 0 0,0 0 0,0 1 0,-1-1 0,1 0 0,0 1 0,-1-1 0,1 1 0,-1-1 0,1 1 0,-1 0 0,1 0 0,-1 0 0,0 0 0,0 0 0,0 0 0,-2-1 0,-5-1 0,-2 0 0,1 0 0,0 1 0,-14-2 0,8 2 0,-932-140-1005,-662-79-2798,948 134 2820,628 83 1098,-1177-153-2298,692 98 6668,503 58-3116,22 4-259,24 4-431,-11-5-606,-14-3-62,-1 1 0,1 1 0,-1-1 0,1 1 0,-1-1 0,0 1 0,1 1 0,-1-1 0,0 1 0,0-1 0,0 1 0,4 3 0,-8-5-11,1 0 0,-1 0 0,0 1 0,0-1 0,0 0 0,0 0 0,0 0 0,0 1 0,0-1 0,0 0 0,0 0 0,-1 1 0,1-1 0,0 0 0,0 0 0,0 0 0,0 1 0,0-1 0,0 0 0,0 0 0,0 0 0,-1 1 0,1-1 0,0 0 0,0 0 0,0 0 0,0 0 0,-1 1 0,1-1 0,0 0 0,0 0 0,0 0 0,-1 0 0,1 0 0,0 0 0,0 0 0,0 0 0,-1 0 0,1 1 0,0-1 0,0 0 0,-1 0 0,1 0 0,0 0 0,-1 0 0,-13 3 0,12-3 0,-20 5 86,0 0-1,1 2 0,-27 11 1,41-15-208,0 0 0,0 1 0,0 0 0,1 0 0,0 1 0,0 0 0,0 0 0,0 1 0,1-1 1,0 1-1,0 0 0,0 1 0,-3 6 0,1 2-6704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49.847"/>
    </inkml:context>
    <inkml:brush xml:id="br0">
      <inkml:brushProperty name="width" value="0.05" units="cm"/>
      <inkml:brushProperty name="height" value="0.05" units="cm"/>
    </inkml:brush>
  </inkml:definitions>
  <inkml:trace contextRef="#ctx0" brushRef="#br0">222 0 24575,'1'0'0,"-1"1"0,0-1 0,1 0 0,-1 0 0,1 0 0,-1 0 0,0 0 0,1 0 0,-1 1 0,1-1 0,-1 0 0,0 0 0,1 1 0,-1-1 0,0 0 0,0 0 0,1 1 0,-1-1 0,0 0 0,0 1 0,1-1 0,-1 0 0,0 1 0,0-1 0,0 1 0,1-1 0,-1 0 0,0 1 0,0-1 0,0 1 0,0-1 0,0 0 0,0 1 0,0-1 0,0 1 0,0-1 0,0 1 0,0-1 0,0 0 0,-1 1 0,-4 21 0,5-20 0,-206 767 0,191-696-1365,12-49-5461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0.520"/>
    </inkml:context>
    <inkml:brush xml:id="br0">
      <inkml:brushProperty name="width" value="0.05" units="cm"/>
      <inkml:brushProperty name="height" value="0.05" units="cm"/>
    </inkml:brush>
  </inkml:definitions>
  <inkml:trace contextRef="#ctx0" brushRef="#br0">119 64 24575,'2'-2'0,"0"-1"0,-1 1 0,0 0 0,1-1 0,-1 1 0,0-1 0,0 1 0,-1-1 0,1 0 0,0 1 0,-1-1 0,1-4 0,-1 4 0,0 0 0,1 0 0,0 0 0,0-1 0,0 1 0,2-5 0,-3 8 0,0 1 0,0-1 0,0 0 0,0 0 0,0 0 0,0 0 0,0 1 0,0-1 0,0 0 0,0 0 0,0 0 0,0 1 0,0-1 0,0 0 0,0 0 0,1 0 0,-1 1 0,0-1 0,0 0 0,0 0 0,0 0 0,0 0 0,0 0 0,0 1 0,1-1 0,-1 0 0,0 0 0,0 0 0,0 0 0,0 0 0,1 0 0,-1 0 0,0 0 0,0 1 0,0-1 0,1 0 0,-1 0 0,0 0 0,0 0 0,0 0 0,1 0 0,-1 0 0,0 0 0,0 0 0,0 0 0,1 0 0,-1 0 0,0-1 0,0 1 0,0 0 0,0 0 0,1 0 0,-1 0 0,0 0 0,0 0 0,0 0 0,0 0 0,1-1 0,-1 1 0,0 0 0,0 0 0,0 0 0,0 0 0,0 0 0,0-1 0,0 1 0,1 0 0,-1 0 0,0-1 0,3 19 0,-1 20 0,-2 1 0,-2 0 0,-1-1 0,-11 45 0,10-59 0,-70 367 0,34-195 0,31-154-1365,1-9-5461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1.450"/>
    </inkml:context>
    <inkml:brush xml:id="br0">
      <inkml:brushProperty name="width" value="0.05" units="cm"/>
      <inkml:brushProperty name="height" value="0.05" units="cm"/>
    </inkml:brush>
  </inkml:definitions>
  <inkml:trace contextRef="#ctx0" brushRef="#br0">1 207 24575,'0'-9'0,"1"0"0,0 0 0,0-1 0,1 1 0,3-9 0,-4 14 0,1 0 0,-1 0 0,1 0 0,0 0 0,0 0 0,0 0 0,1 1 0,-1-1 0,1 1 0,0 0 0,0 0 0,0 0 0,4-3 0,-7 6 0,1-1 0,0 1 0,-1-1 0,1 1 0,0-1 0,0 1 0,-1 0 0,1 0 0,0-1 0,0 1 0,0 0 0,-1 0 0,1 0 0,0 0 0,0 0 0,0 0 0,0 0 0,-1 0 0,1 0 0,0 0 0,0 0 0,0 1 0,-1-1 0,3 1 0,-2 0 0,0 0 0,0 0 0,1 0 0,-1 0 0,0 0 0,0 1 0,0-1 0,0 0 0,0 1 0,0-1 0,1 3 0,0 2 0,0-1 0,0 1 0,-1-1 0,0 1 0,0 0 0,1 6 0,-3-1 0,0 0 0,0 0 0,-1-1 0,0 1 0,0-1 0,-1 1 0,-1-1 0,0 0 0,0 0 0,-1 0 0,-1-1 0,-8 13 0,6-14 0,6-10 0,10-16 0,88-149 0,-52 84 0,-41 79 0,-1 0 0,1 0 0,-1 0 0,1 0 0,0 1 0,6-6 0,-9 9 0,0 0 0,1-1 0,-1 1 0,0 0 0,0 0 0,1 0 0,-1 0 0,0-1 0,1 1 0,-1 0 0,0 0 0,1 0 0,-1 0 0,0 0 0,1 0 0,-1 0 0,0 0 0,1 0 0,-1 0 0,0 0 0,1 0 0,-1 0 0,1 0 0,-1 0 0,0 0 0,0 0 0,1 0 0,-1 1 0,0-1 0,1 0 0,-1 0 0,0 0 0,1 1 0,0 0 0,0 1 0,-1-1 0,1 0 0,0 1 0,-1-1 0,1 1 0,-1-1 0,0 1 0,1 0 0,-1-1 0,0 1 0,0 1 0,1 24 0,-2 0 0,-1 0 0,-5 28 0,2-23 0,-1 50 0,6-80 0,0 0 0,0 0 0,1 0 0,-1 0 0,0 0 0,1 0 0,-1 0 0,1 0 0,0 0 0,0 0 0,0 0 0,-1-1 0,3 3 0,-3-4 0,1 1 0,-1-1 0,1 0 0,-1 1 0,1-1 0,-1 0 0,1 0 0,0 1 0,-1-1 0,1 0 0,-1 0 0,1 0 0,0 0 0,-1 0 0,1 0 0,0 0 0,-1 0 0,1 0 0,0 0 0,-1 0 0,1 0 0,-1 0 0,1 0 0,0-1 0,-1 1 0,1 0 0,-1 0 0,1-1 0,0 1 0,-1 0 0,1-1 0,-1 1 0,1-1 0,-1 1 0,0-1 0,1 1 0,-1-1 0,1 1 0,-1-1 0,0 1 0,1-1 0,-1 0 0,15-18 0,22-37 0,-29 42 0,0 0 0,2 1 0,-1 0 0,2 0 0,0 1 0,13-12 0,-23 23 0,-1 0 0,1 1 0,0-1 0,-1 0 0,1 1 0,0-1 0,0 1 0,-1-1 0,1 1 0,0-1 0,0 1 0,0 0 0,0-1 0,0 1 0,0 0 0,0-1 0,0 1 0,0 0 0,-1 0 0,1 0 0,0 0 0,0 0 0,0 0 0,0 0 0,0 1 0,0-1 0,2 1 0,-2 0 0,0 0 0,-1 0 0,1 0 0,0 0 0,-1 1 0,1-1 0,0 0 0,-1 0 0,1 1 0,-1-1 0,0 0 0,0 1 0,1-1 0,-1 0 0,0 1 0,0 1 0,0 7 0,-1-1 0,0 1 0,0-1 0,-4 14 0,-2-6-283,0 0-1,-14 23 1,18-34-232,-8 14-6311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1.761"/>
    </inkml:context>
    <inkml:brush xml:id="br0">
      <inkml:brushProperty name="width" value="0.05" units="cm"/>
      <inkml:brushProperty name="height" value="0.05" units="cm"/>
    </inkml:brush>
  </inkml:definitions>
  <inkml:trace contextRef="#ctx0" brushRef="#br0">106 51 24575,'1'-1'0,"0"0"0,0 1 0,0-1 0,-1 0 0,1 0 0,0 0 0,0 0 0,-1 0 0,1 0 0,0 0 0,-1 0 0,1 0 0,-1 0 0,0 0 0,1 0 0,-1 0 0,0 0 0,0 0 0,1-1 0,-1 1 0,0 0 0,0 0 0,0 0 0,0 0 0,-1-1 0,1 1 0,0 0 0,0 0 0,-1 0 0,1 0 0,-1 0 0,1 0 0,-1 0 0,0-2 0,-1 2 0,1-1 0,0 1 0,-1 0 0,1 0 0,-1 0 0,1 1 0,-1-1 0,0 0 0,1 0 0,-1 1 0,0-1 0,0 1 0,1 0 0,-1-1 0,0 1 0,0 0 0,1 0 0,-1 0 0,0 0 0,0 0 0,0 1 0,-1-1 0,-1 1 0,0 0 0,0 1 0,1-1 0,-1 0 0,1 1 0,-1 0 0,1 0 0,0 0 0,0 0 0,0 0 0,0 1 0,0-1 0,0 1 0,1 0 0,-1 0 0,1 0 0,0 0 0,0 0 0,0 1 0,0-1 0,0 1 0,-1 5 0,2-4 0,-1 0 0,1 0 0,1 0 0,-1 0 0,1 0 0,0 0 0,0 0 0,0 0 0,1 1 0,0-1 0,0 0 0,0 0 0,1 0 0,-1 0 0,1-1 0,3 7 0,7 8 0,1 0 0,27 30 0,0 2 0,-38-50 0,-1 1 0,1 0 0,-1 0 0,0 0 0,0 0 0,0 0 0,0 0 0,0 0 0,0 0 0,-1 0 0,1 0 0,-1 0 0,1 1 0,-1-1 0,0 0 0,0 0 0,0 1 0,0-1 0,0 0 0,-1 0 0,1 0 0,-1 1 0,1-1 0,-1 0 0,0 0 0,-2 3 0,2-2 0,-1-1 0,-1 0 0,1 1 0,0-1 0,-1 0 0,1 0 0,-1-1 0,1 1 0,-1 0 0,0-1 0,0 0 0,1 1 0,-1-1 0,0 0 0,0-1 0,0 1 0,0 0 0,-7-1 0,2 1-341,-1-2 0,0 1-1,-11-3 1,-1-1-6485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2.060"/>
    </inkml:context>
    <inkml:brush xml:id="br0">
      <inkml:brushProperty name="width" value="0.05" units="cm"/>
      <inkml:brushProperty name="height" value="0.05" units="cm"/>
    </inkml:brush>
  </inkml:definitions>
  <inkml:trace contextRef="#ctx0" brushRef="#br0">75 69 24575,'-2'0'0,"0"0"0,0-1 0,0 1 0,0 0 0,0-1 0,0 0 0,0 1 0,0-1 0,0 0 0,1 0 0,-1 0 0,0 0 0,0 0 0,1 0 0,-1-1 0,0 1 0,1-1 0,0 1 0,-1-1 0,1 1 0,0-1 0,0 0 0,-1 1 0,2-1 0,-1 0 0,0 0 0,0 0 0,0 0 0,1 0 0,-1 0 0,1 0 0,0 0 0,0 0 0,-1 0 0,1 0 0,0 0 0,1-1 0,-1 1 0,0 0 0,1 0 0,-1 0 0,1 0 0,1-3 0,0 14 0,-2 9 0,-13 51 258,6-38-799,1 1 0,-2 42 0,8-56-6285</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2.204"/>
    </inkml:context>
    <inkml:brush xml:id="br0">
      <inkml:brushProperty name="width" value="0.05" units="cm"/>
      <inkml:brushProperty name="height" value="0.05" units="cm"/>
    </inkml:brush>
  </inkml:definitions>
  <inkml:trace contextRef="#ctx0" brushRef="#br0">11 1 24575,'-4'0'0,"-3"3"0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2.656"/>
    </inkml:context>
    <inkml:brush xml:id="br0">
      <inkml:brushProperty name="width" value="0.05" units="cm"/>
      <inkml:brushProperty name="height" value="0.05" units="cm"/>
    </inkml:brush>
  </inkml:definitions>
  <inkml:trace contextRef="#ctx0" brushRef="#br0">108 277 24575,'2'2'0,"-1"-1"0,1 0 0,-1 0 0,1 0 0,-1 0 0,1 0 0,0-1 0,0 1 0,-1 0 0,1-1 0,0 1 0,0-1 0,0 0 0,0 1 0,0-1 0,0 0 0,-1 0 0,1 0 0,0-1 0,0 1 0,0 0 0,0-1 0,0 1 0,-1-1 0,1 1 0,0-1 0,0 0 0,-1 0 0,1 0 0,0 0 0,-1 0 0,1 0 0,-1-1 0,0 1 0,3-3 0,-4 4 0,0 0 0,0 0 0,1-1 0,-1 1 0,0 0 0,0 0 0,0 0 0,0-1 0,1 1 0,-1 0 0,0 0 0,0-1 0,0 1 0,0 0 0,0 0 0,0-1 0,0 1 0,0 0 0,0 0 0,0-1 0,0 1 0,0 0 0,0 0 0,0-1 0,0 1 0,0 0 0,0 0 0,0-1 0,0 1 0,0 0 0,0 0 0,-1-1 0,1 1 0,0 0 0,0 0 0,-1-1 0,-10 0 0,-14 7 0,9 2 0,1 0 0,-26 19 0,34-21 0,0-1 0,0 1 0,1 0 0,0 1 0,0 0 0,0 0 0,-6 10 0,11-16 0,1 1 0,-1-1 0,0 1 0,0 0 0,1-1 0,-1 1 0,1-1 0,-1 1 0,1 0 0,0 0 0,-1-1 0,1 1 0,0 0 0,0 0 0,1-1 0,-1 1 0,0 2 0,1-3 0,-1 0 0,1 0 0,0 0 0,-1 0 0,1 0 0,0 0 0,0 0 0,-1 0 0,1 0 0,0 0 0,0-1 0,0 1 0,0 0 0,0 0 0,0-1 0,0 1 0,1-1 0,1 1 0,0 0 0,1 0 0,0 0 0,0 0 0,0-1 0,0 0 0,0 0 0,-1 0 0,1 0 0,0-1 0,0 1 0,0-1 0,0 0 0,-1 0 0,6-3 0,2-1 0,-1-2 0,1 0 0,-1 0 0,-1 0 0,0-1 0,0-1 0,0 0 0,-1 0 0,0 0 0,-1-1 0,0 0 0,-1-1 0,8-16 0,1-5 0,-2-1 0,-1 0 0,10-50 0,-15 54 0,4-41 0,-11 70 0,0 0 0,0 0 0,0 0 0,0 0 0,0 0 0,0 0 0,0 0 0,0 0 0,0 0 0,0 0 0,0 0 0,0 0 0,0 0 0,-1 0 0,1 0 0,0 0 0,0 0 0,0 0 0,0 0 0,0 0 0,0 0 0,0 0 0,0 0 0,0 0 0,0 0 0,0 0 0,0 0 0,0 0 0,0 0 0,-1 0 0,1 0 0,0 0 0,0 0 0,0 0 0,0 0 0,0-1 0,-6 15 0,-7 22 0,-2 15 171,-9 63 0,20-91-456,2 1 1,0-1-1,2 0 1,0 1-1,5 27 1,3-14-6542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3.190"/>
    </inkml:context>
    <inkml:brush xml:id="br0">
      <inkml:brushProperty name="width" value="0.05" units="cm"/>
      <inkml:brushProperty name="height" value="0.05" units="cm"/>
    </inkml:brush>
  </inkml:definitions>
  <inkml:trace contextRef="#ctx0" brushRef="#br0">0 126 24575,'1'-2'0,"0"-1"0,1 1 0,-1-1 0,1 1 0,0 0 0,-1-1 0,1 1 0,0 0 0,0 0 0,0 1 0,0-1 0,4-2 0,4-5 0,7-10 0,-13 13 0,0 1 0,1 0 0,-1 0 0,1 0 0,0 1 0,0 0 0,11-7 0,-16 11 0,1 0 0,0 0 0,0-1 0,-1 1 0,1 0 0,0 0 0,0 0 0,0-1 0,-1 1 0,1 0 0,0 0 0,0 0 0,0 1 0,-1-1 0,1 0 0,0 0 0,0 0 0,-1 0 0,1 1 0,0-1 0,0 0 0,-1 1 0,1-1 0,0 1 0,-1-1 0,1 1 0,0 0 0,1 1 0,0 0 0,-1 0 0,1 0 0,-1 1 0,0-1 0,1 0 0,-1 1 0,1 3 0,1 6 0,0 0 0,1 20 0,-2-7 0,-2 0 0,-1 1 0,-1-1 0,-1 0 0,-7 27 0,10-102 0,4 29 0,0-1 0,2 1 0,0 0 0,13-27 0,-16 41 0,1 0 0,-1 0 0,1 0 0,0 1 0,0 0 0,1-1 0,0 2 0,0-1 0,1 1 0,-1-1 0,1 2 0,0-1 0,0 0 0,1 1 0,0 1 0,7-4 0,-12 6 0,0 0 0,0 0 0,0 1 0,0-1 0,1 1 0,-1 0 0,0-1 0,0 1 0,1 0 0,-1 0 0,0 1 0,0-1 0,1 0 0,-1 1 0,0-1 0,0 1 0,0 0 0,0 0 0,3 1 0,-3 0 0,1 0 0,-1 0 0,0 0 0,1 1 0,-1-1 0,0 0 0,-1 1 0,1 0 0,0-1 0,-1 1 0,1 0 0,0 4 0,2 6 0,0 0 0,-1 0 0,-1 1 0,0 0 0,-1 14 0,-1 115-448,-1-120-469,0-1-5909</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3.532"/>
    </inkml:context>
    <inkml:brush xml:id="br0">
      <inkml:brushProperty name="width" value="0.05" units="cm"/>
      <inkml:brushProperty name="height" value="0.05" units="cm"/>
    </inkml:brush>
  </inkml:definitions>
  <inkml:trace contextRef="#ctx0" brushRef="#br0">176 92 24575,'0'-2'0,"-1"1"0,1-1 0,-1 1 0,0-1 0,0 0 0,1 1 0,-1-1 0,0 1 0,0-1 0,0 1 0,-1 0 0,1 0 0,0-1 0,0 1 0,-1 0 0,1 0 0,-1 0 0,1 0 0,-1 0 0,1 1 0,-1-1 0,0 0 0,1 1 0,-1-1 0,0 1 0,1 0 0,-3-1 0,-4-1 0,-1 0 0,1 1 0,-1 0 0,-10 0 0,16 1 0,-1 0 0,0 1 0,1-1 0,-1 1 0,1-1 0,-1 1 0,1 0 0,-1 1 0,1-1 0,0 0 0,0 1 0,-1 0 0,1 0 0,0 0 0,1 0 0,-1 0 0,0 1 0,0-1 0,1 1 0,0-1 0,-1 1 0,1 0 0,0 0 0,1 0 0,-1 1 0,0-1 0,1 0 0,0 0 0,-1 1 0,0 5 0,1-3 0,0 1 0,1-1 0,-1 1 0,1-1 0,1 1 0,-1-1 0,1 1 0,0-1 0,0 0 0,1 1 0,0-1 0,0 0 0,1 0 0,-1 0 0,1 0 0,5 6 0,-4-6 0,1 0 0,0 0 0,0 0 0,0-1 0,1 0 0,0 0 0,0 0 0,0-1 0,0 0 0,1 0 0,0 0 0,-1-1 0,1 0 0,12 3 0,-14-5 0,1 0 0,-1 0 0,1-1 0,-1 0 0,1 0 0,-1 0 0,1 0 0,-1-1 0,1 0 0,-1 0 0,0-1 0,1 0 0,-1 1 0,0-2 0,0 1 0,0-1 0,0 1 0,-1-1 0,1-1 0,7-5 0,-5 2 0,0 1 0,-1-1 0,1-1 0,-1 1 0,-1-1 0,1 0 0,-1 0 0,-1 0 0,0-1 0,0 0 0,4-12 0,-7 17 0,0-1 0,0 0 0,-1 1 0,1-1 0,-1 0 0,0 0 0,-1 1 0,1-1 0,-1 0 0,0 0 0,0 1 0,0-1 0,-1 1 0,1-1 0,-1 1 0,0-1 0,0 1 0,-1 0 0,1 0 0,-1 0 0,0 0 0,0 1 0,-1-1 0,-4-3 0,1 0-68,-1 1 0,0 1-1,0-1 1,-1 2 0,1-1 0,-1 1-1,0 0 1,0 1 0,0 0 0,-1 0-1,1 1 1,-1 0 0,0 1 0,1 0-1,-1 0 1,0 1 0,0 1-1,0 0 1,-15 3 0,0 4-6758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4.840"/>
    </inkml:context>
    <inkml:brush xml:id="br0">
      <inkml:brushProperty name="width" value="0.05" units="cm"/>
      <inkml:brushProperty name="height" value="0.05" units="cm"/>
    </inkml:brush>
  </inkml:definitions>
  <inkml:trace contextRef="#ctx0" brushRef="#br0">0 57 24575,'4'-37'0,"-4"36"0,1 1 0,-1-1 0,0 0 0,0 0 0,0 0 0,1 0 0,-1 1 0,0-1 0,1 0 0,-1 0 0,0 0 0,1 1 0,-1-1 0,1 0 0,-1 1 0,1-1 0,0 0 0,-1 1 0,1-1 0,0 1 0,-1-1 0,1 1 0,0-1 0,0 1 0,-1 0 0,1-1 0,0 1 0,0 0 0,0 0 0,-1-1 0,1 1 0,0 0 0,0 0 0,0 0 0,0 0 0,0 0 0,0 0 0,1 0 0,-1 1 0,1 0 0,-1 0 0,1 0 0,-1 0 0,1 0 0,-1 1 0,0-1 0,0 0 0,0 1 0,1-1 0,-1 1 0,0-1 0,-1 1 0,1-1 0,1 3 0,11 31 0,-10-26 0,10 37 0,12 68 0,-13-49 0,-7-30 0,-4-26 0,0 0 0,1 0 0,-1 0 0,2 0 0,2 8 0,-4-16 0,-1-1 0,0 1 0,1-1 0,-1 1 0,1-1 0,-1 1 0,0-1 0,1 1 0,-1-1 0,1 1 0,-1-1 0,1 1 0,0-1 0,-1 0 0,1 1 0,-1-1 0,1 0 0,0 0 0,-1 1 0,1-1 0,-1 0 0,1 0 0,0 0 0,-1 0 0,1 0 0,0 0 0,-1 0 0,1 0 0,0 0 0,-1 0 0,1 0 0,0 0 0,-1 0 0,1-1 0,0 1 0,-1 0 0,1 0 0,0-1 0,-1 1 0,1 0 0,-1-1 0,1 1 0,0-1 0,2-2 0,0 1 0,1-1 0,-1 0 0,0 0 0,4-6 0,5-10 0,-1 0 0,0-1 0,13-37 0,-5 9 0,39-105-1365,-52 135-5461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5.063"/>
    </inkml:context>
    <inkml:brush xml:id="br0">
      <inkml:brushProperty name="width" value="0.05" units="cm"/>
      <inkml:brushProperty name="height" value="0.05" units="cm"/>
    </inkml:brush>
  </inkml:definitions>
  <inkml:trace contextRef="#ctx0" brushRef="#br0">1 16 24575,'3'-3'0,"1"-4"0,0 2 0,-1 5 0,0 5 0,-2 9 0,0 8 0,-1 3 0,0 7 0,0 1 0,0 2 0,0 0 0,0-2 0,-1-4 0,1-3 0,0-7-8191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5.535"/>
    </inkml:context>
    <inkml:brush xml:id="br0">
      <inkml:brushProperty name="width" value="0.05" units="cm"/>
      <inkml:brushProperty name="height" value="0.05" units="cm"/>
    </inkml:brush>
  </inkml:definitions>
  <inkml:trace contextRef="#ctx0" brushRef="#br0">112 8 24575,'0'0'0,"0"0"0,0 0 0,0-1 0,0 1 0,0 0 0,0 0 0,0-1 0,0 1 0,0 0 0,0 0 0,0-1 0,0 1 0,0 0 0,0 0 0,0-1 0,0 1 0,0 0 0,0 0 0,0 0 0,0-1 0,0 1 0,-1 0 0,1 0 0,0-1 0,0 1 0,0 0 0,0 0 0,0 0 0,-1 0 0,1-1 0,0 1 0,0 0 0,0 0 0,-1 0 0,1 0 0,0 0 0,0 0 0,0-1 0,-1 1 0,-7 8 0,-5 14 0,-3 30 0,3 1 0,1 1 0,-4 58 0,10-64 0,-7 52 0,4-1 0,8 185 0,0-282 0,2 0 0,-1 0 0,0 0 0,0-1 0,1 1 0,-1 0 0,1 0 0,-1 0 0,1 0 0,0-1 0,0 1 0,0 0 0,2 2 0,-3-3 0,0-1 0,1 0 0,-1 0 0,0 0 0,0 0 0,1 1 0,-1-1 0,0 0 0,1 0 0,-1 0 0,0 0 0,1 0 0,-1 0 0,0 0 0,0 0 0,1 0 0,-1 0 0,0 0 0,1 0 0,-1 0 0,0 0 0,1 0 0,-1 0 0,0-1 0,1 1 0,-1 0 0,0 0 0,1 0 0,10-14 0,2-10-1365,-1-2-5461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5.973"/>
    </inkml:context>
    <inkml:brush xml:id="br0">
      <inkml:brushProperty name="width" value="0.05" units="cm"/>
      <inkml:brushProperty name="height" value="0.05" units="cm"/>
    </inkml:brush>
  </inkml:definitions>
  <inkml:trace contextRef="#ctx0" brushRef="#br0">28 61 24575,'-17'-37'0,"9"17"0,6 17 0,3 7 0,11 40 0,11 82 0,-17-84 0,1 0 0,19 56 0,-26-97 0,1 1 0,-1 0 0,1-1 0,0 1 0,-1-1 0,1 1 0,0-1 0,0 0 0,0 1 0,0-1 0,0 0 0,0 0 0,3 2 0,-4-2 0,1-1 0,-1 0 0,1 0 0,0 0 0,-1 1 0,1-1 0,0 0 0,-1 0 0,1 0 0,-1 0 0,1 0 0,0 0 0,-1 0 0,1 0 0,0 0 0,-1 0 0,1 0 0,-1-1 0,1 1 0,0 0 0,-1 0 0,1-1 0,-1 1 0,1-1 0,2-1 0,-1 0 0,1-1 0,-1 1 0,0-1 0,0 1 0,0-1 0,0 0 0,0 0 0,-1 0 0,1 0 0,1-5 0,16-64 236,4-10-254,-20 74-157,0 1-1,0-1 0,1 1 0,0 0 0,0 0 0,1 1 0,0-1 0,6-5 0,2 0-6650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6.268"/>
    </inkml:context>
    <inkml:brush xml:id="br0">
      <inkml:brushProperty name="width" value="0.05" units="cm"/>
      <inkml:brushProperty name="height" value="0.05" units="cm"/>
    </inkml:brush>
  </inkml:definitions>
  <inkml:trace contextRef="#ctx0" brushRef="#br0">0 0 24575,'0'1'0,"1"0"0,-1 0 0,1-1 0,-1 1 0,0 0 0,1 0 0,-1-1 0,1 1 0,-1 0 0,1-1 0,0 1 0,-1-1 0,1 1 0,0-1 0,-1 1 0,1-1 0,0 1 0,0-1 0,-1 1 0,1-1 0,0 0 0,0 0 0,0 1 0,0-1 0,-1 0 0,1 0 0,2 0 0,27 3 0,-27-2 0,3-1 0,-1 0 0,0 1 0,1 0 0,-1 0 0,0 0 0,1 1 0,-1 0 0,0 0 0,0 0 0,0 1 0,-1-1 0,1 1 0,-1 0 0,1 1 0,6 6 0,-8-6 0,0-1 0,0 1 0,-1 1 0,1-1 0,-1 0 0,0 1 0,0-1 0,0 1 0,-1-1 0,0 1 0,0 0 0,0 0 0,0 0 0,-1-1 0,0 1 0,0 0 0,-1 9 0,0-6 0,-1 0 0,0 0 0,-1-1 0,0 1 0,0-1 0,0 0 0,-1 0 0,0 0 0,-1 0 0,1-1 0,-1 1 0,-9 8 0,-3 5 0,17-20 0,-1 1 0,0 0 0,1-1 0,-1 1 0,1 0 0,-1 0 0,1 0 0,-1-1 0,1 1 0,0 0 0,-1 0 0,1 0 0,0 0 0,0 0 0,0 0 0,0 0 0,-1-1 0,1 1 0,1 1 0,-1-1 0,0 0 0,0-1 0,1 1 0,-1-1 0,1 1 0,-1-1 0,0 1 0,1-1 0,-1 1 0,1-1 0,-1 1 0,1-1 0,-1 0 0,1 1 0,0-1 0,-1 0 0,1 1 0,-1-1 0,1 0 0,1 1 0,4 0 0,0 0 0,1 0 0,-1-1 0,10 0 0,-9 0 0,39-1-211,50-8 0,-73 6-732,12-1-5883</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0.485"/>
    </inkml:context>
    <inkml:brush xml:id="br0">
      <inkml:brushProperty name="width" value="0.05" units="cm"/>
      <inkml:brushProperty name="height" value="0.05" units="cm"/>
    </inkml:brush>
  </inkml:definitions>
  <inkml:trace contextRef="#ctx0" brushRef="#br0">15 143 24575,'-1'0'0,"0"0"0,1 0 0,-1-1 0,0 1 0,1 0 0,-1 0 0,0-1 0,1 1 0,-1 0 0,1-1 0,-1 1 0,0-1 0,1 1 0,-1-1 0,1 1 0,-1-1 0,1 1 0,0-1 0,-1 0 0,1 1 0,0-1 0,-1 0 0,1 1 0,0-1 0,0 0 0,-1 1 0,1-1 0,0 0 0,0 1 0,0-1 0,0 0 0,0 1 0,0-1 0,0 0 0,0 0 0,0 1 0,1-2 0,5-26 0,-3 22 0,0 1 0,0 0 0,1 1 0,0-1 0,0 1 0,0-1 0,0 1 0,1 0 0,0 1 0,-1-1 0,2 1 0,-1 0 0,7-3 0,-5 2 0,1 1 0,-1 0 0,1 1 0,0 0 0,0 0 0,0 1 0,1 0 0,-1 0 0,9 1 0,-15 0 0,0 0 0,0 0 0,1 1 0,-1-1 0,0 1 0,0-1 0,0 1 0,0 0 0,0 0 0,-1 0 0,1 0 0,0 0 0,0 0 0,-1 0 0,1 1 0,0-1 0,-1 1 0,3 2 0,-2-1 0,0 1 0,0 0 0,0 0 0,0 0 0,0 0 0,-1 0 0,0 0 0,2 7 0,-1 6 0,-1 0 0,0 0 0,-2 26 0,1-42 0,-2 19 0,0-1 0,-1 0 0,-1-1 0,-1 1 0,0-1 0,-13 28 0,18-45 0,-1 1 0,0 0 0,0-1 0,0 1 0,0 0 0,-1-1 0,1 1 0,0-1 0,-1 0 0,1 1 0,-1-1 0,1 0 0,-4 2 0,5-3 0,0 0 0,-1 0 0,1 0 0,0 0 0,-1 0 0,1 0 0,-1 0 0,1 0 0,0 0 0,-1 0 0,1 0 0,-1 0 0,1 0 0,0 0 0,-1 0 0,1 0 0,0 0 0,-1 0 0,1-1 0,0 1 0,-1 0 0,1 0 0,0 0 0,-1-1 0,0 1 0,-5-17 0,5 4 0,0 0 0,1 0 0,1 0 0,0 0 0,0 1 0,1-1 0,6-15 0,0 0 0,1 2 0,16-32 0,-20 47 0,1 0 0,0 1 0,0 0 0,1 0 0,0 1 0,15-16 0,-20 24 0,0-1 0,0 1 0,0-1 0,0 1 0,0 0 0,0-1 0,1 1 0,-1 0 0,0 1 0,1-1 0,-1 0 0,1 1 0,-1-1 0,1 1 0,4-1 0,-5 2 0,1 0 0,-1-1 0,1 1 0,-1 0 0,1 0 0,-1 0 0,1 0 0,-1 1 0,0-1 0,0 1 0,0-1 0,0 1 0,0 0 0,0 0 0,0 0 0,-1 0 0,1 0 0,1 3 0,2 2 0,0 1 0,-1 0 0,0 0 0,0 0 0,-1 0 0,0 1 0,3 15 0,-2 1 0,1 35 0,-2-11 0,0-46 0,3-9 0,5-9 0,-11 14 0,23-38 0,-12 20 0,0 0 0,2 0 0,0 1 0,1 1 0,0 0 0,26-23 0,-38 39 0,-1-1 0,1 1 0,0-1 0,0 1 0,0 0 0,0 0 0,0 0 0,0 0 0,0 0 0,1 0 0,-1 0 0,0 1 0,0-1 0,1 1 0,-1-1 0,0 1 0,1 0 0,-1 0 0,0 0 0,1 1 0,-1-1 0,4 1 0,-4 0 0,0 1 0,0-1 0,0 1 0,-1-1 0,1 1 0,0 0 0,-1 0 0,1-1 0,-1 1 0,0 0 0,0 0 0,1 1 0,-1-1 0,0 0 0,-1 0 0,1 0 0,0 1 0,-1-1 0,1 0 0,-1 1 0,0-1 0,0 3 0,2 33 29,-3 51-1,-1-44-1450,1-22-5404</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1.309"/>
    </inkml:context>
    <inkml:brush xml:id="br0">
      <inkml:brushProperty name="width" value="0.05" units="cm"/>
      <inkml:brushProperty name="height" value="0.05" units="cm"/>
    </inkml:brush>
  </inkml:definitions>
  <inkml:trace contextRef="#ctx0" brushRef="#br0">204 189 24575,'39'-30'0,"-33"27"0,1-2 0,-1 1 0,0-1 0,-1 0 0,1 0 0,9-12 0,-14 16 0,0 0 0,0-1 0,1 1 0,-1-1 0,0 0 0,-1 1 0,1-1 0,0 0 0,0 0 0,-1 1 0,1-1 0,-1 0 0,1 0 0,-1 0 0,0 0 0,0 0 0,0 0 0,0 0 0,0 1 0,0-1 0,-1 0 0,1 0 0,-1 0 0,1 0 0,-1 0 0,0 1 0,1-1 0,-1 0 0,0 1 0,-2-4 0,1 4 0,0-1 0,-1 0 0,1 0 0,0 1 0,-1-1 0,1 1 0,-1 0 0,0 0 0,1 0 0,-1 0 0,0 0 0,0 1 0,0-1 0,1 1 0,-1 0 0,0 0 0,0 0 0,0 0 0,0 0 0,-3 1 0,-9 3 0,0 0 0,0 0 0,1 1 0,0 1 0,0 0 0,1 1 0,-1 1 0,2 0 0,-1 1 0,1 0 0,0 0 0,1 2 0,0-1 0,1 2 0,-12 15 0,19-23 0,0 1 0,1-1 0,0 0 0,0 1 0,0 0 0,1-1 0,-1 1 0,1 0 0,0 0 0,1 0 0,-1-1 0,1 1 0,0 0 0,0 8 0,1-10 0,0 0 0,-1-1 0,1 1 0,0 0 0,0-1 0,1 1 0,-1-1 0,0 1 0,1-1 0,0 0 0,-1 0 0,1 0 0,0 0 0,0 0 0,0 0 0,0 0 0,0 0 0,1-1 0,-1 1 0,1-1 0,-1 0 0,1 0 0,-1 0 0,1 0 0,-1 0 0,1 0 0,3 0 0,3 0 0,-1-1 0,1 1 0,-1-1 0,0-1 0,1 0 0,-1 0 0,1-1 0,-1 1 0,0-2 0,0 1 0,0-1 0,0-1 0,0 1 0,-1-1 0,0-1 0,13-9 0,-12 8 0,-1 1 0,1-2 0,-1 1 0,-1-1 0,1 0 0,-1-1 0,-1 1 0,1-1 0,-1-1 0,-1 1 0,1 0 0,-2-1 0,1 0 0,3-15 0,-8 5 0,-3 17 0,0 12 0,2-2 0,1-1 0,-1 0 0,2 1 0,-1-1 0,1 1 0,0-1 0,0 1 0,3 13 0,-3-19 0,1 1 0,0 0 0,0-1 0,0 0 0,0 1 0,0-1 0,0 1 0,1-1 0,-1 0 0,1 0 0,0 0 0,0 0 0,-1 0 0,1 0 0,0 0 0,1-1 0,-1 1 0,0-1 0,0 1 0,1-1 0,-1 0 0,1 0 0,-1 0 0,1 0 0,-1 0 0,1-1 0,-1 1 0,4-1 0,3 1 0,0-1 0,-1-1 0,1 1 0,0-1 0,0-1 0,-1 0 0,1 0 0,-1 0 0,0-1 0,11-5 0,-7 2 0,0-1 0,0 0 0,0-1 0,-1 0 0,19-17 0,-27 20 0,0 1 0,0-1 0,0 1 0,-1-1 0,1 0 0,-1 0 0,0 0 0,2-10 0,-4 14 0,-1 53 0,3 1 0,14 91 0,1 23 0,-17-161 0,1 12 0,-2-15 0,-1-10 0,-5-28 0,2 0 0,1-1 0,2 1 0,2-1 0,4-43 0,0 41 0,13-57 0,-14 79 0,2 0 0,0 1 0,1-1 0,0 1 0,2 1 0,9-17 0,-14 27 0,0 0 0,1 0 0,-1 1 0,1-1 0,0 1 0,0 0 0,0-1 0,0 2 0,1-1 0,-1 0 0,1 1 0,-1 0 0,1 0 0,0 1 0,0-1 0,0 1 0,0 0 0,0 0 0,0 1 0,0-1 0,1 1 0,-1 0 0,0 1 0,0-1 0,0 1 0,0 0 0,0 0 0,0 1 0,0-1 0,0 1 0,0 0 0,-1 0 0,1 1 0,-1 0 0,0-1 0,0 2 0,0-1 0,0 0 0,0 1 0,0-1 0,-1 1 0,0 0 0,0 0 0,0 1 0,0-1 0,-1 1 0,1-1 0,-1 1 0,0 0 0,-1 0 0,1 0 0,-1 0 0,1 9 0,-1-8 0,-1-1 0,-1 1 0,1 0 0,-1-1 0,1 1 0,-2 0 0,1-1 0,-1 1 0,1-1 0,-1 0 0,-1 0 0,1 1 0,-4 4 0,0-2 0,0 0 0,0-1 0,-1 1 0,0-1 0,0-1 0,0 1 0,-9 4 0,-3 2 0,-1-2 0,1-1 0,-2 0 0,0-2 0,-40 12 0,47-16-341,1-2 0,-1 0-1,-25 1 1,10-4-6485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1.748"/>
    </inkml:context>
    <inkml:brush xml:id="br0">
      <inkml:brushProperty name="width" value="0.05" units="cm"/>
      <inkml:brushProperty name="height" value="0.05" units="cm"/>
    </inkml:brush>
  </inkml:definitions>
  <inkml:trace contextRef="#ctx0" brushRef="#br0">20 74 24575,'-3'0'0,"-2"-3"0,-2-1 0,3 0 0,5 0 0,9-1 0,5-1 0,8 1 0,4-1 0,6-1 0,2 2 0,-1-2 0,-1 1 0,-2 1 0,-3 1 0,-7 2-8191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2.843"/>
    </inkml:context>
    <inkml:brush xml:id="br0">
      <inkml:brushProperty name="width" value="0.05" units="cm"/>
      <inkml:brushProperty name="height" value="0.05" units="cm"/>
    </inkml:brush>
  </inkml:definitions>
  <inkml:trace contextRef="#ctx0" brushRef="#br0">0 112 24575,'0'-6'0,"0"0"0,1 0 0,-1-1 0,1 1 0,0 0 0,1 0 0,-1 0 0,1 0 0,4-8 0,-4 11 0,0 0 0,0 0 0,0 0 0,1 1 0,-1-1 0,1 1 0,-1-1 0,1 1 0,0 0 0,0 0 0,0 0 0,0 0 0,0 1 0,1 0 0,-1-1 0,0 1 0,1 0 0,3 0 0,-3 0 0,-1 0 0,0 0 0,0 1 0,0 0 0,1 0 0,-1 0 0,0 0 0,0 0 0,1 1 0,-1-1 0,0 1 0,0 0 0,0 0 0,0 0 0,0 0 0,0 1 0,0-1 0,5 4 0,-4-1 0,0-1 0,-1 1 0,0 0 0,1-1 0,-1 2 0,-1-1 0,1 0 0,-1 1 0,1-1 0,-1 1 0,1 5 0,1 3 0,0 0 0,-2 0 0,0 0 0,0 0 0,-1 1 0,-1-1 0,0 1 0,-3 18 0,1-23 0,0 1 0,0-1 0,-5 10 0,7-16 0,-2 0 0,1-1 0,0 1 0,0-1 0,-1 0 0,1 1 0,-1-1 0,0 0 0,1 0 0,-1 0 0,0 0 0,0 0 0,-1-1 0,1 1 0,-4 2 0,6-4 0,-1 0 0,1 0 0,-1 1 0,1-1 0,-1 0 0,0 0 0,1 0 0,-1 0 0,0 0 0,1 0 0,-1 0 0,1 0 0,-1 0 0,0 0 0,1 0 0,-1 0 0,1 0 0,-1 0 0,0-1 0,1 1 0,-1 0 0,1 0 0,-1-1 0,1 1 0,-1 0 0,0-1 0,1 1 0,-1-1 0,0-1 0,0 1 0,0-1 0,0 1 0,0-1 0,0 0 0,0 0 0,1 1 0,-1-1 0,0-3 0,0-3 0,0 0 0,0 0 0,2-14 0,0 11 0,0-1 0,1 1 0,1-1 0,0 1 0,0 0 0,1 0 0,1 0 0,0 1 0,0-1 0,1 1 0,0 0 0,1 1 0,0-1 0,0 1 0,1 1 0,1 0 0,-1 0 0,1 0 0,15-9 0,-22 15 0,0 1 0,0 0 0,1 0 0,-1 0 0,0 0 0,0 0 0,1 1 0,-1-1 0,1 1 0,-1-1 0,0 1 0,1 0 0,-1 0 0,1 0 0,-1 0 0,0 0 0,1 1 0,-1-1 0,1 1 0,-1 0 0,0-1 0,0 1 0,1 0 0,-1 0 0,0 1 0,0-1 0,0 0 0,0 1 0,0-1 0,2 3 0,-1 0 0,-1-1 0,1 0 0,-1 0 0,0 1 0,0-1 0,-1 1 0,1 0 0,-1-1 0,0 1 0,0 0 0,0 0 0,0 0 0,-1 0 0,1 0 0,-1 0 0,0 0 0,0 0 0,-1 5 0,-1-2 0,1 1 0,-2 0 0,1 0 0,-1-1 0,0 1 0,0-1 0,-1 0 0,0 0 0,0 0 0,-1 0 0,0-1 0,-6 7 0,8-11 0,3-3 0,6-9 0,12-13 0,9-5 0,33-27 0,-50 47 0,0 1 0,0-1 0,1 2 0,1-1 0,-1 2 0,1-1 0,17-4 0,-27 9 0,-1 1 0,1-1 0,0 1 0,0-1 0,0 1 0,0 0 0,-1 0 0,1 0 0,0 0 0,0 0 0,0 0 0,0 1 0,0-1 0,-1 0 0,1 1 0,0 0 0,0-1 0,-1 1 0,1 0 0,0 0 0,-1 0 0,3 1 0,-2 0 0,-1 0 0,1 1 0,-1-1 0,0 0 0,1 0 0,-1 1 0,0-1 0,0 1 0,0-1 0,-1 1 0,1-1 0,-1 1 0,1 5 0,0 6 0,-2 0 0,1 0 0,-2 0 0,-5 22 0,-17 104-1365,22-115-5461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3.233"/>
    </inkml:context>
    <inkml:brush xml:id="br0">
      <inkml:brushProperty name="width" value="0.05" units="cm"/>
      <inkml:brushProperty name="height" value="0.05" units="cm"/>
    </inkml:brush>
  </inkml:definitions>
  <inkml:trace contextRef="#ctx0" brushRef="#br0">133 127 24575,'0'0'0,"-1"0"0,1 0 0,0 0 0,0 0 0,0 1 0,-1-1 0,1 0 0,0 0 0,0 0 0,0 1 0,0-1 0,0 0 0,-1 0 0,1 0 0,0 1 0,0-1 0,0 0 0,0 0 0,0 1 0,0-1 0,0 0 0,0 0 0,0 1 0,0-1 0,0 0 0,0 0 0,0 1 0,0-1 0,0 0 0,0 0 0,0 1 0,0-1 0,0 0 0,0 0 0,0 1 0,0-1 0,1 0 0,9 6 0,17-3 0,-27-3 0,11 0 0,1 0 0,-1-1 0,1 0 0,-1-1 0,18-5 0,-24 5 0,0 1 0,0-1 0,0 0 0,0 0 0,0 0 0,-1 0 0,1-1 0,-1 0 0,1 0 0,-1 0 0,0-1 0,-1 0 0,1 1 0,4-7 0,-8 9 0,1 0 0,0 0 0,-1 0 0,1 0 0,-1 0 0,0 0 0,1-1 0,-1 1 0,0 0 0,0 0 0,0 0 0,0-1 0,0 1 0,0 0 0,0 0 0,0 0 0,-1-1 0,1 1 0,0 0 0,-1 0 0,0-2 0,0 1 0,0 0 0,-1 0 0,1 0 0,-1 0 0,0 0 0,0 0 0,0 0 0,0 0 0,-3-2 0,-3-1 0,0 0 0,0 1 0,-1 0 0,-12-4 0,13 5 0,-1 1 0,1 0 0,-1 0 0,0 1 0,0 0 0,0 0 0,1 1 0,-1 1 0,0-1 0,0 1 0,0 1 0,1 0 0,-1 0 0,-14 6 0,16-5 0,0 0 0,1 1 0,0 0 0,0 0 0,0 0 0,0 1 0,1 0 0,0 0 0,0 0 0,0 1 0,0-1 0,1 1 0,0 1 0,0-1 0,1 0 0,0 1 0,0 0 0,-2 8 0,2-5 0,0-1 0,1 1 0,1-1 0,0 1 0,0 0 0,0-1 0,2 1 0,-1 0 0,1-1 0,0 1 0,4 12 0,-3-17 0,0 1 0,0-1 0,0 0 0,1 0 0,-1 0 0,1-1 0,1 1 0,-1-1 0,0 0 0,1 1 0,0-1 0,0-1 0,0 1 0,1-1 0,-1 0 0,1 0 0,0 0 0,0 0 0,0-1 0,0 0 0,7 2 0,29 6-1365,-1-5-5461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3.602"/>
    </inkml:context>
    <inkml:brush xml:id="br0">
      <inkml:brushProperty name="width" value="0.05" units="cm"/>
      <inkml:brushProperty name="height" value="0.05" units="cm"/>
    </inkml:brush>
  </inkml:definitions>
  <inkml:trace contextRef="#ctx0" brushRef="#br0">220 103 24575,'1'-20'0,"-1"-23"0,0 40 0,0 1 0,0 0 0,0 0 0,-1 0 0,1 0 0,-1-1 0,0 1 0,1 0 0,-1 0 0,0 0 0,0 0 0,0 0 0,-1 1 0,-1-4 0,1 4 0,1 0 0,0 1 0,-1-1 0,1 0 0,-1 1 0,1 0 0,-1-1 0,1 1 0,-1 0 0,1-1 0,-1 1 0,0 0 0,1 0 0,-1 0 0,1 1 0,-1-1 0,1 0 0,-1 0 0,1 1 0,-3 0 0,-31 13 0,32-12 0,-10 4 0,0 1 0,0 0 0,1 1 0,-22 17 0,31-22 0,1 0 0,-1 0 0,1 0 0,-1 0 0,1 0 0,0 0 0,0 0 0,0 1 0,1-1 0,-3 6 0,4-6 0,-1-1 0,1 1 0,0-1 0,0 1 0,0-1 0,0 1 0,0-1 0,0 1 0,1-1 0,-1 1 0,1-1 0,0 0 0,0 1 0,0-1 0,0 0 0,0 0 0,3 4 0,5 6 0,0 0 0,1-1 0,1-1 0,0 0 0,14 10 0,24 23 0,-48-42 0,0 0 0,0 0 0,1 0 0,-1 1 0,0-1 0,0 0 0,0 1 0,-1-1 0,1 1 0,0-1 0,0 1 0,-1-1 0,1 1 0,-1-1 0,1 1 0,-1 0 0,0-1 0,0 1 0,0 0 0,0-1 0,0 1 0,0 1 0,-1-1 0,1 0 0,-1-1 0,0 1 0,0-1 0,0 1 0,0-1 0,0 0 0,-1 0 0,1 1 0,0-1 0,-1 0 0,1 0 0,-1 0 0,1 0 0,-1 0 0,1-1 0,-1 1 0,1 0 0,-1-1 0,-3 2 0,-4 0 57,0 0 0,0 0 0,0-1 0,0 0 0,-16 0 0,21-1-171,0-1 0,0 1 0,0-1 0,0 1 1,0-1-1,0 0 0,0-1 0,0 1 1,0-1-1,0 0 0,1 0 0,-1 0 1,0 0-1,-4-4 0,-2-6-6712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3.935"/>
    </inkml:context>
    <inkml:brush xml:id="br0">
      <inkml:brushProperty name="width" value="0.05" units="cm"/>
      <inkml:brushProperty name="height" value="0.05" units="cm"/>
    </inkml:brush>
  </inkml:definitions>
  <inkml:trace contextRef="#ctx0" brushRef="#br0">83 76 24575,'11'-3'0,"53"-15"0,-59 16 0,0 0 0,1 0 0,-1-1 0,0 0 0,-1 0 0,1 0 0,-1 0 0,9-8 0,-13 10 0,1 1 0,-1 0 0,0 0 0,1-1 0,-1 1 0,0 0 0,0-1 0,1 1 0,-1 0 0,0-1 0,0 1 0,0-1 0,1 1 0,-1 0 0,0-1 0,0 1 0,0-1 0,0 1 0,0-1 0,0 1 0,0 0 0,0-1 0,0 1 0,0-1 0,0 1 0,0-1 0,0 1 0,0 0 0,0-1 0,-1 1 0,1-1 0,0 1 0,0 0 0,0-1 0,-1 1 0,1 0 0,0-1 0,0 1 0,-1 0 0,1-1 0,0 1 0,-1 0 0,1 0 0,0-1 0,-1 1 0,1 0 0,0 0 0,-1 0 0,1-1 0,-1 1 0,1 0 0,0 0 0,-1 0 0,1 0 0,-2 0 0,-26-4 0,27 4 0,-10-1 0,0 2 0,0-1 0,-1 1 0,1 1 0,1 0 0,-12 4 0,15-4 0,1 0 0,0 1 0,0-1 0,0 1 0,0 1 0,0-1 0,0 1 0,1 0 0,0 0 0,0 0 0,-6 8 0,9-10 0,1 0 0,0 0 0,0 1 0,0-1 0,0 0 0,0 1 0,1-1 0,-1 1 0,1-1 0,0 1 0,-1-1 0,1 1 0,0-1 0,0 1 0,1-1 0,-1 1 0,1-1 0,-1 1 0,1-1 0,0 1 0,0-1 0,0 1 0,0-1 0,0 0 0,0 0 0,3 3 0,2 5 0,1-1 0,0 0 0,0 0 0,13 11 0,2-2 0,21 19 0,-41-36 0,-1 1 0,1 0 0,0 0 0,-1 0 0,1 0 0,-1 0 0,0 0 0,0 1 0,0-1 0,0 0 0,0 1 0,0-1 0,0 1 0,-1-1 0,1 1 0,-1 4 0,0-5 0,-1 0 0,0 0 0,0 0 0,0 0 0,0 1 0,0-1 0,0 0 0,0-1 0,-1 1 0,1 0 0,0 0 0,-1-1 0,0 1 0,0 0 0,1-1 0,-1 0 0,0 1 0,0-1 0,0 0 0,0 0 0,0 0 0,0 0 0,-4 0 0,-4 3 0,-1-1 0,0 0 0,-15 1 0,0-1-1365,3-2-5461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4.639"/>
    </inkml:context>
    <inkml:brush xml:id="br0">
      <inkml:brushProperty name="width" value="0.05" units="cm"/>
      <inkml:brushProperty name="height" value="0.05" units="cm"/>
    </inkml:brush>
  </inkml:definitions>
  <inkml:trace contextRef="#ctx0" brushRef="#br0">162 79 24575,'5'-1'0,"-1"1"0,0-1 0,0 1 0,0-1 0,0 0 0,0-1 0,-1 1 0,1-1 0,0 1 0,4-4 0,-7 5 0,0-1 0,0 1 0,0-1 0,-1 0 0,1 1 0,0-1 0,-1 0 0,1 1 0,0-1 0,-1 0 0,1 0 0,0 1 0,-1-1 0,0 0 0,1 0 0,-1 0 0,1 0 0,-1 0 0,0 0 0,0 0 0,1 0 0,-1 0 0,0 0 0,0 0 0,0 0 0,0 0 0,0 0 0,0 0 0,0 0 0,-1 0 0,1 1 0,0-1 0,-1 0 0,1 0 0,0 0 0,-1 0 0,1 0 0,-1 0 0,1 0 0,-1 1 0,0-1 0,1 0 0,-1 0 0,0 1 0,1-1 0,-2 0 0,0-1 0,0 0 0,-1 0 0,1 0 0,0 1 0,0-1 0,-1 1 0,1-1 0,-1 1 0,0 0 0,1 0 0,-1 0 0,0 1 0,1-1 0,-1 0 0,0 1 0,0 0 0,-2 0 0,0 0 0,0 1 0,1-1 0,0 1 0,-1 1 0,1-1 0,0 1 0,-1-1 0,1 1 0,-6 4 0,-4 3 0,2 1 0,-1 1 0,1 0 0,-19 22 0,28-29 0,-1 0 0,1 1 0,0-1 0,0 1 0,0 0 0,1 0 0,-1 0 0,1 0 0,0 1 0,1-1 0,-2 7 0,3-9 0,0-1 0,0 0 0,0 0 0,0 0 0,0 0 0,0 1 0,1-1 0,-1 0 0,1 0 0,-1 0 0,1 0 0,0 0 0,0 0 0,0 0 0,0 0 0,0-1 0,1 1 0,-1 0 0,0 0 0,1-1 0,-1 1 0,1-1 0,0 0 0,-1 1 0,1-1 0,0 0 0,0 0 0,0 0 0,0 0 0,0 0 0,3 0 0,0 1 0,0-1 0,0 0 0,0-1 0,0 1 0,1-1 0,-1 0 0,0 0 0,0-1 0,0 1 0,0-1 0,0 0 0,1-1 0,-2 1 0,1-1 0,0 0 0,0 0 0,7-5 0,2-2 0,-1 0 0,0 0 0,0-1 0,16-17 0,-23 20 0,0 0 0,-1-1 0,7-10 0,-5 7 0,-6 13 0,0 0 0,0 0 0,0 0 0,0 0 0,0 0 0,-1 1 0,1-1 0,-1 0 0,1 5 0,9 25 0,-9-29 0,1 0 0,-1-1 0,1 1 0,0 0 0,0-1 0,0 1 0,0-1 0,0 1 0,1-1 0,-1 0 0,1 0 0,0 0 0,-1 0 0,1-1 0,0 1 0,0-1 0,0 0 0,4 2 0,-2-2 0,1 0 0,-1-1 0,0 1 0,1-1 0,-1 0 0,0-1 0,1 1 0,-1-1 0,0 0 0,7-3 0,4-1 0,0-2 0,0 0 0,-1-1 0,1 0 0,25-21 0,-25 18 0,-1-1 0,-1-1 0,0 0 0,-1-1 0,13-18 0,-25 31 0,-1 1 0,1-1 0,0 0 0,-1 0 0,1 0 0,0 0 0,-1 0 0,0 0 0,1 0 0,-1 0 0,1 0 0,-1 0 0,0 0 0,0 0 0,0 0 0,0 0 0,0 0 0,0-2 0,0 3 0,0 0 0,-1 0 0,1-1 0,-1 1 0,1 0 0,-1 0 0,1 0 0,0-1 0,-1 1 0,1 0 0,-1 0 0,1 0 0,-1 0 0,1 0 0,-1 0 0,1 0 0,-1 0 0,1 0 0,-1 0 0,1 0 0,-1 0 0,1 0 0,-1 1 0,1-1 0,0 0 0,-2 1 0,-3 1 0,-1 0 0,1 1 0,0 0 0,-1 0 0,-5 5 0,0 2 0,1 1 0,0 1 0,1-1 0,0 1 0,1 1 0,0-1 0,1 2 0,-8 18 0,4-4 0,2 1 0,1-1 0,-6 38 0,10-37 0,1 0 0,2 1 0,3 46 0,19 86 0,-15-123 0,-4-29 171,-1-7-324,-1-1-1,1 0 1,-1 1-1,0-1 0,0 0 1,0 1-1,0-1 0,0 1 1,-1 2-1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5.032"/>
    </inkml:context>
    <inkml:brush xml:id="br0">
      <inkml:brushProperty name="width" value="0.05" units="cm"/>
      <inkml:brushProperty name="height" value="0.05" units="cm"/>
    </inkml:brush>
  </inkml:definitions>
  <inkml:trace contextRef="#ctx0" brushRef="#br0">20 168 24575,'1'0'0,"0"0"0,0 1 0,0-1 0,0 1 0,0-1 0,0 1 0,0 0 0,0-1 0,0 1 0,-1 0 0,1-1 0,0 1 0,0 0 0,-1 0 0,1 0 0,0 1 0,12 10 0,-9-11 0,-1 0 0,1 0 0,-1-1 0,1 1 0,0-1 0,-1 0 0,1 0 0,-1 0 0,1-1 0,0 1 0,6-3 0,39-13 0,-44 14 0,8-3 0,1-1 0,-1-1 0,0 0 0,13-11 0,-22 16 0,-1 0 0,0 0 0,0-1 0,0 0 0,0 1 0,0-1 0,-1 0 0,1 0 0,-1-1 0,0 1 0,0 0 0,0-1 0,-1 1 0,1-1 0,-1 0 0,0 1 0,1-1 0,-2 0 0,1 0 0,0-6 0,-1 7 0,-1 0 0,0 1 0,0-1 0,0 1 0,0-1 0,0 1 0,0-1 0,0 1 0,-1 0 0,1 0 0,-1-1 0,0 1 0,0 0 0,0 1 0,0-1 0,0 0 0,0 0 0,0 1 0,0 0 0,-1-1 0,1 1 0,-1 0 0,1 0 0,-1 0 0,1 0 0,-1 1 0,-4-2 0,-3 0 0,1 1 0,0 0 0,-1 0 0,1 0 0,-1 1 0,-15 3 0,18-2 0,0 1 0,0 0 0,1 1 0,-1 0 0,1 0 0,0 0 0,-1 0 0,1 1 0,1 0 0,-1 1 0,1-1 0,0 1 0,0 0 0,0 1 0,0-1 0,1 1 0,0-1 0,0 1 0,1 1 0,-4 6 0,3-5 0,1 1 0,0-1 0,0 1 0,1 0 0,0-1 0,0 1 0,1 0 0,0 0 0,1 1 0,0-1 0,0 0 0,1 0 0,0 0 0,1 0 0,3 13 0,-3-17 15,0-1 0,1 1 0,-1 0 0,1-1-1,0 1 1,0-1 0,0 0 0,1 0 0,0 0 0,-1-1-1,1 1 1,1-1 0,-1 0 0,0 0 0,1 0 0,-1-1 0,1 1-1,0-1 1,0 0 0,0-1 0,0 1 0,11 1 0,0-1-259,0-1 0,0 0 0,0-1 0,1 0 1,-1-2-1,19-3 0,10-4-6582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5.284"/>
    </inkml:context>
    <inkml:brush xml:id="br0">
      <inkml:brushProperty name="width" value="0.05" units="cm"/>
      <inkml:brushProperty name="height" value="0.05" units="cm"/>
    </inkml:brush>
  </inkml:definitions>
  <inkml:trace contextRef="#ctx0" brushRef="#br0">65 118 24575,'5'-20'0,"1"1"0,1 0 0,17-33 0,-24 52 0,0-1 0,0 1 0,0 0 0,0-1 0,0 1 0,0 0 0,1-1 0,-1 1 0,0 0 0,0-1 0,0 1 0,0 0 0,1-1 0,-1 1 0,0 0 0,0 0 0,1-1 0,-1 1 0,0 0 0,0 0 0,1-1 0,-1 1 0,0 0 0,1 0 0,-1 0 0,0 0 0,1 0 0,-1-1 0,0 1 0,1 0 0,-1 0 0,0 0 0,1 0 0,-1 0 0,0 0 0,1 0 0,0 0 0,3 15 0,-3 30 0,-1-42 0,1 23 0,1 0 0,2-1 0,0 1 0,2-1 0,0 0 0,2-1 0,16 36 0,-23-57 0,0-1 0,0 1 0,0-1 0,0 1 0,-1-1 0,1 1 0,-1-1 0,1 1 0,-1 0 0,0-1 0,0 1 0,0 0 0,0-1 0,0 1 0,-1 0 0,1-1 0,-1 1 0,0-1 0,0 1 0,-1 2 0,0-3 0,0 1 0,-1-1 0,1 1 0,-1-1 0,1 0 0,-1 0 0,0 0 0,0-1 0,0 1 0,0-1 0,0 1 0,0-1 0,-1 0 0,1 0 0,-5 0 0,-13 3-455,0-1 0,-33 1 0,22-4-6371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7.402"/>
    </inkml:context>
    <inkml:brush xml:id="br0">
      <inkml:brushProperty name="width" value="0.05" units="cm"/>
      <inkml:brushProperty name="height" value="0.05" units="cm"/>
    </inkml:brush>
  </inkml:definitions>
  <inkml:trace contextRef="#ctx0" brushRef="#br0">65 147 24575,'-10'1'0,"0"0"0,0 1 0,1 0 0,-16 6 0,74-3 0,194-14 0,-42 0 0,7 7 0,-178-2 0,-21-2 0,-9 5 0,0 1 0,-1-1 0,1 1 0,0-1 0,0 1 0,0-1 0,-1 0 0,1 1 0,0-1 0,0 1 0,-1-1 0,1 1 0,0 0 0,-1-1 0,1 1 0,-1-1 0,1 1 0,-1 0 0,1-1 0,0 1 0,-1 0 0,0-1 0,-15-9 0,0 1 0,-1 1 0,-20-7 0,22 9 0,1 0 0,0 0 0,1-1 0,-1-1 0,-15-12 0,28 19 0,0 1 0,0-1 0,1 1 0,-1-1 0,0 0 0,1 0 0,-1 1 0,0-1 0,1 0 0,-1 0 0,1 0 0,-1 1 0,1-1 0,0 0 0,-1 0 0,1 0 0,0 0 0,-1-2 0,1 3 0,1-1 0,-1 1 0,0-1 0,0 1 0,0-1 0,1 1 0,-1-1 0,0 1 0,1 0 0,-1-1 0,0 1 0,1-1 0,-1 1 0,0 0 0,1-1 0,-1 1 0,1 0 0,-1-1 0,1 1 0,-1 0 0,1 0 0,-1 0 0,2-1 0,1 0 0,1 0 0,-1 1 0,1-1 0,-1 1 0,1 0 0,-1 0 0,1 0 0,5 1 0,-4 0 0,0 0 0,0 1 0,0 0 0,0 0 0,-1 0 0,1 1 0,-1 0 0,1-1 0,-1 1 0,0 1 0,0-1 0,0 1 0,-1-1 0,1 1 0,-1 0 0,0 1 0,0-1 0,0 0 0,-1 1 0,1 0 0,-1-1 0,0 1 0,-1 0 0,1 0 0,1 10 0,-1-3 0,0-1 0,-1 1 0,0 0 0,-1 0 0,-1 0 0,1 0 0,-2 0 0,0 0 0,0 0 0,-6 14 0,-2-1-227,-2-1-1,0 0 1,-2-1-1,-1 0 1,-33 38-1,20-27-6598</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8.246"/>
    </inkml:context>
    <inkml:brush xml:id="br0">
      <inkml:brushProperty name="width" value="0.05" units="cm"/>
      <inkml:brushProperty name="height" value="0.05" units="cm"/>
    </inkml:brush>
  </inkml:definitions>
  <inkml:trace contextRef="#ctx0" brushRef="#br0">336 453 24575,'-1'0'0,"1"0"0,-1 0 0,1 0 0,0 0 0,-1 0 0,1 0 0,-1 0 0,1 0 0,-1 0 0,1 0 0,0-1 0,-1 1 0,1 0 0,0 0 0,-1 0 0,1-1 0,-1 1 0,1 0 0,0-1 0,0 1 0,-1 0 0,1-1 0,0 1 0,-1 0 0,1-1 0,0 1 0,0-1 0,0 1 0,-1-1 0,1-16 0,9-15 0,-9 31 0,4-8 0,0-1 0,-1 0 0,-1 0 0,1-1 0,-2 1 0,1-14 0,-1 22 0,-1-1 0,0 1 0,-1 0 0,1-1 0,0 1 0,-1 0 0,1-1 0,-1 1 0,0 0 0,0 0 0,0-1 0,0 1 0,0 0 0,0 0 0,-1 0 0,1 0 0,-1 1 0,1-1 0,-1 0 0,0 1 0,1-1 0,-1 1 0,0-1 0,0 1 0,0 0 0,0 0 0,-1 0 0,1 0 0,0 0 0,0 0 0,0 1 0,-1-1 0,-3 0 0,-3 1 0,1-1 0,-1 1 0,1 1 0,0 0 0,-1 0 0,1 0 0,0 1 0,-1 0 0,1 1 0,0 0 0,1 0 0,-1 1 0,1 0 0,-1 0 0,-6 6 0,-2 1 0,1 1 0,1 0 0,0 1 0,1 1 0,-20 25 0,24-26 0,0 0 0,1 1 0,1 0 0,-12 31 0,17-40 0,0 0 0,1 1 0,-1-1 0,1 1 0,0 0 0,0 0 0,1-1 0,0 1 0,0 0 0,0 0 0,1-1 0,0 1 0,0 0 0,0-1 0,1 1 0,0-1 0,2 6 0,-2-8 0,0 0 0,0 0 0,0-1 0,0 1 0,1-1 0,-1 1 0,1-1 0,-1 0 0,1 0 0,0 0 0,0 0 0,0 0 0,0-1 0,0 1 0,4 0 0,-1 0 0,0-1 0,0 0 0,0 0 0,0 0 0,1-1 0,-1 0 0,11-1 0,-3-1 0,0-1 0,-1 0 0,1-1 0,-1 0 0,0-1 0,22-12 0,-19 6 0,-1 0 0,0 0 0,-1-1 0,-1-1 0,0 0 0,0-1 0,-2-1 0,1 1 0,-2-2 0,0 0 0,-1 0 0,-1-1 0,9-21 0,3-18 0,-3-1 0,19-106 0,-32 135 0,-3 19 0,0 0 0,1 0 0,0 0 0,0 0 0,1 0 0,0 0 0,4-8 0,-7 18 0,0-1 0,0 0 0,0 0 0,0 0 0,0 0 0,0 0 0,0 1 0,0-1 0,1 0 0,-1 0 0,0 0 0,0 0 0,0 0 0,0 1 0,0-1 0,0 0 0,0 0 0,0 0 0,0 0 0,0 0 0,0 0 0,0 1 0,1-1 0,-1 0 0,0 0 0,0 0 0,0 0 0,0 0 0,0 0 0,1 0 0,-1 0 0,0 0 0,0 0 0,0 0 0,0 1 0,0-1 0,1 0 0,-1 0 0,0 0 0,0 0 0,0 0 0,0 0 0,0 0 0,1 0 0,-1-1 0,0 1 0,0 0 0,0 0 0,0 0 0,0 0 0,1 0 0,-1 0 0,0 0 0,0 0 0,0 0 0,0 0 0,0 0 0,0 0 0,1-1 0,-1 1 0,0 0 0,0 0 0,0 0 0,0 0 0,0 0 0,0-1 0,0 1 0,0 0 0,0 0 0,3 14 0,-3 31 0,-6 55 0,-1 7 0,7-84-136,0 1-1,1-1 1,2 0-1,0 0 1,1 0-1,2 0 1,0 0-1,1-1 0,11 22 1,-2-17-6690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19.372"/>
    </inkml:context>
    <inkml:brush xml:id="br0">
      <inkml:brushProperty name="width" value="0.05" units="cm"/>
      <inkml:brushProperty name="height" value="0.05" units="cm"/>
    </inkml:brush>
  </inkml:definitions>
  <inkml:trace contextRef="#ctx0" brushRef="#br0">56 169 24575,'0'3'0,"0"-1"0,0 1 0,0 0 0,1 0 0,-1-1 0,1 1 0,-1 0 0,1 0 0,0-1 0,0 1 0,0-1 0,0 1 0,1-1 0,-1 1 0,1-1 0,-1 0 0,1 0 0,0 0 0,0 0 0,0 0 0,0 0 0,0 0 0,5 2 0,-4-2 0,1-1 0,-1 0 0,1 0 0,-1 0 0,1 0 0,0-1 0,0 1 0,-1-1 0,1 0 0,0 0 0,0 0 0,-1-1 0,1 1 0,0-1 0,-1 0 0,1 0 0,4-2 0,-2 0 0,0 1 0,1-1 0,-1-1 0,0 1 0,0-1 0,-1 0 0,1 0 0,-1-1 0,0 1 0,0-1 0,5-8 0,-8 11 0,-1-1 0,1 1 0,-1-1 0,1 0 0,-1 1 0,0-1 0,0 0 0,0 0 0,-1 0 0,1 0 0,-1 0 0,1 0 0,-1 0 0,0 0 0,0 0 0,0 0 0,-1 0 0,1 0 0,-1 0 0,0 0 0,0 0 0,1 1 0,-2-1 0,1 0 0,0 0 0,-1 1 0,1-1 0,-4-3 0,3 2 0,-1 0 0,0 1 0,0-1 0,-1 1 0,1 0 0,-1 0 0,1 0 0,-1 0 0,0 1 0,0-1 0,0 1 0,0 0 0,-1 0 0,1 0 0,-1 1 0,1 0 0,-1 0 0,1 0 0,-1 0 0,0 1 0,1-1 0,-1 1 0,0 0 0,0 1 0,1-1 0,-1 1 0,-6 2 0,5-1 0,-1 0 0,1 1 0,1 0 0,-1 0 0,0 0 0,1 1 0,0-1 0,-1 1 0,2 1 0,-1-1 0,0 1 0,1 0 0,0 0 0,0 0 0,0 0 0,1 1 0,0 0 0,0-1 0,-4 11 0,5-10 0,0-1 0,1 1 0,-1 0 0,1 0 0,1 0 0,-1-1 0,1 1 0,0 0 0,0 0 0,0 0 0,1 0 0,0 0 0,0 0 0,1 0 0,4 10 0,-4-11 0,1-1 0,0 1 0,0-1 0,0 0 0,0 0 0,1 0 0,0 0 0,0-1 0,0 0 0,0 1 0,0-1 0,1-1 0,0 1 0,-1-1 0,1 0 0,0 0 0,0 0 0,7 1 0,5 1 0,0-1 0,0-1 0,0 0 0,0-2 0,0 0 0,0 0 0,0-2 0,-1 0 0,1-1 0,0-1 0,21-7 0,-12 1 0,1-1 0,-2-1 0,0-2 0,0 0 0,-1-1 0,21-20 0,-37 31 0,-1-1 0,1 1 0,0 0 0,0 0 0,16-4 0,-13 4 0,-1 0 0,20-9 0,-27 11 0,0 0 0,0 0 0,-1 0 0,1 0 0,0 0 0,-1 0 0,0-1 0,1 1 0,-1-1 0,0 0 0,0 0 0,0 0 0,1-4 0,-2 6 0,-1-1 0,0 0 0,1 0 0,-1 0 0,0 1 0,0-1 0,0 0 0,0 0 0,-1 0 0,1 0 0,0 1 0,-1-1 0,1 0 0,-1 0 0,0 1 0,1-1 0,-1 0 0,0 1 0,0-1 0,0 1 0,0-1 0,0 1 0,-1-1 0,1 1 0,0 0 0,-3-2 0,-1-1 0,0-1 0,-1 1 0,1 0 0,-1 1 0,0-1 0,0 1 0,-1 0 0,1 1 0,-1 0 0,1 0 0,-1 0 0,0 0 0,1 1 0,-1 1 0,0-1 0,0 1 0,0 0 0,-9 1 0,10 0 0,1 0 0,0 0 0,-1 1 0,1 0 0,0 0 0,0 0 0,0 0 0,0 1 0,1 0 0,-1 0 0,1 0 0,-1 0 0,1 1 0,0 0 0,1 0 0,-1 0 0,0 0 0,1 0 0,0 1 0,0 0 0,1-1 0,-1 1 0,-2 8 0,2-5 0,1 1 0,-1 0 0,1 0 0,1 0 0,0 0 0,0 1 0,1-1 0,0 0 0,0 0 0,1 0 0,1 1 0,-1-1 0,2 0 0,-1 0 0,1-1 0,0 1 0,1-1 0,0 1 0,9 13 0,-7-14 0,1 1 0,-1-1 0,2 0 0,-1-1 0,1 0 0,0 0 0,1-1 0,0 0 0,0 0 0,0-1 0,0 0 0,1-1 0,0 0 0,0 0 0,0-1 0,21 3 0,-20-4 0,-1-1 0,1-1 0,-1 1 0,1-2 0,0 0 0,-1 0 0,1-1 0,-1 0 0,1 0 0,-1-2 0,0 1 0,11-6 0,-16 6 0,1 0 0,-1-1 0,1 1 0,-1-1 0,0 0 0,0-1 0,-1 1 0,1-1 0,-1 0 0,0 0 0,-1 0 0,1 0 0,-1-1 0,0 0 0,0 0 0,-1 1 0,1-2 0,-1 1 0,-1 0 0,1 0 0,0-8 0,-1 6 0,0 1 0,0-1 0,-1 0 0,0 0 0,-1 1 0,0-1 0,0 0 0,0 1 0,-1-1 0,-3-7 0,5 15 0,0 0 0,0 0 0,0 0 0,-1 0 0,1 0 0,0 0 0,0 0 0,0 0 0,0 0 0,0 0 0,0 0 0,0 0 0,0 0 0,0 0 0,0 0 0,0 0 0,-1 0 0,1 0 0,0 0 0,0 1 0,0-1 0,0 0 0,0 0 0,0 0 0,0 0 0,0-1 0,0 1 0,-1 0 0,1 0 0,0 0 0,0 0 0,0 0 0,0 0 0,0 0 0,0 0 0,0 0 0,0 0 0,0 0 0,0 0 0,0 0 0,-1 0 0,1 0 0,0 0 0,0 0 0,0 0 0,0 0 0,0-1 0,0 1 0,0 0 0,0 0 0,0 0 0,0 0 0,0 0 0,0 0 0,0 0 0,0 0 0,0 0 0,0-1 0,0 1 0,0 0 0,0 0 0,0 0 0,0 0 0,0 0 0,0 0 0,-1 11 0,3 19 0,31 169 0,-21-127 0,4 28 0,-15-212 0,-2 10 0,2-164 0,-1 259 0,1 0 0,-1 0 0,1 1 0,0-1 0,1 0 0,0 1 0,4-11 0,-5 15 0,0 0 0,0 1 0,0-1 0,0 0 0,0 1 0,1-1 0,-1 1 0,1 0 0,-1-1 0,1 1 0,-1 0 0,1 0 0,0 0 0,-1 0 0,1 0 0,0 1 0,0-1 0,0 0 0,0 1 0,0-1 0,0 1 0,0 0 0,-1 0 0,1 0 0,0 0 0,0 0 0,0 0 0,0 0 0,0 1 0,4 0 0,1 1 0,1 1 0,0 0 0,-1 0 0,1 0 0,-1 1 0,0 1 0,0-1 0,-1 1 0,0 0 0,1 0 0,-1 1 0,8 10 0,-6-7 0,0 1 0,-1 1 0,0-1 0,-1 1 0,0 0 0,-1 0 0,7 20 0,-10-24 0,-1 0 0,1 0 0,-1 1 0,0-1 0,-1 1 0,0-1 0,0 1 0,0-1 0,-1 1 0,0-1 0,-1 0 0,1 1 0,-1-1 0,-1 0 0,0 0 0,0 0 0,0-1 0,-5 9 0,3-8 0,-1 0 0,0 0 0,0 0 0,-1-1 0,0 0 0,0 0 0,0 0 0,-1-1 0,1 0 0,-1-1 0,0 0 0,-1 0 0,1-1 0,-14 4 0,12-4-114,0 0 1,-1-1-1,1 0 0,-1 0 0,0-1 1,1-1-1,-1 0 0,0 0 0,1-1 1,-1-1-1,-19-4 0,9-4-6712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1.270"/>
    </inkml:context>
    <inkml:brush xml:id="br0">
      <inkml:brushProperty name="width" value="0.05" units="cm"/>
      <inkml:brushProperty name="height" value="0.05" units="cm"/>
    </inkml:brush>
  </inkml:definitions>
  <inkml:trace contextRef="#ctx0" brushRef="#br0">2552 91 24575,'-33'-13'0,"0"2"0,-1 1 0,-1 1 0,-58-6 0,-52-2 0,-208 1 0,257 19 0,0 3 0,0 5 0,1 4 0,0 4 0,2 4 0,0 4 0,2 4 0,1 5 0,-110 59 0,137-58 0,2 2 0,2 2 0,2 3 0,2 3 0,1 2 0,-58 70 0,72-70 0,2 1 0,3 1 0,2 2 0,2 2 0,3 1 0,2 1 0,-29 92 0,46-119 0,2 1 0,1-1 0,1 1 0,2 0 0,1 0 0,1 0 0,2 0 0,1 0 0,1 0 0,2 0 0,1-1 0,1 1 0,2-2 0,1 1 0,1-1 0,2-1 0,0 0 0,2 0 0,19 25 0,-6-15-54,1-2 0,2-1-1,1-2 1,2 0 0,70 50-1,-50-46-124,3-3 0,0-2 0,97 38-1,-50-32-178,148 33 0,106-1 32,166 0-1715,932 5 1,-504-136 1835,-757 32 18,-1-9 1,343-113-1,-462 123 358,142-74 1,-189 86 43,0-1 1,-1-2-1,-1 0 1,-1-2-1,0-1 1,-2-1-1,35-44 1,-49 54 5,-1 0 1,0-1-1,-1 0 0,0 0 0,-1-1 1,-1 0-1,0 0 0,-1 0 0,-1-1 1,0 1-1,-1-1 0,0-16 1,-2 10-47,-1 1 1,-2-1 0,0 1 0,-1 0 0,-1 0-1,-1 0 1,-1 1 0,-12-27 0,-8-5-135,-1 0 0,-3 2 1,-2 2-1,-53-60 0,4 18-237,-101-85 0,91 95 174,-5 4 0,-2 5 0,-189-102 0,201 129 25,-2 5-1,-2 3 1,-1 5 0,-2 3 0,-117-18 0,111 32 71,0 4-1,-1 5 1,-179 14-1,153 6-599,2 5-1,-193 56 1,253-56-5718</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2.264"/>
    </inkml:context>
    <inkml:brush xml:id="br0">
      <inkml:brushProperty name="width" value="0.05" units="cm"/>
      <inkml:brushProperty name="height" value="0.05" units="cm"/>
    </inkml:brush>
  </inkml:definitions>
  <inkml:trace contextRef="#ctx0" brushRef="#br0">2704 36 24575,'4'0'0,"0"-1"0,0 0 0,1 0 0,-1 0 0,0-1 0,0 1 0,0-1 0,0 0 0,-1 0 0,1 0 0,4-4 0,19-9 0,-24 16 0,-5 4 0,-5 6 0,6-10 0,-98 144 0,-42 54 0,130-186 0,-1 0 0,-1 0 0,0-1 0,-1-1 0,0 0 0,-1-1 0,0-1 0,-1 0 0,0-1 0,0-1 0,-1 0 0,1-1 0,-31 6 0,-3-3 0,0-2 0,0-2 0,0-2 0,-57-4 0,-201-32 0,-420-98-510,412 69 365,210 42 145,-335-53 0,425 70 9,11 2 0,-1 0-1,0 0 0,1 0 1,-1 1-1,0 0 0,1 0 1,-1 0-1,0 1 0,1 0 1,-1 0-1,-8 3 0,13-4 1,1 0-1,0 1 0,0-1 0,0 0 1,-1 1-1,1-1 0,0 0 0,0 1 0,0-1 1,0 0-1,-1 1 0,1-1 0,0 1 1,0-1-1,0 0 0,0 1 0,0-1 1,0 0-1,0 1 0,0-1 0,0 1 1,0-1-1,0 0 0,1 1 0,-1-1 1,0 1-1,0-1 0,0 0 0,0 1 0,1-1 1,-1 0-1,0 1 0,0-1 0,0 0 1,1 1-1,11 14 215,-8-11-197,0 2-26,0 0 0,0 1 0,-1-1 0,1 1 0,-1 0 0,-1 0 0,1 0 0,-1 0 0,-1 1 0,1-1 0,-1 0 0,-1 1 0,1 13 0,-3 5 0,-1 1 0,-11 41 0,8-39 0,-4 39 0,9-51-170,1 0-1,1-1 0,1 1 1,0 0-1,1-1 0,1 0 1,6 20-1,-4-20-6655</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2.614"/>
    </inkml:context>
    <inkml:brush xml:id="br0">
      <inkml:brushProperty name="width" value="0.05" units="cm"/>
      <inkml:brushProperty name="height" value="0.05" units="cm"/>
    </inkml:brush>
  </inkml:definitions>
  <inkml:trace contextRef="#ctx0" brushRef="#br0">0 0 24575,'1'2'0,"-1"-1"0,1 0 0,-1 0 0,1 1 0,-1-1 0,1 0 0,0 0 0,-1 0 0,1 0 0,0 0 0,0 0 0,0 0 0,0 0 0,0 0 0,0 0 0,0 0 0,0 0 0,2 0 0,26 15 0,-22-12 0,13 5 0,0-1 0,0-1 0,1 0 0,0-2 0,0 0 0,0-2 0,40 2 0,-52-5 0,-1 0 0,1-1 0,0 0 0,0 0 0,0-1 0,-1 0 0,1-1 0,8-3 0,-12 3 0,1 0 0,-1 1 0,1-2 0,-1 1 0,0-1 0,-1 1 0,1-1 0,-1-1 0,1 1 0,-1-1 0,0 1 0,4-8 0,-4 2 171,-7 9 0,-11 12-1878,4 0-5119</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4.024"/>
    </inkml:context>
    <inkml:brush xml:id="br0">
      <inkml:brushProperty name="width" value="0.05" units="cm"/>
      <inkml:brushProperty name="height" value="0.05" units="cm"/>
    </inkml:brush>
  </inkml:definitions>
  <inkml:trace contextRef="#ctx0" brushRef="#br0">273 149 24575,'1'-33'0,"-1"33"0,0 1 0,0-1 0,0 0 0,0 0 0,0 0 0,1 0 0,-1 0 0,0 0 0,0 0 0,0 0 0,0 0 0,0 0 0,0 0 0,0 0 0,0 0 0,0 0 0,0 0 0,0 0 0,0 0 0,0 0 0,0 0 0,0 0 0,0 0 0,1 0 0,-1 0 0,0 0 0,0 0 0,0 0 0,0 0 0,0-1 0,0 1 0,0 0 0,0 0 0,0 0 0,0 0 0,0 0 0,0 0 0,0 0 0,0 0 0,0 0 0,0 0 0,0 0 0,4 19 0,4 48 0,-4 1 0,-5 79 0,1-147 0,-5 67 0,-3 0 0,-30 119 0,6-39 0,29-136 0,1-1 0,0 0 0,1 0 0,0 0 0,1 13 0,0-21 0,0 0 0,0 0 0,1 1 0,-1-1 0,1 0 0,-1 0 0,1 0 0,0 1 0,0-1 0,0 0 0,0 0 0,0 0 0,0-1 0,1 1 0,-1 0 0,1 0 0,-1-1 0,1 1 0,0-1 0,-1 1 0,1-1 0,0 0 0,0 0 0,4 2 0,9 2 0,0-2 0,0 0 0,1 0 0,-1-2 0,1 0 0,0 0 0,18-3 0,12 1 0,943 48-2287,-2 36-1012,-614-49 2891,-42-4 223,784 65-1998,0-28 665,-1077-65 1578,298 4 526,-260-8 655,0-4-1,102-20 1,-171 24-1225,62-16 1406,-63 16-1218,0 0 1,0-1 0,-1 0-1,0 0 1,1 0 0,-1 0 0,0-1-1,0 0 1,4-5 0,-8 8-171,0-1 1,1 0 0,-1 1-1,0-1 1,0 0-1,0 0 1,0 0-1,-1 0 1,1 0-1,0 0 1,-1 0-1,0 0 1,1 0-1,-1 0 1,0 0 0,0 0-1,0 0 1,0 0-1,0 0 1,-1 0-1,1-1 1,-1 1-1,1 0 1,-1 0-1,0 1 1,0-1-1,-2-4 1,-3-4 151,0 1 0,-1-1-1,0 1 1,-9-8 0,-1-3-55,11 11-131,0 0 0,1 0 0,0-1 0,1 0 0,-1 0 0,2-1 0,0 1 0,0-1 0,1 1 0,0-1 0,0 0 0,2 0 0,-1 0 0,1 0 0,1 1 0,3-21 0,5-13 0,1 1 0,30-77 0,-21 69 0,-4 10 0,-7 21 0,0 0 0,7-37 0,-15 55 0,0 0 0,0 0 0,0 0 0,0 0 0,0 0 0,0 0 0,-1 0 0,1 0 0,-1 0 0,1 0 0,-1 0 0,0 0 0,0 0 0,1 0 0,-1 0 0,-2-2 0,0 0 0,0 1 0,0 0 0,0 0 0,-1 0 0,1 0 0,-1 1 0,-5-4 0,-6-2 0,0 2 0,0-1 0,-19-4 0,30 10 0,-59-16 0,-108-15 0,-70 8 0,154 16 0,-907-90-699,5-1-588,-1 22 594,226 39 618,-232-15-557,870 42 1555,-115-4 1540,224 16-2463,0 0 0,1 2 0,-1 0 0,-19 7 0,15-5 0,-36 6 0,43-9 0,-86 11 0,88-11 0,-1 1 0,1 1 0,-1 0 0,1 1 0,-19 10 0,30-15 0,0 0 0,0 1 0,-1-1 0,1 1 0,0 0 0,0-1 0,0 1 0,0 0 0,1-1 0,-1 1 0,0 0 0,0 0 0,0 0 0,1 0 0,-1 0 0,0 0 0,1 0 0,-1 0 0,1 0 0,-1 0 0,1 0 0,-1 1 0,1-1 0,0 0 0,0 0 0,0 0 0,-1 1 0,1-1 0,0 0 0,0 0 0,1 0 0,-1 1 0,0-1 0,0 0 0,1 0 0,-1 0 0,0 0 0,1 0 0,-1 1 0,2 0 0,0 0 0,0 1 0,0-1 0,0 0 0,0 0 0,0-1 0,1 1 0,-1 0 0,0-1 0,1 0 0,0 1 0,-1-1 0,1 0 0,0 0 0,0 0 0,-1-1 0,5 1 0,14 1-1365,-1-2-5461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4.574"/>
    </inkml:context>
    <inkml:brush xml:id="br0">
      <inkml:brushProperty name="width" value="0.05" units="cm"/>
      <inkml:brushProperty name="height" value="0.05" units="cm"/>
    </inkml:brush>
  </inkml:definitions>
  <inkml:trace contextRef="#ctx0" brushRef="#br0">1 1 24575,'441'17'-284,"7"22"-411,-62-5-52,834 40-4280,5-21 2739,-763-35 1712,-204-7 579,141 5 885,-137-3 3830,-254-12-3466,-15 0-113,-21-1-1338,26 0-207,-30-1-5563</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5.102"/>
    </inkml:context>
    <inkml:brush xml:id="br0">
      <inkml:brushProperty name="width" value="0.05" units="cm"/>
      <inkml:brushProperty name="height" value="0.05" units="cm"/>
    </inkml:brush>
  </inkml:definitions>
  <inkml:trace contextRef="#ctx0" brushRef="#br0">0 1 24575,'702'37'-342,"317"57"-1492,1534 119-4042,-1419-156 4686,-1098-55 1598,6 0 471,48-4 0,-68-3 964,-20 1-1188,-10-1-1057,-17-3-2809</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5.728"/>
    </inkml:context>
    <inkml:brush xml:id="br0">
      <inkml:brushProperty name="width" value="0.05" units="cm"/>
      <inkml:brushProperty name="height" value="0.05" units="cm"/>
    </inkml:brush>
  </inkml:definitions>
  <inkml:trace contextRef="#ctx0" brushRef="#br0">8 28 24575,'-7'-16'0,"7"15"0,0 1 0,0 0 0,0-1 0,0 1 0,0 0 0,0-1 0,0 1 0,0 0 0,0-1 0,0 1 0,0 0 0,0-1 0,0 1 0,0 0 0,0-1 0,0 1 0,0 0 0,0-1 0,0 1 0,1 0 0,-1-1 0,0 1 0,0 0 0,0 0 0,1-1 0,-1 1 0,0 0 0,0 0 0,1-1 0,-1 1 0,0 0 0,0 0 0,1 0 0,-1-1 0,0 1 0,1 0 0,-1 0 0,0 0 0,1 0 0,-1 0 0,0 0 0,1 0 0,-1 0 0,0 0 0,1 0 0,-1 0 0,1 0 0,0 0 0,0 0 0,-1 1 0,1-1 0,0 1 0,0-1 0,0 1 0,-1-1 0,1 1 0,0 0 0,-1-1 0,1 1 0,0 0 0,-1 0 0,1-1 0,-1 1 0,1 0 0,-1 0 0,1 1 0,7 19 0,-8-21 0,5 25 0,0 1 0,-2 0 0,-1 0 0,-1 49 0,-2-36 0,1 82-455,-7 1 0,-23 131 0,23-215-6371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7.011"/>
    </inkml:context>
    <inkml:brush xml:id="br0">
      <inkml:brushProperty name="width" value="0.05" units="cm"/>
      <inkml:brushProperty name="height" value="0.05" units="cm"/>
    </inkml:brush>
  </inkml:definitions>
  <inkml:trace contextRef="#ctx0" brushRef="#br0">256 77 24575,'2'0'0,"0"-1"0,0 1 0,0-1 0,0 1 0,-1-1 0,1 0 0,0 0 0,0 0 0,-1 0 0,1 0 0,-1 0 0,1 0 0,-1 0 0,1-1 0,-1 1 0,1-1 0,-1 1 0,0-1 0,1-1 0,-1 2 0,0 0 0,-1 0 0,1 0 0,-1 0 0,1 0 0,-1 0 0,0 1 0,1-1 0,-1 0 0,0 0 0,0 0 0,1 0 0,-1 0 0,0 0 0,0 0 0,0-1 0,0 1 0,0 0 0,0 0 0,-1 0 0,1 0 0,0 0 0,0 0 0,-1 1 0,1-1 0,-1 0 0,1 0 0,-1 0 0,1 0 0,-1 0 0,1 0 0,-1 1 0,0-1 0,0 0 0,1 1 0,-1-1 0,-1 0 0,-5-3 0,0 1 0,1 1 0,-1-1 0,-1 1 0,1 1 0,0-1 0,0 1 0,-1 0 0,1 1 0,-1 0 0,-14 1 0,7 1 0,0 0 0,0 1 0,0 1 0,-26 10 0,35-12 0,0 1 0,1-1 0,-1 2 0,1-1 0,-1 0 0,1 1 0,0 0 0,1 1 0,-1-1 0,1 1 0,0-1 0,-6 10 0,8-11 0,1 0 0,-1-1 0,1 1 0,0 0 0,0 0 0,1 1 0,-1-1 0,1 0 0,-1 0 0,1 0 0,0 0 0,0 1 0,0-1 0,1 0 0,-1 0 0,1 0 0,-1 0 0,1 0 0,0 0 0,0 0 0,1 0 0,-1 0 0,1 0 0,-1 0 0,1-1 0,4 5 0,-2-2 0,1 0 0,0 0 0,0-1 0,1 0 0,-1 0 0,1 0 0,0-1 0,0 0 0,0 0 0,7 2 0,-4-2 0,-1 1 0,0 0 0,0 1 0,9 6 0,-16-10 0,-1-1 0,1 1 0,-1-1 0,0 0 0,1 1 0,-1-1 0,0 1 0,1-1 0,-1 1 0,0-1 0,0 1 0,0 0 0,1-1 0,-1 1 0,0-1 0,0 1 0,0-1 0,0 1 0,0 0 0,0-1 0,0 1 0,0-1 0,0 1 0,0-1 0,0 1 0,0 0 0,-1-1 0,1 1 0,0-1 0,0 1 0,-1-1 0,1 1 0,0-1 0,-1 1 0,1-1 0,0 1 0,-1-1 0,1 0 0,-1 1 0,1-1 0,0 1 0,-1-1 0,1 0 0,-1 0 0,1 1 0,-2-1 0,-28 17 0,25-14 0,0 0 0,0 0 0,0 0 0,0 0 0,1 1 0,-1-1 0,1 1 0,0 1 0,0-1 0,-5 8 0,8-10 0,0-1 0,1 0 0,-1 0 0,1 1 0,-1-1 0,1 1 0,-1-1 0,1 0 0,0 1 0,-1-1 0,1 1 0,0-1 0,0 1 0,0-1 0,0 1 0,1-1 0,-1 2 0,1-1 0,0 0 0,0-1 0,0 1 0,0-1 0,0 1 0,0-1 0,0 0 0,1 1 0,-1-1 0,0 0 0,1 0 0,-1 0 0,1 0 0,-1 0 0,1 0 0,0 0 0,2 0 0,1 1 29,1 0-1,-1 0 1,1-1-1,-1 0 0,1 0 1,-1-1-1,1 1 1,0-1-1,-1-1 1,1 1-1,7-2 1,3-2-598,-1 0 0,26-10 0,-17 3-6257</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7.382"/>
    </inkml:context>
    <inkml:brush xml:id="br0">
      <inkml:brushProperty name="width" value="0.05" units="cm"/>
      <inkml:brushProperty name="height" value="0.05" units="cm"/>
    </inkml:brush>
  </inkml:definitions>
  <inkml:trace contextRef="#ctx0" brushRef="#br0">43 67 24575,'0'-4'0,"-1"0"0,0 0 0,1 0 0,-2 0 0,1 0 0,0 1 0,-1-1 0,1 0 0,-1 1 0,0-1 0,0 1 0,-1 0 0,1 0 0,-1 0 0,0 0 0,-5-5 0,8 8 0,-1-1 0,1 1 0,0 0 0,0 0 0,0 0 0,-1 0 0,1 0 0,0 0 0,0 0 0,-1 0 0,1 0 0,0 0 0,0 0 0,-1 0 0,1 0 0,0 0 0,0 0 0,0 0 0,-1 0 0,1 0 0,0 0 0,0 0 0,-1 1 0,1-1 0,0 0 0,0 0 0,0 0 0,0 0 0,-1 0 0,1 0 0,0 1 0,0-1 0,0 0 0,0 0 0,-1 0 0,1 1 0,0-1 0,0 0 0,0 0 0,0 0 0,0 1 0,0-1 0,0 0 0,0 0 0,0 1 0,0-1 0,0 0 0,0 0 0,0 1 0,0-1 0,0 0 0,0 0 0,0 0 0,0 1 0,0 15 0,0-14 0,3 50 0,13 59 0,-12-89 0,-4-20 0,1 1 0,-1-1 0,1 1 0,0-1 0,-1 0 0,1 1 0,3 3 0,-4-5 0,0-1 0,1 1 0,-1-1 0,1 0 0,-1 0 0,1 1 0,-1-1 0,0 0 0,1 0 0,-1 1 0,1-1 0,-1 0 0,1 0 0,0 0 0,-1 0 0,1 0 0,-1 0 0,1 0 0,-1 0 0,1 0 0,-1 0 0,1 0 0,-1 0 0,1 0 0,-1 0 0,1 0 0,-1-1 0,1 1 0,-1 0 0,1 0 0,-1 0 0,1-1 0,-1 1 0,0 0 0,1-1 0,-1 1 0,1-1 0,-1 1 0,0 0 0,1-1 0,-1 0 0,17-15 0,0-2 0,20-27 0,-23 26 0,1 1 0,24-23 0,-37 39 0,-1 1 0,0 0 0,0 0 0,0 0 0,1 0 0,-1 1 0,0-1 0,1 0 0,-1 0 0,1 1 0,-1-1 0,1 1 0,-1 0 0,4-1 0,-4 1 0,-1 0 0,1 0 0,0 0 0,-1 1 0,1-1 0,-1 0 0,1 0 0,0 1 0,-1-1 0,1 0 0,-1 1 0,1-1 0,-1 1 0,1-1 0,-1 1 0,0-1 0,1 1 0,-1-1 0,1 1 0,-1-1 0,0 1 0,1 0 0,-1-1 0,0 2 0,2 5 0,0 1 0,-1-1 0,0 0 0,-1 1 0,0 9 0,2 10 0,-1-23 43,0-1 0,0 1-1,0-1 1,0 1 0,1-1-1,-1 0 1,5 5 0,-6-7-115,1 0 1,0 0 0,0 0 0,0 0 0,0 0 0,0 0 0,0 0 0,0 0 0,0-1-1,0 1 1,0 0 0,1-1 0,-1 1 0,0-1 0,0 1 0,1-1 0,-1 0 0,0 1 0,1-1-1,-1 0 1,0 0 0,0 0 0,3 0 0,7-3-6755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7.544"/>
    </inkml:context>
    <inkml:brush xml:id="br0">
      <inkml:brushProperty name="width" value="0.05" units="cm"/>
      <inkml:brushProperty name="height" value="0.05" units="cm"/>
    </inkml:brush>
  </inkml:definitions>
  <inkml:trace contextRef="#ctx0" brushRef="#br0">1 69 24575,'3'-6'0,"1"-5"0,0-5 0,-1-1 0,0 4 0,-2 8 0,0 11 0,-1 7 0,0 12 0,0 7 0,0 5 0,0 5 0,0 1 0,-1 1 0,4-5 0,1-5 0,3-6 0,1-7-8191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7.665"/>
    </inkml:context>
    <inkml:brush xml:id="br0">
      <inkml:brushProperty name="width" value="0.05" units="cm"/>
      <inkml:brushProperty name="height" value="0.05" units="cm"/>
    </inkml:brush>
  </inkml:definitions>
  <inkml:trace contextRef="#ctx0" brushRef="#br0">0 92 24575,'0'-6'0,"0"-6"0,0-3 0,3-3 0,4 3 0,5 3 0,5 3 0,7 4 0,9 6 0,1 2 0,-4 1-8191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8.798"/>
    </inkml:context>
    <inkml:brush xml:id="br0">
      <inkml:brushProperty name="width" value="0.05" units="cm"/>
      <inkml:brushProperty name="height" value="0.05" units="cm"/>
    </inkml:brush>
  </inkml:definitions>
  <inkml:trace contextRef="#ctx0" brushRef="#br0">0 98 24575,'1'-4'0,"1"0"0,-1 0 0,1 0 0,0 0 0,0 0 0,1 1 0,-1-1 0,1 1 0,0 0 0,0-1 0,6-4 0,-6 5 0,-1 1 0,-1 0 0,1 0 0,-1 1 0,1-1 0,0 1 0,0 0 0,0-1 0,0 1 0,0 0 0,0 0 0,0 0 0,0 0 0,0 0 0,1 1 0,-1-1 0,0 1 0,0-1 0,1 1 0,3 0 0,-4 1 0,-1-1 0,1 1 0,0 0 0,-1 0 0,1 0 0,-1 0 0,1 0 0,-1 0 0,0 0 0,0 1 0,1-1 0,-1 0 0,0 1 0,0-1 0,0 1 0,0-1 0,0 1 0,-1 0 0,1-1 0,0 1 0,-1 0 0,1-1 0,-1 1 0,0 0 0,1 0 0,-1 2 0,2 15 0,0 0 0,-2 1 0,-1 21 0,1 32 0,0-72 0,0-1 0,0 0 0,-1 0 0,1 1 0,0-1 0,0 0 0,0 0 0,0 1 0,0-1 0,0 0 0,0 1 0,0-1 0,0 0 0,0 0 0,1 1 0,-1-1 0,0 0 0,0 0 0,0 1 0,0-1 0,0 0 0,0 0 0,0 1 0,1-1 0,-1 0 0,0 0 0,0 0 0,0 1 0,1-1 0,-1 0 0,0 0 0,0 0 0,0 0 0,1 0 0,-1 1 0,0-1 0,0 0 0,1 0 0,-1 0 0,0 0 0,0 0 0,1 0 0,-1 0 0,1 0 0,9-11 0,8-20 0,51-95 0,-41 76 0,-27 49 0,13-20 0,-13 21 0,-1-1 0,0 1 0,0 0 0,1-1 0,-1 1 0,0 0 0,1-1 0,-1 1 0,0 0 0,1 0 0,-1 0 0,0-1 0,1 1 0,-1 0 0,0 0 0,1 0 0,-1 0 0,1 0 0,-1-1 0,0 1 0,1 0 0,-1 0 0,1 0 0,-1 0 0,1 0 0,-1 0 0,0 1 0,1-1 0,-1 0 0,1 0 0,-1 0 0,0 0 0,1 0 0,-1 1 0,0-1 0,1 0 0,-1 0 0,0 0 0,1 1 0,-1-1 0,0 0 0,1 1 0,-1-1 0,0 0 0,0 1 0,1-1 0,-1 0 0,0 1 0,0 0 0,3 2 0,0 1 0,0-1 0,0 0 0,0 0 0,0 0 0,0-1 0,1 1 0,-1-1 0,1 0 0,0 0 0,0 0 0,0 0 0,0 0 0,6 1 0,-5-2 0,0 1 0,0 0 0,-1 0 0,1 0 0,0 0 0,-1 1 0,0 0 0,0 0 0,0 0 0,0 1 0,5 4 0,-5-1 0,1 1 0,-1 0 0,0 0 0,-1 0 0,0 0 0,0 0 0,-1 0 0,0 1 0,0 0 0,-1-1 0,0 1 0,-1 17 0,1-3 0,1-8-1365,2-3-5461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9.230"/>
    </inkml:context>
    <inkml:brush xml:id="br0">
      <inkml:brushProperty name="width" value="0.05" units="cm"/>
      <inkml:brushProperty name="height" value="0.05" units="cm"/>
    </inkml:brush>
  </inkml:definitions>
  <inkml:trace contextRef="#ctx0" brushRef="#br0">15 114 24575,'19'-2'0,"-1"0"0,1-2 0,-1 0 0,0-1 0,0 0 0,-1-1 0,33-18 0,-48 24 0,0-2 0,0 1 0,0 0 0,0 0 0,-1-1 0,1 1 0,0-1 0,0 1 0,-1-1 0,1 0 0,-1 1 0,0-1 0,0 0 0,1 0 0,0-4 0,-2 5 0,1 0 0,-1 1 0,0-1 0,0 0 0,0 1 0,0-1 0,0 0 0,0 0 0,0 1 0,0-1 0,-1 0 0,1 1 0,0-1 0,0 0 0,-1 1 0,1-1 0,0 0 0,-1 1 0,1-1 0,-1 0 0,0 0 0,0 0 0,-1-1 0,1 1 0,0 0 0,-1 1 0,1-1 0,-1 0 0,1 0 0,-1 1 0,1-1 0,-1 0 0,-1 1 0,-8-3 0,1 1 0,0 1 0,0 0 0,-1 1 0,1 0 0,-1 0 0,1 1 0,0 0 0,-1 1 0,1 0 0,0 1 0,0 0 0,0 1 0,1 0 0,-16 8 0,23-11 0,1 0 0,0 0 0,0 0 0,0 0 0,-1 0 0,1 0 0,0 0 0,1 0 0,-1 0 0,0 1 0,0-1 0,0 0 0,1 1 0,-1-1 0,1 0 0,-1 1 0,1-1 0,-1 1 0,1-1 0,0 1 0,0-1 0,0 1 0,0 1 0,0-1 0,1 1 0,-1-1 0,1 1 0,0 0 0,0-1 0,0 1 0,1-1 0,-1 0 0,1 1 0,-1-1 0,4 4 0,3 2 0,0-1 0,0 0 0,1 0 0,0 0 0,11 6 0,11 4 0,-12-8 0,-2 1 0,33 24 0,-50-33 0,1-1 0,-1 0 0,1 1 0,-1-1 0,1 0 0,-1 1 0,1-1 0,-1 1 0,1-1 0,-1 1 0,0-1 0,1 1 0,-1-1 0,0 1 0,0 0 0,1-1 0,-1 1 0,0-1 0,0 1 0,0 0 0,0-1 0,0 1 0,0-1 0,0 1 0,0 0 0,0-1 0,0 1 0,0 0 0,0 0 0,-1 0 0,0 0 0,1 0 0,-1 0 0,0-1 0,0 1 0,0 0 0,0 0 0,0 0 0,0-1 0,0 1 0,0-1 0,0 1 0,-2 0 0,-40 10 0,42-11 0,-5 0 0,-60 7 0,61-6 0,1-1 0,-1 0 0,0-1 0,0 1 0,0-1 0,0 0 0,1 0 0,-1-1 0,0 1 0,-7-5 0,3-2-1365,6 0-5461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29.780"/>
    </inkml:context>
    <inkml:brush xml:id="br0">
      <inkml:brushProperty name="width" value="0.05" units="cm"/>
      <inkml:brushProperty name="height" value="0.05" units="cm"/>
    </inkml:brush>
  </inkml:definitions>
  <inkml:trace contextRef="#ctx0" brushRef="#br0">1 66 24575,'19'1'0,"44"-3"0,-59 1 0,0 1 0,-1-1 0,1 0 0,-1 0 0,1 0 0,-1 0 0,1 0 0,-1-1 0,0 0 0,1 0 0,-1 0 0,0 0 0,4-4 0,-6 5 0,-1 1 0,1-1 0,-1 0 0,1 1 0,-1-1 0,1 0 0,-1 1 0,1-1 0,-1 0 0,0 0 0,0 1 0,1-1 0,-1 0 0,0 0 0,0 1 0,0-1 0,0 0 0,0 0 0,0 0 0,0 0 0,0 1 0,0-1 0,0 0 0,0 0 0,-1 1 0,1-1 0,0 0 0,0 0 0,-1 1 0,1-1 0,-1 0 0,1 0 0,0 1 0,-1-1 0,0 1 0,1-1 0,-1 0 0,1 1 0,-1-1 0,0 1 0,0-1 0,-1-1 0,0 1 0,0 0 0,0 0 0,-1-1 0,1 1 0,0 1 0,0-1 0,-1 0 0,1 1 0,-1-1 0,1 1 0,-4-1 0,2 2 0,0-1 0,1 1 0,-1 0 0,1 0 0,0 0 0,-1 1 0,1-1 0,0 1 0,0 0 0,0-1 0,0 1 0,0 1 0,0-1 0,1 0 0,-1 1 0,1 0 0,-1-1 0,1 1 0,0 0 0,0 0 0,-2 5 0,3-6 0,0-1 0,1 1 0,-1 0 0,1-1 0,-1 1 0,1 0 0,0-1 0,0 1 0,-1 0 0,1-1 0,0 1 0,1 0 0,-1 0 0,0-1 0,0 1 0,1 0 0,-1-1 0,2 4 0,-1-4 0,0 1 0,1 0 0,-1-1 0,1 1 0,-1-1 0,1 1 0,-1-1 0,1 0 0,0 1 0,0-1 0,0 0 0,0 0 0,-1 0 0,1-1 0,0 1 0,1 0 0,-1-1 0,4 1 0,-2 0 0,1 0 0,0-1 0,0 0 0,-1 0 0,1 0 0,0 0 0,0-1 0,-1 0 0,1 0 0,-1 0 0,1-1 0,-1 1 0,1-1 0,-1 0 0,0 0 0,0-1 0,1 1 0,-2-1 0,1 0 0,0 0 0,5-6 0,-9 9 0,0 0 0,0 0 0,0 1 0,0-1 0,0 0 0,0 0 0,-1 0 0,1 0 0,0 0 0,0 0 0,0 0 0,0 0 0,0 0 0,0 0 0,0 0 0,0 1 0,0-1 0,0 0 0,0 0 0,0 0 0,0 0 0,0 0 0,0 0 0,0 0 0,0 0 0,0 0 0,0 0 0,0 1 0,0-1 0,0 0 0,1 0 0,-1 0 0,0 0 0,0 0 0,0 0 0,0 0 0,0 0 0,0 0 0,0 0 0,0 0 0,0 0 0,0 0 0,0 0 0,0 1 0,0-1 0,0 0 0,1 0 0,-1 0 0,0 0 0,0 0 0,0 0 0,0 0 0,0 0 0,0 0 0,0 0 0,0 0 0,0 0 0,0 0 0,1 0 0,-1 0 0,0 0 0,0 0 0,0 0 0,0 0 0,0 0 0,0-1 0,0 17 0,-3 20 0,-20 193 0,23-227 0,0 0 0,-1 0 0,1 0 0,0 0 0,0 0 0,-1 0 0,0 0 0,1 0 0,-1 0 0,0 0 0,0 0 0,0 0 0,0-1 0,0 1 0,0 0 0,0-1 0,-1 1 0,1-1 0,0 1 0,-3 1 0,2-3 0,1 1 0,-1-1 0,0 0 0,1 1 0,-1-1 0,1 0 0,-1 0 0,1 0 0,-1-1 0,0 1 0,1 0 0,-1 0 0,1-1 0,-1 1 0,1-1 0,-1 0 0,1 1 0,0-1 0,-1 0 0,1 0 0,0 0 0,-1 0 0,1 0 0,0 0 0,0 0 0,-1-2 0,-4-2 0,1 0 0,0-1 0,0 1 0,1-1 0,0 0 0,0-1 0,0 1 0,1-1 0,0 1 0,0-1 0,1 0 0,-1 0 0,2 0 0,-1-1 0,1 1 0,0 0 0,0-12 0,2 8 0,0 1 0,0-1 0,1 1 0,0-1 0,1 1 0,1 0 0,-1 0 0,1 0 0,1 1 0,0 0 0,9-14 0,-6 13 0,0 0 0,0 0 0,0 1 0,2 0 0,-1 0 0,1 1 0,0 1 0,0-1 0,19-8 0,-21 12 0,0 0 0,0 1 0,0 1 0,0-1 0,0 1 0,0 1 0,0-1 0,1 1 0,-1 1 0,1 0 0,-1 0 0,1 0 0,-1 1 0,15 4 0,-18-4-105,0 1 0,0 0 0,-1 0 0,1 0 0,0 1 0,-1 0 0,0 0 0,1 0 0,-1 0 0,0 0 0,-1 1 0,5 5 0,10 16-6721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30.648"/>
    </inkml:context>
    <inkml:brush xml:id="br0">
      <inkml:brushProperty name="width" value="0.05" units="cm"/>
      <inkml:brushProperty name="height" value="0.05" units="cm"/>
    </inkml:brush>
  </inkml:definitions>
  <inkml:trace contextRef="#ctx0" brushRef="#br0">0 36 24575,'3'0'0,"4"0"0,5 0 0,5 0 0,7-3 0,5-1 0,5 0 0,2 1 0,-2 0 0,0-1 0,-3-1 0,-4 1 0,-3 0 0,-5 2-8191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30.792"/>
    </inkml:context>
    <inkml:brush xml:id="br0">
      <inkml:brushProperty name="width" value="0.05" units="cm"/>
      <inkml:brushProperty name="height" value="0.05" units="cm"/>
    </inkml:brush>
  </inkml:definitions>
  <inkml:trace contextRef="#ctx0" brushRef="#br0">4 0 24575,'-3'0'0,"2"3"0,1 5 0,1 3 0,3 3 0,1 3 0,0 4 0,1 2 0,1 4 0,2-1 0,-1-3-8191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32.858"/>
    </inkml:context>
    <inkml:brush xml:id="br0">
      <inkml:brushProperty name="width" value="0.05" units="cm"/>
      <inkml:brushProperty name="height" value="0.05" units="cm"/>
    </inkml:brush>
  </inkml:definitions>
  <inkml:trace contextRef="#ctx0" brushRef="#br0">1607 0 24575,'1'1'0,"1"-1"0,-1 0 0,0 1 0,0 0 0,0-1 0,1 1 0,-1 0 0,0-1 0,0 1 0,0 0 0,0 0 0,0 0 0,0 0 0,-1 0 0,1 0 0,0 0 0,0 0 0,-1 0 0,1 0 0,-1 1 0,1-1 0,0 2 0,9 29 0,-7-10 0,0 0 0,-2 0 0,0 0 0,-2 0 0,0 0 0,-2 0 0,0 0 0,-10 33 0,-9 15 0,-37 81 0,48-125 0,-8 20 0,-112 242 0,113-257 0,-2-1 0,-2-2 0,0 0 0,-2-1 0,0-1 0,-2-1 0,-1-2 0,-43 30 0,36-33 0,-2-1 0,0-1 0,-74 24 0,-26 12 0,-104 48 0,207-91 0,0-2 0,-1-1 0,0-1 0,0-2 0,-53 1 0,53-6 0,0 2 0,0 1 0,1 1 0,-56 15 0,85-17 16,1-1-1,0 1 1,-1 0-1,1-1 1,0 1-1,0 1 1,0-1-1,0 0 1,1 1-1,-1 0 1,1-1-1,-1 1 1,1 0-1,0 0 1,0 0-1,0 1 1,1-1 0,-1 0-1,1 1 1,0-1-1,-2 6 1,2-2-172,-1 0 1,1 0 0,1 0 0,-1 0 0,1 0 0,0 0 0,1 0-1,0 0 1,0 0 0,3 10 0,1-4-6671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33.176"/>
    </inkml:context>
    <inkml:brush xml:id="br0">
      <inkml:brushProperty name="width" value="0.05" units="cm"/>
      <inkml:brushProperty name="height" value="0.05" units="cm"/>
    </inkml:brush>
  </inkml:definitions>
  <inkml:trace contextRef="#ctx0" brushRef="#br0">1 8 24575,'0'-1'0,"0"1"0,0 0 0,0 0 0,0 0 0,-1 0 0,1-1 0,0 1 0,0 0 0,0 0 0,0 0 0,0-1 0,0 1 0,0 0 0,0 0 0,0 0 0,0 0 0,0-1 0,0 1 0,0 0 0,0 0 0,0 0 0,1-1 0,-1 1 0,0 0 0,0 0 0,0 0 0,0 0 0,0-1 0,0 1 0,0 0 0,0 0 0,1 0 0,-1 0 0,0 0 0,0 0 0,0-1 0,0 1 0,1 0 0,-1 0 0,0 0 0,0 0 0,0 0 0,0 0 0,1 0 0,-1 0 0,0 0 0,0 0 0,0 0 0,1 0 0,-1 0 0,0 0 0,0 0 0,0 0 0,1 0 0,-1 0 0,0 0 0,0 0 0,0 0 0,0 0 0,1 0 0,-1 0 0,0 0 0,0 1 0,1-1 0,7 12 0,-4 6 0,-2-7 0,1 0 0,0 0 0,0 0 0,1-1 0,6 12 0,-9-20 0,1 0 0,-1 0 0,0 0 0,1 0 0,-1 0 0,1 0 0,0-1 0,0 1 0,-1-1 0,1 1 0,0-1 0,1 1 0,-1-1 0,0 0 0,0 0 0,0 0 0,1 0 0,-1-1 0,0 1 0,1 0 0,-1-1 0,1 0 0,-1 0 0,0 1 0,1-2 0,-1 1 0,1 0 0,-1 0 0,5-2 0,67-26-1365,-58 23-5461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33.834"/>
    </inkml:context>
    <inkml:brush xml:id="br0">
      <inkml:brushProperty name="width" value="0.05" units="cm"/>
      <inkml:brushProperty name="height" value="0.05" units="cm"/>
    </inkml:brush>
  </inkml:definitions>
  <inkml:trace contextRef="#ctx0" brushRef="#br0">105 18 24575,'7'-1'0,"0"0"0,0 0 0,0-1 0,13-5 0,-2 2 0,-101 39 0,51-20 0,26-12 0,1 1 0,-1-1 0,1 1 0,0 1 0,0-1 0,0 1 0,-5 4 0,9-7 0,0 0 0,0 0 0,1 1 0,-1-1 0,0 0 0,1 0 0,-1 0 0,1 0 0,-1 0 0,1 1 0,0-1 0,-1 0 0,1 0 0,0 1 0,0-1 0,0 0 0,0 1 0,0-1 0,0 0 0,0 0 0,0 1 0,0-1 0,1 0 0,-1 1 0,1-1 0,-1 0 0,1 0 0,-1 0 0,1 0 0,0 0 0,-1 1 0,1-1 0,0 0 0,0-1 0,0 1 0,0 0 0,0 0 0,0 0 0,2 1 0,14 12-151,1-1-1,0-1 0,1 0 0,1-1 1,0-1-1,0-1 0,1-1 1,40 10-1,-34-12-6674</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34.124"/>
    </inkml:context>
    <inkml:brush xml:id="br0">
      <inkml:brushProperty name="width" value="0.05" units="cm"/>
      <inkml:brushProperty name="height" value="0.05" units="cm"/>
    </inkml:brush>
  </inkml:definitions>
  <inkml:trace contextRef="#ctx0" brushRef="#br0">16 37 24575,'6'-1'0,"0"0"0,0 0 0,0-1 0,0 0 0,0 0 0,6-3 0,14-5 0,-11 6 0,0 1 0,-1 1 0,1 0 0,23 0 0,-34 2 0,0 0 0,0 0 0,0 1 0,-1-1 0,1 1 0,0 0 0,-1 0 0,1 0 0,0 0 0,-1 0 0,1 1 0,-1 0 0,0-1 0,0 1 0,0 1 0,0-1 0,0 0 0,0 1 0,0 0 0,-1-1 0,1 1 0,-1 0 0,4 5 0,-5-6 0,-1 0 0,1 0 0,0 0 0,-1 0 0,1 0 0,-1 0 0,1 1 0,-1-1 0,0 0 0,0 0 0,0 0 0,0 0 0,-1 0 0,1 0 0,0 0 0,-1 1 0,0-1 0,-1 3 0,0-2 0,0 1 0,0 0 0,0-1 0,-1 0 0,0 0 0,1 0 0,-1 0 0,0 0 0,-4 3 0,-3 0 0,-1 1 0,1-1 0,-1 0 0,0-1 0,-20 6 0,5-4-682,-53 5-1,28-7-6143</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41.957"/>
    </inkml:context>
    <inkml:brush xml:id="br0">
      <inkml:brushProperty name="width" value="0.05" units="cm"/>
      <inkml:brushProperty name="height" value="0.05" units="cm"/>
    </inkml:brush>
  </inkml:definitions>
  <inkml:trace contextRef="#ctx0" brushRef="#br0">57 517 24575,'0'-1'0,"2"-26"0,-2 27 0,0-1 0,0 1 0,1-1 0,-1 1 0,0-1 0,0 1 0,0-1 0,0 1 0,0 0 0,1-1 0,-1 1 0,0-1 0,0 1 0,1-1 0,-1 1 0,0 0 0,1-1 0,-1 1 0,0 0 0,1-1 0,-1 1 0,0 0 0,1-1 0,-1 1 0,1 0 0,-1 0 0,1 0 0,-1-1 0,0 1 0,1 0 0,-1 0 0,1 0 0,-1 0 0,1 0 0,-1 0 0,1 0 0,-1 0 0,1 0 0,-1 0 0,1 0 0,-1 0 0,1 0 0,-1 0 0,1 1 0,0-1 0,0 1 0,0 0 0,1 0 0,-1 0 0,0 0 0,0 0 0,0 1 0,0-1 0,-1 0 0,1 0 0,0 1 0,0-1 0,-1 1 0,1-1 0,-1 1 0,1-1 0,0 4 0,4 30 0,-3-21 0,6 38 0,1 53 0,-9-83 0,0 0 0,-1 1 0,-2-1 0,-9 44 0,11-63 0,0 0 0,-1 0 0,1 0 0,0 0 0,-1 0 0,0 0 0,0 0 0,0 0 0,0-1 0,0 1 0,0-1 0,-4 4 0,6-6 0,-1 0 0,1 1 0,-1-1 0,1 0 0,-1 0 0,0 1 0,1-1 0,-1 0 0,1 0 0,-1 0 0,1 1 0,-1-1 0,0 0 0,1 0 0,-1 0 0,1 0 0,-1 0 0,1 0 0,-1-1 0,0 1 0,1 0 0,-1 0 0,1 0 0,-1 0 0,1-1 0,-2 1 0,1-2 0,0 1 0,0 0 0,0-1 0,0 1 0,0 0 0,0-1 0,0 1 0,0-1 0,1 0 0,-1 1 0,0-1 0,1 0 0,-1 1 0,1-3 0,-5-30 0,2-1 0,1 1 0,2-1 0,6-57 0,2 32 0,2 0 0,2 1 0,4 0 0,2 1 0,2 1 0,35-69 0,-44 105 0,0 0 0,1 1 0,20-25 0,-28 40 0,0-1 0,1 1 0,0 0 0,0 0 0,1 1 0,-1-1 0,1 1 0,0 1 0,0-1 0,0 1 0,0 0 0,1 0 0,-1 1 0,1-1 0,11-1 0,-14 4 0,-1-1 0,1 1 0,-1 0 0,1 1 0,-1-1 0,1 0 0,-1 1 0,0 0 0,1 0 0,-1 0 0,0 0 0,0 0 0,1 1 0,-1-1 0,0 1 0,3 2 0,-2 0 0,-1-1 0,1 1 0,-1-1 0,0 1 0,0 0 0,0 0 0,0 1 0,-1-1 0,0 1 0,3 5 0,-2 0 0,0 1 0,0-1 0,-1 1 0,0 0 0,-1-1 0,0 1 0,-1 0 0,0 0 0,-3 19 0,-2-11 0,-1 1 0,0-1 0,-2 0 0,0-1 0,-1 1 0,0-2 0,-2 1 0,0-1 0,-1-1 0,-1 0 0,0-1 0,-24 22 0,-5-1 0,-1-2 0,-1-2 0,-69 38 0,100-64 0,8-4 0,1 0 0,0 0 0,0 0 0,0 0 0,1 1 0,-1-1 0,0 1 0,1 0 0,0 0 0,-1 0 0,1 1 0,-3 4 0,6-7 0,0 0 0,0-1 0,0 1 0,0-1 0,0 1 0,0 0 0,0-1 0,1 1 0,-1-1 0,0 1 0,0 0 0,1-1 0,-1 1 0,0-1 0,1 1 0,-1-1 0,0 1 0,1-1 0,-1 0 0,1 1 0,-1-1 0,1 1 0,-1-1 0,1 0 0,-1 1 0,1-1 0,-1 0 0,1 0 0,-1 1 0,1-1 0,1 0 0,23 8 0,-20-6 0,71 22 0,-1 4 0,96 50 0,-111-52-1365,-35-19-5461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42.365"/>
    </inkml:context>
    <inkml:brush xml:id="br0">
      <inkml:brushProperty name="width" value="0.05" units="cm"/>
      <inkml:brushProperty name="height" value="0.05" units="cm"/>
    </inkml:brush>
  </inkml:definitions>
  <inkml:trace contextRef="#ctx0" brushRef="#br0">21 127 24575,'-1'0'0,"0"0"0,0 0 0,0 0 0,0 0 0,0 0 0,0 0 0,-1 1 0,1-1 0,0 0 0,0 1 0,0-1 0,0 1 0,0-1 0,0 1 0,-1 0 0,2 0 0,-1-1 0,1 0 0,0 1 0,0-1 0,-1 1 0,1-1 0,0 1 0,0-1 0,0 1 0,-1-1 0,1 1 0,0-1 0,0 1 0,0-1 0,0 1 0,0-1 0,0 1 0,0-1 0,0 1 0,0-1 0,0 1 0,0-1 0,1 1 0,0 1 0,0 0 0,0 0 0,0 0 0,0 0 0,0 0 0,1-1 0,-1 1 0,0 0 0,1-1 0,0 1 0,-1-1 0,1 0 0,0 1 0,2 0 0,6 3 0,0 0 0,1-1 0,0-1 0,0 0 0,0 0 0,0-1 0,0 0 0,1-1 0,17 0 0,-23-1 0,0 0 0,0 0 0,0-1 0,0 0 0,0 0 0,0 0 0,0-1 0,0 0 0,-1 0 0,1-1 0,-1 1 0,0-1 0,0 0 0,0-1 0,0 1 0,0-1 0,-1 0 0,1 0 0,7-10 0,-11 12 0,0 0 0,0 0 0,1 0 0,-2 0 0,1-1 0,0 1 0,0 0 0,-1-1 0,1 1 0,-1 0 0,0-1 0,1 1 0,-1-1 0,0 1 0,-1-1 0,1 1 0,0 0 0,-2-4 0,1 1 0,-1 1 0,0 0 0,0 0 0,0 0 0,0 0 0,-1 0 0,0 0 0,0 1 0,-4-6 0,0 4 0,1-1 0,-1 1 0,1 0 0,-1 0 0,-1 0 0,1 1 0,-1 1 0,1-1 0,-1 1 0,-12-3 0,17 5 0,0 1 0,0 0 0,0-1 0,0 1 0,0 0 0,0 1 0,0-1 0,0 0 0,0 1 0,0 0 0,1 0 0,-1 0 0,0 0 0,0 0 0,1 0 0,-1 1 0,1-1 0,-3 3 0,1-1 0,0 1 0,0 0 0,1 0 0,-1 0 0,1 1 0,0-1 0,1 1 0,-1-1 0,-2 8 0,-1 3 0,1 1 0,1 0 0,1 0 0,0 0 0,-1 27 0,3-31 0,1 1 0,0 0 0,1 0 0,1 0 0,0 0 0,1-1 0,7 23 0,-8-30 0,0 0 0,1 0 0,-1-1 0,1 1 0,0-1 0,0 0 0,1 0 0,-1 0 0,1 0 0,0 0 0,0-1 0,0 0 0,0 0 0,0 0 0,1 0 0,0-1 0,-1 1 0,1-1 0,0 0 0,0-1 0,9 3 0,-2-3-170,1 0-1,-1 0 0,0-1 1,0 0-1,0-1 0,0-1 1,18-4-1,7-3-6655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42.552"/>
    </inkml:context>
    <inkml:brush xml:id="br0">
      <inkml:brushProperty name="width" value="0.05" units="cm"/>
      <inkml:brushProperty name="height" value="0.05" units="cm"/>
    </inkml:brush>
  </inkml:definitions>
  <inkml:trace contextRef="#ctx0" brushRef="#br0">2 210 24575,'0'-209'0,"-1"334"0,14 302 0,-7-386-1365,0-9-5461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42.973"/>
    </inkml:context>
    <inkml:brush xml:id="br0">
      <inkml:brushProperty name="width" value="0.05" units="cm"/>
      <inkml:brushProperty name="height" value="0.05" units="cm"/>
    </inkml:brush>
  </inkml:definitions>
  <inkml:trace contextRef="#ctx0" brushRef="#br0">1 218 24575,'0'-1'0,"0"-1"0,1 1 0,-1-1 0,1 1 0,-1 0 0,1-1 0,-1 1 0,1 0 0,0 0 0,0-1 0,0 1 0,-1 0 0,1 0 0,0 0 0,0 0 0,1 0 0,-1 0 0,0 1 0,0-1 0,0 0 0,1 0 0,1 0 0,34-13 0,-31 12 0,33-10 0,186-66 0,-208 69 0,-41 23 0,13-5 0,0 0 0,1 1 0,0 0 0,0 1 0,1 0 0,1 1 0,0-1 0,0 2 0,1-1 0,1 1 0,0 0 0,1 0 0,-7 28 0,10-34 0,0 1 0,1-1 0,0 1 0,1 0 0,0-1 0,0 1 0,1 0 0,-1-1 0,2 1 0,-1-1 0,1 1 0,0-1 0,1 0 0,0 0 0,0 0 0,0 0 0,1 0 0,0 0 0,0-1 0,1 0 0,0 0 0,0 0 0,0-1 0,1 1 0,-1-1 0,1-1 0,9 6 0,-7-5 0,-1-1 0,1 0 0,0-1 0,0 0 0,0 0 0,1 0 0,-1-1 0,1-1 0,-1 1 0,1-2 0,11 1 0,-8-1 0,1-1 0,-1-1 0,1 0 0,-1-1 0,0 0 0,0-1 0,16-7 0,-14 5 0,0-2 0,0 0 0,0 0 0,-1-1 0,0-1 0,-1 0 0,0-1 0,-1 0 0,0-1 0,-1 0 0,0-1 0,14-24 0,-16 22 0,-2 0 0,0 0 0,0 0 0,-2-1 0,0 0 0,-1 0 0,3-26 0,-6 31 0,0 0 0,0 0 0,-1 0 0,0 0 0,-1 0 0,0 0 0,-1 0 0,0 1 0,-1-1 0,0 1 0,0 0 0,-7-10 0,10 18-105,0 0 0,0 0 0,0 1 0,-1-1 0,1 0 0,0 1 0,-1-1 0,0 1 0,1 0 0,-1-1 0,0 1 0,-3-2 0,-3 2-6721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43.289"/>
    </inkml:context>
    <inkml:brush xml:id="br0">
      <inkml:brushProperty name="width" value="0.05" units="cm"/>
      <inkml:brushProperty name="height" value="0.05" units="cm"/>
    </inkml:brush>
  </inkml:definitions>
  <inkml:trace contextRef="#ctx0" brushRef="#br0">1 57 24575,'0'-2'0,"0"-1"0,0 0 0,0 1 0,1-1 0,-1 0 0,0 1 0,1-1 0,0 1 0,0-1 0,0 1 0,0-1 0,2-3 0,-1 4 0,-1 1 0,1 0 0,-1-1 0,1 1 0,-1 0 0,1 0 0,0 0 0,0 0 0,0 0 0,-1 0 0,1 1 0,0-1 0,0 0 0,0 1 0,0 0 0,0-1 0,4 1 0,0 0 0,1 0 0,-1 1 0,0 0 0,1 0 0,-1 0 0,0 1 0,1 0 0,-1 0 0,0 0 0,0 1 0,-1 0 0,1 0 0,-1 0 0,7 5 0,-1 2 0,1-1 0,-1 1 0,-1 1 0,1 0 0,8 13 0,-4-3 0,24 45 0,-35-59 0,0 0 0,-1 1 0,0 0 0,-1 0 0,1 0 0,-2 0 0,1 0 0,-1 0 0,0 0 0,-1 10 0,-4-7 0,-3-13 0,5 0 0,1 1 0,-1-1 0,1 0 0,0 1 0,-1-1 0,1 0 0,0 0 0,-1-3 0,-1-4 25,1 1-1,0-1 0,0 0 1,1 0-1,0 0 1,1 0-1,0 0 0,0 1 1,1-1-1,0 0 0,1 0 1,0 0-1,3-10 1,2 1-310,0 1 1,0 0-1,2 0 1,0 1-1,15-20 1,-3 7-6542</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43.654"/>
    </inkml:context>
    <inkml:brush xml:id="br0">
      <inkml:brushProperty name="width" value="0.05" units="cm"/>
      <inkml:brushProperty name="height" value="0.05" units="cm"/>
    </inkml:brush>
  </inkml:definitions>
  <inkml:trace contextRef="#ctx0" brushRef="#br0">1 34 24575,'1'4'0,"0"1"0,1 0 0,-1-1 0,1 0 0,0 1 0,0-1 0,1 0 0,-1 0 0,1 0 0,0 0 0,0-1 0,0 1 0,7 5 0,16 23 0,-21-22 0,0 0 0,-1 1 0,0-1 0,-1 1 0,0 0 0,-1 1 0,0-1 0,0 0 0,-1 0 0,-1 1 0,0-1 0,0 1 0,-1-1 0,-1 0 0,0 1 0,0-1 0,-7 16 0,8-24 0,0-1 0,0 0 0,-1 0 0,1 0 0,-1 0 0,1 0 0,-1 0 0,0 0 0,0-1 0,0 1 0,-3 2 0,5-4 0,-1 0 0,1 0 0,-1 1 0,1-1 0,0 0 0,-1 0 0,1 0 0,-1 0 0,1 0 0,-1 0 0,1 0 0,-1 0 0,1 0 0,0 0 0,-1 0 0,1 0 0,-1 0 0,1 0 0,-1 0 0,1 0 0,-1 0 0,1 0 0,0-1 0,-1 1 0,0 0 0,1-1 0,-1 0 0,0 0 0,1 0 0,-1 0 0,0 0 0,1 0 0,-1 0 0,1 0 0,0 0 0,-1 0 0,1 0 0,0 0 0,0 0 0,0 0 0,0-2 0,-1-5 0,2 0 0,-1 0 0,1 0 0,1 1 0,-1-1 0,1 0 0,1 1 0,4-12 0,30-56 0,-25 54 0,2 0 0,-1 1 0,2 1 0,28-29 0,-36 42 0,-1-1 0,1 1 0,0 1 0,1-1 0,-1 1 0,1 1 0,0-1 0,1 1 0,-1 1 0,0-1 0,1 1 0,0 1 0,0 0 0,0 0 0,14-1 0,-18 3 10,0 1 0,0-1 0,0 1 0,0-1 0,0 2 0,0-1 1,0 0-1,0 1 0,-1 0 0,1 0 0,0 0 0,-1 1 0,0 0 0,1 0 0,-1 0 0,4 4 0,-4-2 5,1 0 1,-1 1-1,0-1 1,0 1-1,-1 0 1,1 0 0,-1 1-1,-1-1 1,1 1-1,2 11 1,-3-6-138,0 0 0,0 0 0,-1 0 0,-1 0 0,0 0 0,-1-1 0,0 1 0,-1 0 0,0 0 1,0-1-1,-2 1 0,1-1 0,-8 16 0,-6 2-6704</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44.470"/>
    </inkml:context>
    <inkml:brush xml:id="br0">
      <inkml:brushProperty name="width" value="0.05" units="cm"/>
      <inkml:brushProperty name="height" value="0.05" units="cm"/>
    </inkml:brush>
  </inkml:definitions>
  <inkml:trace contextRef="#ctx0" brushRef="#br0">211 210 24575,'-22'1'0,"-76"-4"0,86 2 0,0-1 0,-1 0 0,1 0 0,0-2 0,-18-6 0,30 10 0,1 0 0,-1 0 0,0 0 0,0 0 0,1 0 0,-1 0 0,0 0 0,0 0 0,1 0 0,-1-1 0,0 1 0,0 0 0,1 0 0,-1 0 0,0 0 0,0 0 0,1-1 0,-1 1 0,0 0 0,0 0 0,0 0 0,0-1 0,1 1 0,-1 0 0,0 0 0,0-1 0,0 1 0,0 0 0,0 0 0,0-1 0,0 1 0,0 0 0,0 0 0,0-1 0,1 1 0,-1 0 0,-1-1 0,1 1 0,0 0 0,0 0 0,0-1 0,0 1 0,0 0 0,0 0 0,0-1 0,0 1 0,0 0 0,0 0 0,-1-1 0,1 1 0,0 0 0,0 0 0,0 0 0,0-1 0,-1 1 0,1 0 0,0 0 0,0 0 0,0 0 0,-1-1 0,1 1 0,0 0 0,0 0 0,-1 0 0,1 0 0,-1 0 0,26-7 0,78-8 0,160 0 0,-13 1 0,-240 13 0,-4 1 0,0-1 0,0 1 0,0-1 0,0-1 0,0 1 0,0-1 0,5-2 0,-11 4 0,1 0 0,-1 0 0,0-1 0,0 1 0,1 0 0,-1 0 0,0 0 0,0 0 0,1 0 0,-1 0 0,0-1 0,0 1 0,0 0 0,0 0 0,1 0 0,-1 0 0,0-1 0,0 1 0,0 0 0,0 0 0,0-1 0,1 1 0,-1 0 0,0 0 0,0-1 0,0 1 0,0 0 0,0 0 0,0-1 0,0 1 0,0 0 0,0 0 0,0-1 0,0 1 0,0 0 0,0 0 0,0-1 0,-9-5 0,-16-2 0,-88-11 0,85 17 0,0-2 0,0-1 0,0-1 0,-45-18 0,52 12 0,20 11 0,1 1 0,0 0 0,-1 0 0,1 0 0,-1 0 0,1-1 0,-1 1 0,1 0 0,-1-1 0,1 1 0,0 0 0,-1-1 0,1 1 0,0 0 0,-1-1 0,1 1 0,0-1 0,-1 1 0,1 0 0,0-1 0,0 1 0,-1-1 0,1 1 0,0-1 0,0 1 0,0-1 0,0 1 0,0-1 0,0 1 0,0-1 0,0 1 0,0-1 0,0 0 0,0 1 0,0-1 0,0 1 0,0-1 0,0 1 0,1-1 0,1 1 0,-1-1 0,1 1 0,0 0 0,-1 0 0,1 0 0,-1 1 0,1-1 0,0 0 0,-1 1 0,1-1 0,0 1 0,-1-1 0,1 1 0,-1 0 0,3 1 0,0-1 0,21 11 0,1 1 0,-2 0 0,38 29 0,-48-31 0,0 1 0,-1 0 0,0 0 0,-1 1 0,-1 1 0,19 28 0,-28-39 0,0 0 0,-1 0 0,1 0 0,-1 1 0,0-1 0,0 0 0,0 0 0,0 1 0,0-1 0,-1 0 0,0 1 0,0-1 0,0 1 0,0-1 0,0 0 0,-1 1 0,1-1 0,-2 4 0,0-3 0,1 0 0,-2 0 0,1 0 0,0-1 0,-1 1 0,1-1 0,-1 0 0,0 1 0,0-1 0,-1-1 0,1 1 0,0 0 0,-8 4 0,-30 14-1365,-1-4-5461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45.442"/>
    </inkml:context>
    <inkml:brush xml:id="br0">
      <inkml:brushProperty name="width" value="0.05" units="cm"/>
      <inkml:brushProperty name="height" value="0.05" units="cm"/>
    </inkml:brush>
  </inkml:definitions>
  <inkml:trace contextRef="#ctx0" brushRef="#br0">104 32 24575,'0'-2'0,"0"1"0,0-1 0,1 1 0,-1 0 0,0-1 0,1 1 0,-1 0 0,1 0 0,0 0 0,-1-1 0,1 1 0,0 0 0,0 0 0,0 0 0,0 0 0,0 0 0,0 0 0,0 0 0,0 0 0,0 1 0,0-1 0,1 0 0,-1 1 0,0-1 0,0 1 0,1-1 0,-1 1 0,3-1 0,-2 1 0,0-1 0,1 0 0,-1 1 0,0 0 0,1 0 0,-1 0 0,1 0 0,-1 0 0,1 0 0,-1 0 0,0 1 0,1-1 0,-1 1 0,0 0 0,3 1 0,-3-1 0,0 1 0,0-1 0,-1 1 0,1 0 0,0 0 0,-1-1 0,0 1 0,1 0 0,-1 0 0,0 0 0,0 1 0,0-1 0,0 0 0,-1 0 0,1 1 0,0 2 0,3 42 0,-4-38 0,0 26 0,-1 0 0,-2-1 0,-2 1 0,-9 35 0,-45 134 0,33-121 0,5-18 0,-1 4 0,-21 115 0,42-180 0,1 0 0,-1 0 0,1 1 0,0-1 0,0 0 0,1 0 0,-1 0 0,1 0 0,2 8 0,-2-10 0,0 0 0,0 0 0,0 0 0,0-1 0,0 1 0,1 0 0,-1-1 0,0 1 0,1-1 0,-1 1 0,1-1 0,0 0 0,0 1 0,-1-1 0,1 0 0,0 0 0,0 0 0,0-1 0,0 1 0,0 0 0,3 0 0,18 2 0,0-1 0,1-1 0,-1 0 0,1-2 0,35-6 0,-10 2 0,647-49 0,-676 53 0,-10 0 0,0 1 0,0-1 0,1-1 0,-1 0 0,0 0 0,0-1 0,-1 0 0,10-5 0,-18 7 0,0 1 0,-1 0 0,1 0 0,-1 0 0,1-1 0,-1 1 0,1 0 0,-1-1 0,0 1 0,1-1 0,-1 1 0,1 0 0,-1-1 0,0 1 0,1-1 0,-1 1 0,0-1 0,1 1 0,-1-1 0,0 1 0,0-1 0,0 0 0,1 1 0,-1-1 0,0 1 0,0-1 0,0 0 0,0 1 0,0-1 0,-1 0 0,1 0 0,-1 0 0,1 0 0,-1 0 0,0 0 0,1 0 0,-1 0 0,0 0 0,0 1 0,1-1 0,-1 0 0,0 1 0,0-1 0,-1 0 0,-36-15 0,-89-12 0,37 11 0,70 9 0,19 4 0,11 1 0,-2 3 0,-1 0 0,1 0 0,-1 0 0,1 1 0,-1 0 0,1 1 0,-1 0 0,0 0 0,0 0 0,0 1 0,0 0 0,0 0 0,-1 1 0,12 8 0,-15-10 0,0 1 0,0-1 0,0 1 0,-1-1 0,0 1 0,1 0 0,-1 0 0,0 0 0,0 0 0,0 0 0,-1 0 0,1 0 0,-1 1 0,0-1 0,0 1 0,0-1 0,0 1 0,-1-1 0,1 1 0,-1 0 0,0-1 0,0 1 0,0 0 0,0-1 0,-1 1 0,0-1 0,1 1 0,-1-1 0,-1 1 0,1-1 0,0 0 0,-3 5 0,0-2 31,0 1 0,-1-1 0,0 0 0,0 0 0,0-1 0,-1 1 0,1-1 0,-1 0 1,0-1-1,-14 8 0,6-4-373,-1-1 1,1-1 0,-2 0-1,-17 4 1,4-4-6485</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0.434"/>
    </inkml:context>
    <inkml:brush xml:id="br0">
      <inkml:brushProperty name="width" value="0.05" units="cm"/>
      <inkml:brushProperty name="height" value="0.05" units="cm"/>
    </inkml:brush>
  </inkml:definitions>
  <inkml:trace contextRef="#ctx0" brushRef="#br0">1 1 24575,'0'3'0,"0"4"0,0 4 0,0 0-8191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1.832"/>
    </inkml:context>
    <inkml:brush xml:id="br0">
      <inkml:brushProperty name="width" value="0.05" units="cm"/>
      <inkml:brushProperty name="height" value="0.05" units="cm"/>
    </inkml:brush>
  </inkml:definitions>
  <inkml:trace contextRef="#ctx0" brushRef="#br0">291 130 24575,'25'-22'0,"11"-10"0,-34 29 0,0 1 0,0 0 0,0-1 0,-1 0 0,1 1 0,0-1 0,-1 0 0,0 0 0,0 0 0,0 0 0,2-5 0,-3 6 0,0 1 0,-1 0 0,1-1 0,0 1 0,0-1 0,-1 1 0,1 0 0,0-1 0,-1 1 0,0 0 0,1 0 0,-1-1 0,0 1 0,1 0 0,-1 0 0,0 0 0,0 0 0,0 0 0,0 0 0,0 0 0,0 0 0,-1 0 0,1 0 0,0 1 0,0-1 0,0 0 0,-1 1 0,1-1 0,0 1 0,-1-1 0,1 1 0,-1 0 0,1 0 0,0 0 0,-1-1 0,1 1 0,-1 1 0,1-1 0,0 0 0,-1 0 0,1 0 0,-1 1 0,1-1 0,0 1 0,0-1 0,-1 1 0,1-1 0,0 1 0,0 0 0,-1 0 0,1-1 0,0 1 0,0 0 0,0 0 0,-1 1 0,2-1 0,0-1 0,-1 0 0,1 0 0,0 1 0,0-1 0,-1 0 0,1 1 0,0-1 0,0 0 0,0 1 0,0-1 0,0 0 0,-1 1 0,1-1 0,0 0 0,0 1 0,0-1 0,0 0 0,0 1 0,0-1 0,0 0 0,0 1 0,0-1 0,0 0 0,0 1 0,0-1 0,1 0 0,-1 1 0,0-1 0,0 0 0,0 1 0,0-1 0,1 0 0,-1 1 0,0-1 0,0 0 0,0 0 0,1 1 0,-1-1 0,0 0 0,1 1 0,0-1 0,0 1 0,1-1 0,-1 1 0,0-1 0,1 1 0,-1-1 0,0 0 0,1 0 0,-1 0 0,1 0 0,1 0 0,-2 0 0,1 0 0,-1 0 0,0 0 0,1 0 0,-1-1 0,1 1 0,-1-1 0,0 1 0,1-1 0,-1 1 0,2-2 0,-3 2 0,0-1 0,1 1 0,-1 0 0,0 0 0,0-1 0,1 1 0,-1 0 0,0-1 0,0 1 0,0 0 0,1-1 0,-1 1 0,0 0 0,0-1 0,0 1 0,0 0 0,0-1 0,0 1 0,0-1 0,0 1 0,0 0 0,0-1 0,0 1 0,0-1 0,0 1 0,0 0 0,0-1 0,0 1 0,0 0 0,-1-1 0,1 1 0,0 0 0,0-1 0,0 1 0,-1 0 0,1-1 0,0 1 0,0 0 0,-1-1 0,-1 0 0,1-1 0,-1 1 0,0 0 0,1 0 0,-1 0 0,0 0 0,0 0 0,0 0 0,0 0 0,0 1 0,0-1 0,0 1 0,0-1 0,0 1 0,0 0 0,-1 0 0,1 0 0,0 0 0,-3 1 0,-42 7 0,47-7 0,-15 3 0,1 0 0,0 1 0,0 1 0,-25 15 0,33-18 0,0 1 0,0 1 0,0-1 0,1 1 0,0 0 0,0 0 0,0 1 0,0-1 0,1 1 0,0 0 0,0 0 0,-4 10 0,7-14 0,0 0 0,1 1 0,-1-1 0,1 0 0,-1 1 0,1-1 0,0 1 0,-1-1 0,1 0 0,1 1 0,-1-1 0,0 1 0,0-1 0,1 0 0,0 1 0,-1-1 0,1 0 0,0 0 0,0 1 0,0-1 0,0 0 0,0 0 0,1 0 0,-1 0 0,1 0 0,-1-1 0,1 1 0,0 0 0,0-1 0,0 1 0,0-1 0,0 0 0,0 1 0,0-1 0,4 1 0,4 3 0,-1-2 0,1 1 0,0-1 0,0-1 0,0 0 0,0 0 0,11 0 0,7-2 0,-20 0 0,-1 0 0,1 0 0,-1 0 0,0 1 0,1 0 0,-1 1 0,0-1 0,8 4 0,-15-5 0,1 0 0,-1 1 0,1-1 0,-1 0 0,1 0 0,-1 1 0,1-1 0,-1 0 0,0 0 0,1 1 0,-1-1 0,0 1 0,1-1 0,-1 0 0,0 1 0,1-1 0,-1 1 0,0-1 0,0 1 0,1-1 0,-1 1 0,0-1 0,0 1 0,0-1 0,0 1 0,0-1 0,0 1 0,0-1 0,0 1 0,0-1 0,0 1 0,0-1 0,0 1 0,0-1 0,0 1 0,0-1 0,0 1 0,-1-1 0,1 1 0,0-1 0,0 1 0,-1-1 0,1 0 0,0 1 0,-1-1 0,1 1 0,0-1 0,-1 0 0,1 1 0,0-1 0,-1 0 0,1 1 0,-1-1 0,1 0 0,-2 1 0,-27 17 0,27-17 0,-61 28 0,-54 31 0,106-54 0,0 2 0,1-1 0,0 1 0,0 1 0,1-1 0,0 2 0,-14 19 0,21-27 0,0 1 0,1-1 0,-1 1 0,0 0 0,1 0 0,0 0 0,0 0 0,0 0 0,0 0 0,0 0 0,1 0 0,-1 0 0,1 0 0,0 0 0,0 0 0,0 1 0,0-1 0,1 0 0,-1 0 0,1 0 0,0 0 0,0 0 0,0 0 0,2 5 0,0-4 0,0 0 0,1 0 0,-1 0 0,1-1 0,-1 1 0,1-1 0,0 0 0,0 0 0,1 0 0,-1-1 0,0 0 0,1 0 0,0 0 0,-1 0 0,7 1 0,9 2 57,0-1 0,0-1 0,1 0 0,-1-2 0,30-1 0,-14-3-626,0-1 0,43-11 0,-30 3-6257</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3.121"/>
    </inkml:context>
    <inkml:brush xml:id="br0">
      <inkml:brushProperty name="width" value="0.05" units="cm"/>
      <inkml:brushProperty name="height" value="0.05" units="cm"/>
    </inkml:brush>
  </inkml:definitions>
  <inkml:trace contextRef="#ctx0" brushRef="#br0">48 223 24575,'-14'-12'0,"10"10"0,1 0 0,0 0 0,0-1 0,1 1 0,-1-1 0,0 0 0,1 0 0,0 0 0,-1 0 0,-2-6 0,5 9 0,0-1 0,0 1 0,0 0 0,0-1 0,0 1 0,0 0 0,0 0 0,1-1 0,-1 1 0,0 0 0,0 0 0,0-1 0,0 1 0,1 0 0,-1 0 0,0 0 0,0-1 0,0 1 0,1 0 0,-1 0 0,0 0 0,0 0 0,0-1 0,1 1 0,-1 0 0,0 0 0,1 0 0,-1 0 0,0 0 0,0 0 0,1 0 0,-1 0 0,0 0 0,0 0 0,1 0 0,-1 0 0,0 0 0,1 0 0,-1 0 0,0 0 0,0 0 0,1 0 0,-1 0 0,0 0 0,0 1 0,1-1 0,-1 0 0,0 0 0,16 6 0,12 8 0,58 30 0,-77-38 0,0 0 0,-1 0 0,0 0 0,0 1 0,0 0 0,-1 1 0,6 8 0,-12-15 0,0 0 0,0 0 0,0 0 0,0 1 0,0-1 0,-1 0 0,1 1 0,-1-1 0,1 1 0,-1-1 0,1 0 0,-1 1 0,0-1 0,0 1 0,0-1 0,1 1 0,-1-1 0,-1 1 0,1-1 0,0 1 0,0-1 0,-1 1 0,0 2 0,0-2 0,0-1 0,-1 1 0,1 0 0,-1 0 0,1-1 0,-1 1 0,0-1 0,1 1 0,-1-1 0,0 0 0,0 0 0,0 0 0,0 0 0,-3 1 0,-2 1 0,0-1 0,0 0 0,-1-1 0,1 1 0,-1-1 0,1-1 0,-1 1 0,-12-2 0,18 1 0,1 0 0,-1 0 0,0-1 0,0 1 0,1 0 0,-1-1 0,0 0 0,1 1 0,-1-1 0,0 0 0,1 0 0,-1 0 0,1 0 0,-1 0 0,1 0 0,0 0 0,-1 0 0,1 0 0,0-1 0,0 1 0,-1-2 0,1 1 0,1 0 0,-1 0 0,1 0 0,0 0 0,0 1 0,-1-1 0,1 0 0,0 0 0,1 0 0,-1 0 0,0 1 0,1-1 0,-1 0 0,1 0 0,-1 0 0,2-2 0,3-5 0,-1 1 0,2-1 0,-1 1 0,1 0 0,0 1 0,10-9 0,2 0 0,0 1 0,1 0 0,0 2 0,1 0 0,0 1 0,1 2 0,1 0 0,0 1 0,45-12 0,-64 20 0,0 0 0,0 1 0,0-1 0,0 1 0,0 0 0,1 0 0,-1 0 0,0 0 0,0 1 0,0-1 0,6 2 0,-7 0 0,0-1 0,1 1 0,-1-1 0,0 1 0,-1-1 0,1 1 0,0 0 0,0 0 0,-1 0 0,1 0 0,-1 0 0,1 0 0,-1 1 0,2 3 0,1 1 0,0-1 0,1 1 0,-1-1 0,2-1 0,-1 1 0,1-1 0,-1 0 0,2 0 0,-1 0 0,0-1 0,1 0 0,12 6 0,-11-7 0,-1 2 0,1-1 0,-1 1 0,0 0 0,0 0 0,0 1 0,-1 0 0,0 0 0,8 10 0,-13-14 0,0-1 0,0 1 0,0-1 0,0 1 0,0 0 0,0 0 0,0-1 0,-1 1 0,1 0 0,-1 0 0,1 0 0,-1 0 0,0 0 0,1-1 0,-1 1 0,0 0 0,0 0 0,-1 0 0,1 0 0,0 0 0,-1 0 0,1 0 0,-1-1 0,1 1 0,-1 0 0,0 0 0,0 0 0,0-1 0,0 1 0,0-1 0,0 1 0,0-1 0,-1 1 0,1-1 0,0 0 0,-1 1 0,1-1 0,-1 0 0,0 0 0,1 0 0,-1 0 0,-2 1 0,-3 1 0,-1 1 0,-1-1 0,1-1 0,0 0 0,-1 0 0,1 0 0,-1-1 0,-9 0 0,14-1 0,-1 0 0,1 0 0,0 0 0,-1-1 0,1 0 0,0 0 0,0 0 0,-1 0 0,-6-4 0,10 5 0,1-1 0,-1 1 0,0-1 0,1 1 0,-1-1 0,1 1 0,-1-1 0,0 0 0,1 1 0,-1-1 0,1 0 0,0 1 0,-1-1 0,1 0 0,-1 1 0,1-1 0,0 0 0,0 0 0,-1 0 0,1 1 0,0-1 0,0-1 0,0 0 0,1 1 0,-1-1 0,0 0 0,1 1 0,0-1 0,-1 0 0,1 1 0,0-1 0,0 1 0,0-1 0,0 1 0,0 0 0,0-1 0,0 1 0,2-1 0,22-20 0,2 1 0,0 1 0,1 1 0,39-19 0,-45 26 0,-13 7 0,68-36 0,-68 37 0,1 0 0,-1 1 0,1 0 0,0 0 0,0 1 0,12-1 0,-20 2 0,-1 1 0,1 0 0,-1 0 0,1 0 0,-1 0 0,1 0 0,-1 0 0,1 1 0,-1-1 0,1 0 0,-1 1 0,0-1 0,1 1 0,-1 0 0,0-1 0,1 1 0,-1 0 0,0 0 0,0 0 0,0 0 0,0 0 0,1 0 0,-1 0 0,1 2 0,-1 0 0,1 1 0,-1-1 0,0 1 0,0-1 0,0 1 0,-1 0 0,1 5 0,-1-5 0,1-1 0,-1 1 0,1-1 0,-1 1 0,1-1 0,0 1 0,1-1 0,-1 0 0,3 5 0,-3-7 0,-1 0 0,1-1 0,0 1 0,0-1 0,0 1 0,0-1 0,0 1 0,0-1 0,0 0 0,0 1 0,0-1 0,0 0 0,0 0 0,0 0 0,0 0 0,0 0 0,0 0 0,0 0 0,0 0 0,0 0 0,0 0 0,0 0 0,0-1 0,0 1 0,0 0 0,0-1 0,0 1 0,0-1 0,0 1 0,-1-1 0,1 1 0,0-1 0,0 0 0,0 0 0,-1 1 0,2-2 0,-30 15 0,23-9 0,0 1 0,0-1 0,0 1 0,1 0 0,0 0 0,0 1 0,0-1 0,0 1 0,1 0 0,0 0 0,0 0 0,-3 12 0,5-16 0,1 1 0,-1 0 0,0-1 0,1 1 0,0 0 0,0 0 0,0-1 0,0 1 0,0 0 0,0 0 0,1-1 0,0 1 0,-1 0 0,1-1 0,0 1 0,0-1 0,0 1 0,0-1 0,1 1 0,-1-1 0,1 0 0,0 0 0,-1 1 0,1-1 0,0 0 0,0-1 0,0 1 0,0 0 0,1-1 0,-1 1 0,0-1 0,1 1 0,3 0 0,3 2 0,1-1 0,-1-1 0,1 1 0,-1-2 0,1 1 0,-1-1 0,11-1 0,-15 1 0,0-1 0,0-1 0,-1 1 0,1-1 0,0 0 0,0 0 0,0 0 0,-1 0 0,1-1 0,-1 0 0,1 0 0,-1 0 0,0 0 0,0-1 0,7-5 0,-9 6 0,-1 0 0,0 1 0,0-1 0,0 0 0,0 0 0,0 0 0,0 1 0,0-1 0,-1 0 0,1 0 0,-1 0 0,1 0 0,-1-1 0,0 1 0,0 0 0,0 0 0,0 0 0,0 0 0,0 0 0,0 0 0,-1 0 0,1 0 0,-1 0 0,0 0 0,1 0 0,-1 0 0,0 0 0,0 0 0,-2-1 0,-3-7 0,-1 0 0,-1 0 0,-16-16 0,14 15 0,6 7 0,-1 0 0,1-1 0,0 0 0,0 0 0,0-1 0,0 1 0,-3-9 0,7 13 0,-1 0 0,1 0 0,0 0 0,0 0 0,-1 0 0,1 0 0,0 0 0,0-1 0,0 1 0,0 0 0,0 0 0,0 0 0,1 0 0,-1 0 0,0 0 0,1 0 0,0-2 0,0 1 0,0 1 0,0 0 0,0-1 0,0 1 0,1 0 0,-1-1 0,1 1 0,-1 0 0,1 0 0,-1 0 0,1 1 0,-1-1 0,1 0 0,2 0 0,20-6 0,-1 2 0,1 0 0,0 2 0,42-1 0,-63 4 0,7 0 0,0 0 0,0 0 0,-1 1 0,1 0 0,0 1 0,-1 0 0,1 1 0,-1-1 0,12 7 0,-18-8 0,0 1 0,0-1 0,0 1 0,-1 0 0,1 0 0,0 0 0,-1 1 0,1-1 0,-1 1 0,0-1 0,0 1 0,0 0 0,0 0 0,0 0 0,0 0 0,-1 0 0,0 0 0,1 0 0,-1 0 0,0 1 0,-1-1 0,1 0 0,-1 1 0,1-1 0,-1 1 0,0-1 0,0 0 0,0 1 0,-2 4 0,1-4 0,1 0 0,-2 0 0,1-1 0,0 1 0,-1 0 0,1-1 0,-1 1 0,0-1 0,0 0 0,-1 0 0,1 0 0,-1 0 0,1 0 0,-1 0 0,0-1 0,0 1 0,0-1 0,0 0 0,-1 0 0,1 0 0,-1 0 0,1-1 0,-1 1 0,1-1 0,-1 0 0,0 0 0,0 0 0,0 0 0,1-1 0,-1 0 0,0 0 0,0 0 0,0 0 0,0 0 0,0-1 0,0 0 0,1 0 0,-1 0 0,0 0 0,1 0 0,-1-1 0,1 0 0,-1 1 0,1-1 0,-4-3 0,5 3 0,1 0 0,-1 0 0,0 0 0,1 0 0,-1 0 0,1 0 0,0-1 0,0 1 0,-1-1 0,2 1 0,-1-1 0,0 1 0,0-1 0,1 1 0,0-1 0,-1 0 0,1 1 0,0-1 0,0 1 0,0-1 0,1 0 0,-1 1 0,1-1 0,-1 0 0,1 1 0,0-1 0,0 1 0,2-5 0,2-2 0,0 0 0,0 0 0,1 0 0,0 0 0,0 1 0,9-8 0,4-4 0,1 2 0,1 1 0,42-27 0,-51 36 0,1 1 0,0 1 0,0 0 0,0 1 0,1 0 0,0 1 0,0 0 0,27-3 0,-39 7-35,1 0 0,-1 0 0,0 0 0,0 0 0,0 0 0,0 0 0,0 0 0,1 1 0,-1-1 0,0 1 0,0 0 0,0-1 0,0 1 0,0 0 0,0 0 0,-1 0 0,1 0 0,0 1 0,0-1 0,-1 1 0,1-1 0,-1 1 0,1-1 0,-1 1 0,0 0 0,0-1 0,1 1 0,-1 0 0,0 0 0,-1 0 0,1 0 0,0 0 0,0 0 0,-1 0 0,0 0 0,1 0 0,-1 1 0,0 3 0,-2 15-6791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3.981"/>
    </inkml:context>
    <inkml:brush xml:id="br0">
      <inkml:brushProperty name="width" value="0.05" units="cm"/>
      <inkml:brushProperty name="height" value="0.05" units="cm"/>
    </inkml:brush>
  </inkml:definitions>
  <inkml:trace contextRef="#ctx0" brushRef="#br0">39 344 24575,'0'0'0,"1"0"0,-1 0 0,0 0 0,0 1 0,0-1 0,0 0 0,0 0 0,0 0 0,0 1 0,1-1 0,-1 0 0,0 0 0,0 0 0,0 1 0,0-1 0,0 0 0,0 0 0,0 0 0,0 1 0,0-1 0,0 0 0,0 0 0,0 0 0,0 0 0,-1 1 0,1-1 0,0 0 0,0 0 0,0 0 0,0 1 0,0-1 0,0 0 0,0 0 0,0 0 0,-1 0 0,1 1 0,0-1 0,0 0 0,0 0 0,0 0 0,-1 0 0,1 0 0,0 0 0,0 0 0,0 0 0,0 1 0,-1-1 0,1 0 0,0 0 0,0 0 0,0 0 0,-1 0 0,1 0 0,0 0 0,0 0 0,0 0 0,-1 0 0,1 0 0,0 0 0,0 0 0,0-1 0,-1 1 0,1 0 0,0 0 0,0 0 0,3 9 0,7 24 0,-1 0 0,-1 1 0,4 50 0,-10-66 0,-2 1 0,0-1 0,0 1 0,-2-1 0,-1 1 0,0-1 0,-1 0 0,-7 20 0,-4-7 0,15-29 0,-1-1 0,0 0 0,0 0 0,1 1 0,-1-1 0,0 0 0,0 0 0,0 0 0,-1 0 0,1 0 0,0 0 0,0 0 0,0 0 0,-1 0 0,1-1 0,0 1 0,-1 0 0,-2 0 0,3-1 0,1 0 0,-1-1 0,0 1 0,0 0 0,1 0 0,-1-1 0,1 1 0,-1 0 0,0-1 0,1 1 0,-1-1 0,1 1 0,-1-1 0,1 1 0,-1-1 0,1 1 0,-1-1 0,1 0 0,-1 1 0,1-1 0,0 0 0,-1 1 0,1-1 0,0 0 0,0 1 0,0-1 0,-1 0 0,1 1 0,0-1 0,0-1 0,-3-26 0,3 25 0,0-57 0,3 0 0,3 0 0,2 0 0,2 1 0,3 1 0,3 0 0,28-69 0,-35 104 0,1 1 0,1 0 0,17-25 0,-25 41 0,1 0 0,0 1 0,1-1 0,0 1 0,0 0 0,0 0 0,0 0 0,1 1 0,-1 0 0,1 0 0,0 0 0,1 1 0,-1 0 0,0 0 0,14-3 0,-17 5 0,0 1 0,0-1 0,0 1 0,0 0 0,0 0 0,0 1 0,0-1 0,0 0 0,0 1 0,0 0 0,0 0 0,0 0 0,-1 0 0,1 0 0,0 0 0,0 1 0,-1 0 0,1-1 0,-1 1 0,1 0 0,-1 0 0,0 0 0,0 1 0,0-1 0,0 0 0,0 1 0,-1-1 0,1 1 0,-1 0 0,1-1 0,-1 1 0,1 5 0,1 0 0,0 1 0,-1-1 0,-1 1 0,1 0 0,-1-1 0,-1 1 0,0 0 0,0 0 0,0 0 0,-3 11 0,-1-6 0,-1 0 0,0-1 0,0 1 0,-2-1 0,1-1 0,-2 1 0,0-1 0,0 0 0,-1-1 0,0 0 0,-1-1 0,-22 19 0,-4-1 0,-1-1 0,-70 38 0,102-63 0,-22 15 0,27-16 0,-1-1 0,1 0 0,0 0 0,-1 1 0,1-1 0,0 0 0,-1 1 0,1-1 0,0 0 0,-1 1 0,1-1 0,0 0 0,0 1 0,0-1 0,-1 1 0,1-1 0,0 0 0,0 1 0,0-1 0,0 1 0,0-1 0,0 1 0,0-1 0,0 0 0,0 1 0,0-1 0,0 1 0,0-1 0,0 1 0,0-1 0,0 0 0,0 1 0,1-1 0,-1 1 0,0-1 0,0 0 0,0 1 0,1-1 0,-1 1 0,0-1 0,1 0 0,-1 1 0,0-1 0,1 0 0,-1 0 0,0 1 0,1-1 0,-1 0 0,0 0 0,1 0 0,-1 1 0,1-1 0,-1 0 0,0 0 0,1 0 0,-1 0 0,1 0 0,45 16 0,-30-11 0,0 0 0,18 10 0,-14-3 0,-1 0 0,0 2 0,-2 0 0,1 1 0,-2 1 0,0 0 0,25 34 0,-36-43-170,0-1-1,1 0 0,0 0 1,0 0-1,0-1 0,1 0 1,14 9-1,-2-6-6655</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4.330"/>
    </inkml:context>
    <inkml:brush xml:id="br0">
      <inkml:brushProperty name="width" value="0.05" units="cm"/>
      <inkml:brushProperty name="height" value="0.05" units="cm"/>
    </inkml:brush>
  </inkml:definitions>
  <inkml:trace contextRef="#ctx0" brushRef="#br0">30 253 24575,'-2'0'0,"1"0"0,-1-1 0,0 1 0,1 0 0,-1-1 0,0 0 0,1 1 0,-1-1 0,1 0 0,-1 0 0,1 0 0,-1 0 0,1 0 0,0 0 0,-2-2 0,2 3 0,1 0 0,0-1 0,-1 1 0,1-1 0,0 1 0,0 0 0,-1-1 0,1 1 0,0-1 0,0 1 0,0-1 0,0 1 0,-1-1 0,1 1 0,0 0 0,0-1 0,0 1 0,0-1 0,0 1 0,0-1 0,0 1 0,1-1 0,-1 0 0,1 0 0,-1 1 0,0-1 0,1 0 0,0 1 0,-1-1 0,1 1 0,-1-1 0,1 1 0,0-1 0,-1 1 0,1 0 0,0-1 0,-1 1 0,1 0 0,0 0 0,0-1 0,1 1 0,14-4 0,1 2 0,28-2 0,-27 3 0,0-1 0,27-6 0,-29 4 0,0-2 0,0 0 0,0 0 0,15-10 0,-25 12 0,0 1 0,-1 0 0,0-1 0,0 0 0,0 0 0,0-1 0,0 1 0,-1-1 0,0 0 0,0-1 0,0 1 0,-1 0 0,5-12 0,-7 15 0,0 1 0,-1-1 0,0 0 0,1 0 0,-1 0 0,0 0 0,0 0 0,0 0 0,0 0 0,0 1 0,0-1 0,-1 0 0,1 0 0,-1 0 0,1 0 0,-1 0 0,0 1 0,1-1 0,-3-2 0,1 1 0,0 0 0,-1 0 0,1 1 0,-1-1 0,0 0 0,0 1 0,1 0 0,-2 0 0,-4-3 0,1 2 0,0-1 0,0 1 0,0 1 0,0 0 0,-1 0 0,1 0 0,-1 1 0,0 0 0,-9 0 0,12 1 0,-1 1 0,1 0 0,-1 0 0,1 0 0,0 1 0,0 0 0,0 0 0,0 0 0,0 0 0,0 1 0,0 0 0,1 0 0,-1 0 0,-6 7 0,5-4 0,1 0 0,-1 1 0,1 0 0,1 0 0,-1 0 0,1 0 0,1 1 0,-7 16 0,7-13 0,0 1 0,0 0 0,1 0 0,0 0 0,1 0 0,0 0 0,1 1 0,1-1 0,0 0 0,1 0 0,0 0 0,0 0 0,6 15 0,-3-17-85,1-1 0,-1 1-1,1-1 1,1-1 0,0 1-1,0-1 1,0 0 0,1-1-1,1 0 1,-1 0 0,1-1-1,0 0 1,0 0 0,1-1-1,18 8 1,16 4-6741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4.719"/>
    </inkml:context>
    <inkml:brush xml:id="br0">
      <inkml:brushProperty name="width" value="0.05" units="cm"/>
      <inkml:brushProperty name="height" value="0.05" units="cm"/>
    </inkml:brush>
  </inkml:definitions>
  <inkml:trace contextRef="#ctx0" brushRef="#br0">25 72 24575,'0'0'0,"-1"0"0,1-1 0,-1 1 0,1 0 0,-1-1 0,1 1 0,-1 0 0,0 0 0,1 0 0,-1 0 0,1-1 0,-1 1 0,0 0 0,1 0 0,-1 0 0,1 0 0,-1 0 0,0 1 0,1-1 0,-1 0 0,0 0 0,1 0 0,-1 0 0,1 1 0,-1-1 0,1 0 0,-1 1 0,1-1 0,-1 0 0,1 1 0,-1-1 0,1 1 0,-1-1 0,1 0 0,-1 1 0,1-1 0,0 1 0,-1-1 0,1 1 0,0 0 0,0-1 0,-1 1 0,1-1 0,0 1 0,0-1 0,0 1 0,0 0 0,0 0 0,-1 4 0,0-1 0,1 1 0,0-1 0,0 0 0,1 9 0,10 40 0,30 89 0,-4-18 0,-30-100 0,-4-15 0,-1 1 0,1-1 0,0 12 0,-5-18 0,-3-9 0,-4-11 0,-2-6 0,1 0 0,1-1 0,1 0 0,1-1 0,1 1 0,2-1 0,0 0 0,0-37 0,4 50 0,1 0 0,0 0 0,1-1 0,0 2 0,1-1 0,0 0 0,1 0 0,8-17 0,-7 21 0,-1 1 0,1-1 0,0 1 0,1 0 0,0 1 0,0-1 0,0 1 0,1 0 0,0 1 0,0 0 0,0 0 0,1 0 0,8-3 0,-8 4 0,1 1 0,0 0 0,0 0 0,0 1 0,0 0 0,0 1 0,0 0 0,1 0 0,15 1 0,-21 1 0,1-1 0,-1 0 0,0 1 0,1 0 0,-1 0 0,0 0 0,0 1 0,0 0 0,0-1 0,0 1 0,0 0 0,0 1 0,-1-1 0,1 1 0,-1 0 0,1 0 0,-1 0 0,0 0 0,0 0 0,-1 1 0,1-1 0,3 7 0,-5-7 0,0 0 0,0-1 0,0 1 0,0 0 0,-1 0 0,1 0 0,-1 0 0,0 0 0,0 0 0,0 0 0,0-1 0,0 1 0,-1 0 0,1 0 0,-2 5 0,0-3 0,-1 0 0,1 0 0,-1 0 0,0 0 0,0 0 0,0-1 0,-7 8 0,-2-1 0,0 0 0,-1-1 0,0 0 0,-26 13 0,19-12-227,0-1-1,-1-1 1,0-1-1,-1-1 1,-30 6-1,25-9-6598</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5.083"/>
    </inkml:context>
    <inkml:brush xml:id="br0">
      <inkml:brushProperty name="width" value="0.05" units="cm"/>
      <inkml:brushProperty name="height" value="0.05" units="cm"/>
    </inkml:brush>
  </inkml:definitions>
  <inkml:trace contextRef="#ctx0" brushRef="#br0">36 90 24575,'11'-3'0,"-10"-2"0,-2 5 0,1-1 0,-1 1 0,1 0 0,-1-1 0,0 1 0,1 0 0,-1 0 0,0 0 0,1-1 0,-1 1 0,1 0 0,-1 0 0,0 0 0,1 0 0,-1 0 0,0 0 0,1 0 0,-1 1 0,0-1 0,1 0 0,-1 0 0,1 0 0,-1 1 0,0-1 0,1 0 0,-1 1 0,1-1 0,-1 0 0,1 1 0,-1 0 0,-2 1 0,0 1 0,1 0 0,-1-1 0,1 1 0,0 0 0,0 0 0,0 1 0,1-1 0,-1 0 0,1 1 0,-1-1 0,1 1 0,0-1 0,1 1 0,-1-1 0,0 1 0,1 0 0,0 6 0,0-1 0,0 0 0,1 0 0,0 1 0,1-1 0,0 0 0,4 12 0,-5-16 0,1-1 0,0 0 0,0 1 0,1-1 0,-1 0 0,1 0 0,0 0 0,0-1 0,0 1 0,0-1 0,1 1 0,0-1 0,-1 0 0,1 0 0,0-1 0,0 1 0,1-1 0,-1 0 0,9 3 0,-7-3 0,1-1 0,-1 0 0,0-1 0,1 1 0,-1-1 0,0 0 0,1-1 0,-1 1 0,0-1 0,1-1 0,-1 1 0,0-1 0,10-4 0,-10 3 0,0 0 0,0 0 0,0 0 0,0-1 0,0 0 0,-1 0 0,0-1 0,0 0 0,0 0 0,0 0 0,-1 0 0,6-10 0,-7 11 0,-1-1 0,0 1 0,0-1 0,-1 1 0,1-1 0,-1 1 0,0-1 0,0 0 0,-1 0 0,1 1 0,-1-1 0,0 0 0,-1 0 0,1 0 0,-1 1 0,0-1 0,0 0 0,0 1 0,-3-7 0,-1 2 0,0 0 0,0 0 0,-1 1 0,0 0 0,0 0 0,-1 1 0,0 0 0,0 0 0,-1 0 0,0 1 0,0 0 0,-1 1 0,1 0 0,-1 0 0,0 0 0,-1 2 0,1-1 0,-13-3 0,18 7 43,0-1 0,0 0-1,0 1 1,1 0 0,-1 0-1,0 0 1,-7 2 0,10-2-97,0 0 1,0 0 0,0 0-1,0 0 1,0 1 0,0-1-1,0 1 1,1-1 0,-1 1-1,0-1 1,0 1 0,0-1-1,0 1 1,0 0 0,1-1-1,-1 1 1,0 0 0,1 0-1,-1-1 1,0 1 0,1 0-1,-1 0 1,1 0 0,0 0-1,-1 0 1,1 0 0,-1 0-1,1 0 1,0 0 0,0 0-1,0 2 1,1 7-6773</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5.419"/>
    </inkml:context>
    <inkml:brush xml:id="br0">
      <inkml:brushProperty name="width" value="0.05" units="cm"/>
      <inkml:brushProperty name="height" value="0.05" units="cm"/>
    </inkml:brush>
  </inkml:definitions>
  <inkml:trace contextRef="#ctx0" brushRef="#br0">0 72 24575,'1'-3'0,"-1"0"0,0 1 0,1-1 0,0 0 0,0 1 0,0-1 0,0 0 0,0 1 0,0-1 0,1 1 0,-1 0 0,1-1 0,0 1 0,0 0 0,-1 0 0,1 0 0,1 0 0,-1 0 0,0 1 0,0-1 0,1 1 0,-1-1 0,4-1 0,-1 1 0,0 0 0,1 0 0,-1 0 0,0 0 0,1 1 0,-1 0 0,1 0 0,0 0 0,-1 1 0,10 0 0,-9 1 0,0 0 0,-1 1 0,1 0 0,0 0 0,0 0 0,-1 1 0,1 0 0,-1 0 0,0 0 0,0 0 0,0 1 0,-1 0 0,1 0 0,-1 1 0,0-1 0,0 1 0,0 0 0,-1 0 0,1 0 0,3 8 0,-5-9 0,0 1 0,0-1 0,0 1 0,-1 0 0,1-1 0,-1 1 0,0 0 0,-1 0 0,1 0 0,-1 0 0,0 0 0,0 0 0,0 0 0,-1 0 0,0-1 0,0 1 0,0 0 0,0 0 0,-1-1 0,0 1 0,0 0 0,0-1 0,-1 0 0,1 0 0,-6 7 0,6-9 0,-1 1 0,1-1 0,-1 0 0,0 0 0,1 0 0,-1 0 0,0 0 0,0-1 0,0 0 0,-1 1 0,1-1 0,0 0 0,0 0 0,-1-1 0,1 1 0,-1-1 0,1 1 0,-4-1 0,5 0 0,1-1 0,0 1 0,-1 0 0,1 0 0,0-1 0,-1 1 0,1-1 0,0 1 0,-1-1 0,1 0 0,0 1 0,0-1 0,0 0 0,-1 0 0,1 0 0,0 0 0,0 0 0,-1-1 0,1 0 0,0 0 0,1 0 0,-1 0 0,0 0 0,1 1 0,-1-1 0,1 0 0,-1 0 0,1 0 0,0 0 0,0 0 0,0 0 0,0 0 0,0 0 0,1 0 0,0-3 0,1-3 0,0 0 0,1 1 0,0-1 0,0 1 0,1 0 0,0 0 0,8-12 0,41-42 0,-34 41 0,11-7-1365,-17 19-5461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5.623"/>
    </inkml:context>
    <inkml:brush xml:id="br0">
      <inkml:brushProperty name="width" value="0.05" units="cm"/>
      <inkml:brushProperty name="height" value="0.05" units="cm"/>
    </inkml:brush>
  </inkml:definitions>
  <inkml:trace contextRef="#ctx0" brushRef="#br0">17 57 24575,'0'-11'0,"1"8"0,-1 0 0,0 1 0,0-1 0,0 0 0,0 0 0,0 0 0,-1 0 0,1 0 0,-1 0 0,0 1 0,1-1 0,-1 0 0,-1 0 0,-1-3 0,3 6 0,0 0 0,-1 0 0,1 1 0,0-1 0,-1 0 0,1 0 0,0 0 0,-1 0 0,1 0 0,0 0 0,0 1 0,-1-1 0,1 0 0,0 0 0,0 0 0,-1 1 0,1-1 0,0 0 0,0 0 0,-1 1 0,1-1 0,0 0 0,0 1 0,0-1 0,0 0 0,0 0 0,-1 1 0,1-1 0,0 0 0,0 1 0,0-1 0,0 0 0,0 1 0,0-1 0,0 0 0,0 1 0,0-1 0,0 0 0,0 1 0,0-1 0,1 1 0,-4 18 0,11 119 0,0-28 0,-7 11-1365,-1-91-5461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6"/>
    </inkml:context>
    <inkml:brush xml:id="br0">
      <inkml:brushProperty name="width" value="0.05" units="cm"/>
      <inkml:brushProperty name="height" value="0.05" units="cm"/>
    </inkml:brush>
  </inkml:definitions>
  <inkml:trace contextRef="#ctx0" brushRef="#br0">0 221 24575,'1'-2'0,"-1"0"0,0 1 0,1-1 0,0 0 0,-1 1 0,1-1 0,0 1 0,0-1 0,0 1 0,0-1 0,0 1 0,0 0 0,0-1 0,0 1 0,1 0 0,-1 0 0,0 0 0,1 0 0,2-2 0,31-14 0,28-1 0,-1 2 0,92-10 0,-50 10 0,-98 14 0,1 1 0,-1 0 0,0-1 0,0 0 0,9-5 0,-14 7 0,-1-1 0,1 1 0,0-1 0,-1 1 0,1-1 0,0 1 0,-1-1 0,1 1 0,-1-1 0,1 1 0,-1-1 0,1 0 0,-1 1 0,0-1 0,1 0 0,-1 1 0,0-1 0,1 0 0,-1 0 0,0 1 0,0-2 0,0 1 0,0 0 0,-1-1 0,1 1 0,0 0 0,-1 0 0,1 0 0,-1 0 0,0 0 0,1 0 0,-1 0 0,0 0 0,0 0 0,1 0 0,-1 0 0,0 1 0,0-1 0,0 0 0,-2-1 0,-8-4 0,0-1 0,-1 1 0,0 1 0,1 0 0,-2 1 0,1 0 0,0 0 0,-1 2 0,0 0 0,0 0 0,1 1 0,-1 0 0,0 1 0,-13 2 0,22-1 0,-1 0 0,1 0 0,0 1 0,0-1 0,0 1 0,0 0 0,0 0 0,0 1 0,1-1 0,-1 1 0,1-1 0,-1 1 0,1 0 0,-3 5 0,1-2 0,0 0 0,1 0 0,0 1 0,1-1 0,0 1 0,0 0 0,0 0 0,-2 9 0,3-9 0,0 1 0,1 0 0,0-1 0,0 1 0,1 0 0,-1 0 0,2 0 0,-1 0 0,1-1 0,0 1 0,1 0 0,0 0 0,0-1 0,1 0 0,0 1 0,0-1 0,4 7 0,-3-9 31,0-1 0,0 1 0,0-1 0,0 0 0,1-1 0,-1 1 0,1-1 0,0 0 1,0 0-1,11 4 0,-5-3-373,1 0 1,0-1 0,0 0-1,14 1 1,18 0-6485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6.434"/>
    </inkml:context>
    <inkml:brush xml:id="br0">
      <inkml:brushProperty name="width" value="0.05" units="cm"/>
      <inkml:brushProperty name="height" value="0.05" units="cm"/>
    </inkml:brush>
  </inkml:definitions>
  <inkml:trace contextRef="#ctx0" brushRef="#br0">296 525 24575,'-4'-2'0,"0"1"0,1-1 0,-1 1 0,0-1 0,0 0 0,1-1 0,-1 1 0,1-1 0,0 1 0,-4-5 0,-4-2 0,-21-21 0,27 24 0,0 0 0,-1 1 0,1 0 0,-1 0 0,-10-6 0,14 10 0,0 0 0,0 0 0,-1 0 0,1 1 0,-1-1 0,1 1 0,0-1 0,-1 1 0,1 0 0,-1 0 0,1 0 0,-1 0 0,1 0 0,0 0 0,-1 1 0,1-1 0,-1 1 0,1 0 0,0 0 0,0 0 0,-4 1 0,-6 5 0,1-1 0,0 2 0,0 0 0,0 0 0,-10 11 0,18-16 0,0 0 0,0 0 0,0 0 0,0 0 0,1 1 0,0-1 0,0 1 0,0-1 0,0 1 0,0 0 0,1 0 0,-1-1 0,1 1 0,0 1 0,0-1 0,1 0 0,-1 0 0,1 0 0,0 0 0,0 7 0,1-9 0,0 1 0,1 0 0,-1-1 0,0 1 0,1 0 0,-1-1 0,1 1 0,0-1 0,0 0 0,0 0 0,0 0 0,0 0 0,1 0 0,-1 0 0,0 0 0,1-1 0,0 1 0,-1-1 0,1 0 0,0 0 0,-1 0 0,1 0 0,3 0 0,3 2 0,0-2 0,0 1 0,0-1 0,0-1 0,0 1 0,13-2 0,-11-1 0,1 0 0,0 0 0,-1-1 0,0 0 0,0-1 0,0 0 0,0-1 0,0 0 0,-1-1 0,0 0 0,0-1 0,-1 0 0,0 0 0,0-1 0,0 0 0,8-12 0,-4 3 0,-1 0 0,0-2 0,-2 0 0,0 0 0,-1 0 0,-1-1 0,-1-1 0,5-21 0,0-4 0,-3-1 0,-2 0 0,3-84 0,-13 96 0,-4 20 0,7 15 0,0 0 0,-1-1 0,1 1 0,0 0 0,-1 0 0,1 0 0,0 0 0,-1-1 0,1 1 0,0 0 0,-1 0 0,1 0 0,0 0 0,-1 0 0,1 0 0,0 0 0,-1 0 0,1 0 0,0 0 0,-1 0 0,1 0 0,0 0 0,-1 1 0,1-1 0,0 0 0,-1 0 0,1 0 0,0 0 0,-1 1 0,1-1 0,0 0 0,-1 0 0,1 0 0,0 1 0,0-1 0,-1 1 0,-2 2 0,0 0 0,1 0 0,-1 1 0,1-1 0,-1 1 0,1 0 0,0 0 0,1 0 0,-3 7 0,-10 44 0,10-35 0,-20 108-682,-11 175-1,30-220-6143</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7.224"/>
    </inkml:context>
    <inkml:brush xml:id="br0">
      <inkml:brushProperty name="width" value="0.05" units="cm"/>
      <inkml:brushProperty name="height" value="0.05" units="cm"/>
    </inkml:brush>
  </inkml:definitions>
  <inkml:trace contextRef="#ctx0" brushRef="#br0">1 1 24575,'2'0'0,"-1"1"0,1-1 0,-1 1 0,1-1 0,-1 1 0,0 0 0,1-1 0,-1 1 0,1 0 0,-1 0 0,0 0 0,0 0 0,0 0 0,1 0 0,-1 1 0,0-1 0,-1 0 0,1 0 0,0 1 0,0-1 0,0 1 0,0 2 0,13 36 0,-10-21 0,-1 0 0,-1 1 0,-1-1 0,0 1 0,-3 22 0,-17 101 0,9-87 0,7-34 0,-2 9 0,0 1 0,2-1 0,2 1 0,3 41 0,-1-65 0,0 0 0,0 0 0,1 0 0,0 0 0,0-1 0,1 1 0,0-1 0,1 1 0,0-1 0,0 0 0,0-1 0,1 1 0,0-1 0,0 0 0,0 0 0,1 0 0,0-1 0,0 0 0,0 0 0,1 0 0,0-1 0,10 5 0,2-1 0,1-1 0,-1-1 0,1-1 0,39 5 0,86 1 0,-118-10 0,177-1 0,-172-3 0,0 0 0,0-3 0,0 0 0,39-15 0,-66 20 31,-1-1 0,1 0 0,0 0 0,-1 0 0,0-1 0,0 0 0,1 0 0,-2 0 1,1 0-1,5-6 0,-8 7-82,0 1 1,0 0 0,0-1 0,0 1 0,-1-1-1,1 0 1,-1 1 0,1-1 0,-1 1 0,0-1-1,1 0 1,-1 1 0,0-1 0,0 0 0,0 1-1,0-1 1,-1 0 0,1 1 0,0-1 0,-1 0 0,1 1-1,-1-1 1,1 1 0,-1-1 0,0 1 0,0-1-1,0 1 1,1-1 0,-1 1 0,-1 0 0,1-1-1,0 1 1,-2-2 0,-14-13-6776</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7.440"/>
    </inkml:context>
    <inkml:brush xml:id="br0">
      <inkml:brushProperty name="width" value="0.05" units="cm"/>
      <inkml:brushProperty name="height" value="0.05" units="cm"/>
    </inkml:brush>
  </inkml:definitions>
  <inkml:trace contextRef="#ctx0" brushRef="#br0">23 57 24575,'-2'0'0,"1"0"0,0-1 0,0 1 0,0-1 0,0 1 0,-1-1 0,1 0 0,0 1 0,0-1 0,0 0 0,0 0 0,0 0 0,1 1 0,-1-1 0,0 0 0,0 0 0,1 0 0,-1-1 0,0 1 0,1 0 0,-1 0 0,1 0 0,-1 0 0,1-1 0,0 1 0,0 0 0,-1 0 0,1 0 0,0-1 0,0 1 0,0 0 0,0 0 0,1-3 0,0 3 0,0-1 0,0 1 0,0-1 0,0 1 0,0-1 0,0 1 0,1 0 0,-1 0 0,1-1 0,-1 1 0,1 0 0,-1 0 0,1 1 0,0-1 0,-1 0 0,1 0 0,0 1 0,0-1 0,-1 1 0,1 0 0,0-1 0,3 1 0,8 0 0,-1 0 0,1 1 0,-1 0 0,0 1 0,1 0 0,-1 1 0,0 1 0,0-1 0,-1 2 0,1 0 0,-1 0 0,0 1 0,17 12 0,-11-5 0,0 0 0,-1 0 0,-1 2 0,0 0 0,-1 1 0,0 0 0,14 24 0,-24-34 0,0 0 0,-1 1 0,0-1 0,0 1 0,-1 0 0,1 0 0,-1 0 0,-1 0 0,0 0 0,1 8 0,-2-12 0,0-1 0,0 1 0,0 0 0,-1 0 0,1-1 0,-1 1 0,0 0 0,0-1 0,0 1 0,0 0 0,0-1 0,-1 1 0,1-1 0,-1 0 0,1 1 0,-1-1 0,0 0 0,0 0 0,0 0 0,0 0 0,0-1 0,-1 1 0,1-1 0,0 1 0,-1-1 0,1 0 0,-1 0 0,-3 2 0,-5 0-273,0 0 0,0-1 0,0 0 0,-16 1 0,-10-1-6553</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8.040"/>
    </inkml:context>
    <inkml:brush xml:id="br0">
      <inkml:brushProperty name="width" value="0.05" units="cm"/>
      <inkml:brushProperty name="height" value="0.05" units="cm"/>
    </inkml:brush>
  </inkml:definitions>
  <inkml:trace contextRef="#ctx0" brushRef="#br0">126 88 24575,'-4'2'0,"0"0"0,-1 1 0,1-2 0,0 1 0,-1 0 0,1-1 0,-1 0 0,1 0 0,-1 0 0,-8 0 0,7 0 0,-1-1 0,1 2 0,0-1 0,-1 1 0,1 0 0,-7 3 0,12-4 0,-1 0 0,1-1 0,0 1 0,0 0 0,0 0 0,-1 1 0,1-1 0,0 0 0,1 0 0,-1 1 0,0-1 0,0 0 0,0 1 0,1-1 0,-1 0 0,1 1 0,-1-1 0,1 1 0,0-1 0,-1 1 0,1 0 0,0-1 0,0 1 0,0-1 0,0 1 0,0-1 0,1 1 0,-1-1 0,1 4 0,4 12 0,1 0 0,1-1 0,0 0 0,10 17 0,-11-22 0,-5-10 0,-1 0 0,1 0 0,-1 0 0,1 0 0,0 0 0,-1 0 0,1 0 0,0 0 0,0 0 0,0 0 0,0 0 0,1 1 0,-1-2 0,-1 0 0,0 0 0,0 0 0,1 0 0,-1 0 0,0 0 0,1 0 0,-1 0 0,0-1 0,0 1 0,1 0 0,-1 0 0,0 0 0,0 0 0,0 0 0,1 0 0,-1-1 0,0 1 0,0 0 0,0 0 0,1 0 0,-1 0 0,0-1 0,0 1 0,0 0 0,0 0 0,1 0 0,-1-1 0,0 1 0,0 0 0,0 0 0,0-1 0,0 1 0,0-1 0,6-33 0,-5 22 0,3-9 0,0 0 0,1 0 0,14-35 0,-15 46 0,1 0 0,0 1 0,0 0 0,1 0 0,0 0 0,1 0 0,0 1 0,0 0 0,13-10 0,-18 16 0,-1 1 0,1 0 0,-1-1 0,1 1 0,-1 0 0,1 0 0,0 0 0,0 0 0,-1 1 0,1-1 0,0 0 0,0 1 0,0-1 0,0 1 0,0 0 0,0-1 0,0 1 0,0 0 0,0 0 0,0 0 0,0 1 0,0-1 0,0 0 0,0 1 0,0-1 0,0 1 0,-1 0 0,1 0 0,0 0 0,0 0 0,0 0 0,2 2 0,-1 0 0,0 1 0,0 0 0,0-1 0,-1 1 0,1 0 0,-1 0 0,0 0 0,0 0 0,-1 1 0,1-1 0,-1 1 0,0-1 0,1 7 0,1 11 0,0 38 0,-3-53 0,-1-1 0,1 1 0,-1-1 0,0 1 0,-1-1 0,1 1 0,-1-1 0,0 0 0,-1 0 0,-3 7 0,-1-3 0,10-13 0,14-19 0,0 4 0,2 0 0,38-28 0,-49 41 0,0 0 0,1 0 0,-1 0 0,1 1 0,0 1 0,0-1 0,0 1 0,0 1 0,1 0 0,18-2 0,-24 4 12,0 0 1,0 0-1,0 0 0,-1 1 0,1 0 0,0-1 1,0 1-1,0 1 0,0-1 0,-1 1 0,1-1 1,-1 1-1,1 0 0,-1 0 0,1 0 0,-1 1 0,0-1 1,0 1-1,0 0 0,-1 0 0,1 0 0,-1 0 1,0 0-1,1 1 0,-1-1 0,-1 1 0,3 3 1,0 5-227,0-1 1,-1 0 0,-1 1-1,0 0 1,0-1 0,-1 1-1,-1 21 1,-1-13-6613</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8.999"/>
    </inkml:context>
    <inkml:brush xml:id="br0">
      <inkml:brushProperty name="width" value="0.05" units="cm"/>
      <inkml:brushProperty name="height" value="0.05" units="cm"/>
    </inkml:brush>
  </inkml:definitions>
  <inkml:trace contextRef="#ctx0" brushRef="#br0">263 206 24575,'3'-3'0,"1"0"0,0 1 0,0-1 0,1 1 0,6-3 0,-7 3 0,0 0 0,1 0 0,-1-1 0,0 1 0,0-1 0,3-3 0,-5 4 0,1 0 0,-1 0 0,-1 0 0,1-1 0,0 1 0,0 0 0,-1-1 0,0 1 0,1-1 0,-1 1 0,0-1 0,0 0 0,0 0 0,-1 1 0,1-1 0,-1 0 0,1 0 0,-1 0 0,0 0 0,0 0 0,0 1 0,0-1 0,-1 0 0,1 0 0,-1 0 0,0 0 0,-1-3 0,0 2 0,-1 0 0,1 0 0,-1 0 0,0 1 0,0-1 0,0 1 0,0-1 0,-1 1 0,1 0 0,-1 0 0,0 1 0,0-1 0,0 1 0,0 0 0,0 0 0,-6-2 0,-1 1 0,0 0 0,0 1 0,-1 0 0,1 0 0,0 1 0,-1 1 0,1 0 0,-1 1 0,1 0 0,-1 0 0,1 1 0,0 1 0,-22 7 0,27-7 0,0-1 0,0 1 0,0 0 0,1 0 0,-1 1 0,1-1 0,0 1 0,0 1 0,0-1 0,0 1 0,1 0 0,0 0 0,0 0 0,0 0 0,0 1 0,1-1 0,0 1 0,0 0 0,1 0 0,-1 0 0,1 0 0,1 1 0,-1-1 0,1 1 0,0 11 0,0-15 0,2 1 0,-1-1 0,0 0 0,1 1 0,-1-1 0,1 0 0,0 0 0,0 1 0,0-1 0,1 0 0,-1 0 0,1 0 0,0 0 0,-1-1 0,5 6 0,-2-4 0,0-1 0,0 1 0,0-1 0,1 0 0,-1 0 0,1-1 0,-1 1 0,1-1 0,7 2 0,-2 0 0,0-2 0,1 1 0,-1-2 0,1 1 0,0-1 0,-1-1 0,1 0 0,0 0 0,14-3 0,-19 1 0,0 1 0,0-1 0,0 0 0,0-1 0,0 1 0,-1-1 0,1 0 0,-1-1 0,0 1 0,1-1 0,-2 0 0,1 0 0,0-1 0,-1 1 0,4-6 0,-3 2 0,0 0 0,0 0 0,-1-1 0,0 1 0,0-1 0,-1 0 0,0 0 0,-1 0 0,2-13 0,-5 35 0,0-1 0,1 0 0,0 0 0,0 1 0,2-1 0,-1 0 0,8 23 0,-8-31 0,0 0 0,1 0 0,0 0 0,0-1 0,0 1 0,0-1 0,0 1 0,1-1 0,0 0 0,-1 0 0,1 0 0,6 4 0,-7-5 0,1 0 0,0-1 0,0 0 0,0 1 0,1-1 0,-1-1 0,0 1 0,0 0 0,0-1 0,1 1 0,-1-1 0,0 0 0,1 0 0,-1 0 0,0-1 0,1 1 0,-1-1 0,4-1 0,10-5 0,-1 0 0,1 0 0,-2-2 0,1 0 0,-2 0 0,16-13 0,29-19 0,-56 40 0,0-1 0,-1 0 0,1 0 0,-1 0 0,1 0 0,-1 0 0,0 0 0,0-1 0,0 1 0,0-1 0,3-4 0,-3 1 0,0 1 0,0-1 0,-1 0 0,0 1 0,1-10 0,-1 7 0,0 1 0,1-1 0,-1 0 0,6-13 0,-6 50 0,-3-20 0,-27 238 0,25-193 0,3-1 0,9 90 0,-7-134 0,-1-6 0,0 1 0,0-1 0,1 1 0,-1 0 0,1-1 0,0 1 0,0-1 0,0 1 0,1-1 0,-1 0 0,1 0 0,0 1 0,2 2 0,-4-6 0,0 0 0,0 0 0,0 0 0,1 0 0,-1 0 0,0 0 0,0 0 0,0 1 0,0-1 0,0 0 0,0 0 0,1 0 0,-1 0 0,0 0 0,0 0 0,0 0 0,0 0 0,0 0 0,1 0 0,-1 0 0,0 0 0,0 0 0,0 0 0,0 0 0,0 0 0,1 0 0,-1 0 0,0 0 0,0-1 0,0 1 0,0 0 0,0 0 0,1 0 0,-1 0 0,0 0 0,0 0 0,0 0 0,0 0 0,0 0 0,0-1 0,0 1 0,0 0 0,0 0 0,1 0 0,2-10 0,0-11 0,-4-1 0,-1 0 0,-8-36 0,0 0 0,5 14 0,2 1 0,4-65 0,0 86 0,2 0 0,0 1 0,2-1 0,0 1 0,2 0 0,16-38 0,-19 52 0,-1 0 0,2 1 0,-1 0 0,1-1 0,0 2 0,0-1 0,0 0 0,1 1 0,0 0 0,11-7 0,-15 10 0,1 1 0,-1 0 0,0 0 0,1 0 0,-1 0 0,0 0 0,1 1 0,-1-1 0,1 1 0,-1-1 0,1 1 0,-1 0 0,1 0 0,-1 0 0,1 0 0,-1 1 0,1-1 0,-1 1 0,1-1 0,-1 1 0,1 0 0,-1 0 0,0 0 0,0 0 0,1 0 0,-1 1 0,0-1 0,0 1 0,0-1 0,0 1 0,-1 0 0,1 0 0,0 0 0,-1 0 0,3 4 0,-1-3 0,-1 1 0,0 0 0,0 0 0,0 0 0,0 1 0,0-1 0,-1 0 0,0 1 0,0-1 0,0 1 0,-1-1 0,1 1 0,-1-1 0,0 6 0,-1-3 0,0 0 0,-1 0 0,0 0 0,0 0 0,0 0 0,-1 0 0,0 0 0,-4 7 0,-1-1 0,-1-1 0,0 0 0,0 0 0,-1-1 0,-1 0 0,0-1 0,0 0 0,-15 9 0,7-8-1365,2-4-5461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59.421"/>
    </inkml:context>
    <inkml:brush xml:id="br0">
      <inkml:brushProperty name="width" value="0.05" units="cm"/>
      <inkml:brushProperty name="height" value="0.05" units="cm"/>
    </inkml:brush>
  </inkml:definitions>
  <inkml:trace contextRef="#ctx0" brushRef="#br0">0 66 24575,'10'0'0,"-1"1"0,1-1 0,-1 1 0,0 1 0,1 0 0,17 6 0,-24-7 0,0 0 0,0 1 0,0-1 0,-1 1 0,1 0 0,-1 0 0,1 0 0,-1 0 0,1 0 0,-1 1 0,0-1 0,0 0 0,0 1 0,-1 0 0,1-1 0,0 1 0,-1 0 0,0 0 0,0 0 0,0 0 0,0 0 0,0 0 0,0 0 0,-1 4 0,1 12 0,0 0 0,-2 0 0,-1 0 0,-5 28 0,-24 75 0,18-76 0,7-28 0,4-13 0,0-1 0,1 1 0,-1 0 0,1-1 0,0 1 0,0 0 0,1 0 0,-1 8 0,1-13 0,1 0 0,-1 0 0,0 0 0,0 0 0,0 0 0,0 0 0,0 0 0,0 0 0,1 0 0,-1 0 0,0 0 0,0 0 0,0 0 0,0 0 0,0 0 0,0 0 0,1 0 0,-1 0 0,0 0 0,0 0 0,0 0 0,0 0 0,0 0 0,0 0 0,1 0 0,-1 0 0,0 0 0,0 0 0,0 0 0,0 0 0,0 0 0,0-1 0,0 1 0,1 0 0,-1 0 0,0 0 0,0 0 0,0 0 0,0 0 0,0 0 0,0 0 0,0-1 0,0 1 0,0 0 0,0 0 0,0 0 0,0 0 0,0 0 0,0 0 0,0-1 0,0 1 0,0 0 0,6-9 0,16-44 0,-2 0 0,22-101 0,10-28 0,-51 180 0,-1-1 0,1 0 0,0 0 0,0 0 0,0 0 0,1 0 0,-1 0 0,1 0 0,-1 0 0,1 1 0,0-1 0,0 1 0,0 0 0,1-1 0,-1 1 0,5-4 0,-6 6 0,-1 0 0,1 0 0,-1 0 0,1 0 0,0 0 0,-1 0 0,1 0 0,-1 0 0,1 1 0,-1-1 0,1 0 0,-1 0 0,1 0 0,-1 1 0,1-1 0,-1 0 0,1 0 0,-1 1 0,1-1 0,-1 1 0,1-1 0,-1 0 0,1 1 0,-1-1 0,0 1 0,1-1 0,-1 1 0,0-1 0,0 1 0,1-1 0,-1 1 0,0-1 0,0 1 0,0-1 0,0 1 0,1-1 0,-1 1 0,0 0 0,0 0 0,3 26 0,-3-27 0,0 10-54,0 0-1,-1-1 0,0 0 1,-1 1-1,0-1 1,-1 0-1,0 0 0,0 0 1,-1 0-1,0-1 1,0 1-1,-1-1 0,0 0 1,-1 0-1,1-1 0,-1 1 1,-1-1-1,0-1 1,0 1-1,0-1 0,-1-1 1,1 1-1,-2-1 1,-9 5-1,-1-2-6771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1:00.216"/>
    </inkml:context>
    <inkml:brush xml:id="br0">
      <inkml:brushProperty name="width" value="0.05" units="cm"/>
      <inkml:brushProperty name="height" value="0.05" units="cm"/>
    </inkml:brush>
  </inkml:definitions>
  <inkml:trace contextRef="#ctx0" brushRef="#br0">0 280 24575,'2'0'0,"0"0"0,0 1 0,0-1 0,0 1 0,0-1 0,0 1 0,-1 0 0,1-1 0,0 1 0,0 0 0,-1 0 0,1 0 0,-1 1 0,1-1 0,-1 0 0,1 0 0,1 3 0,-2-2 0,1-1 0,0 1 0,-1 0 0,1-1 0,0 0 0,0 1 0,0-1 0,0 0 0,0 0 0,1 0 0,3 1 0,22 2 0,0-2 0,0-1 0,51-4 0,-75 2 0,0 1 0,0-1 0,0 1 0,0-1 0,-1 0 0,1 0 0,0-1 0,-1 1 0,1-1 0,-1 0 0,0 0 0,7-4 0,-9 4 0,0 1 0,0 0 0,0 0 0,0-1 0,0 1 0,-1 0 0,1-1 0,0 1 0,-1-1 0,1 1 0,-1-1 0,1 1 0,-1-1 0,0 1 0,0-1 0,0 1 0,1-1 0,-2 0 0,1 1 0,0-1 0,0 1 0,0-1 0,-1 1 0,1-1 0,-1 1 0,1-1 0,-1 1 0,0-1 0,1 1 0,-1-1 0,0 1 0,0 0 0,-2-3 0,0 0 0,0 1 0,0-1 0,0 0 0,0 1 0,-1 0 0,1-1 0,-1 1 0,0 1 0,0-1 0,0 1 0,0-1 0,-1 1 0,1 0 0,-1 1 0,1-1 0,-1 1 0,0 0 0,1 0 0,-1 0 0,0 1 0,0-1 0,1 1 0,-1 0 0,0 1 0,0-1 0,0 1 0,1 0 0,-1 0 0,0 1 0,1-1 0,-1 1 0,1 0 0,0 0 0,0 1 0,0-1 0,0 1 0,0 0 0,0 0 0,0 0 0,1 0 0,0 1 0,-1-1 0,2 1 0,-1 0 0,0 0 0,1 0 0,-1 0 0,1 1 0,0-1 0,1 1 0,-1-1 0,1 1 0,0 0 0,-1 8 0,1-10 0,1-1 0,0 1 0,0 0 0,1 0 0,-1 0 0,0 0 0,1 0 0,0-1 0,0 1 0,0 0 0,0 0 0,0-1 0,0 1 0,1-1 0,-1 1 0,4 3 0,-2-2 0,1-1 0,0 1 0,0-1 0,0 0 0,0 0 0,0 0 0,1-1 0,7 4 0,5 0 0,1 0 0,-1-2 0,1 0 0,22 2 0,2-2 0,1-3 0,0-1 0,0-2 0,46-8 0,167-44 0,-251 52 0,0 1 0,0-1 0,0 0 0,-1 0 0,1-1 0,4-2 0,-8 4 0,-1 1 0,1-1 0,0 1 0,-1 0 0,1-1 0,-1 1 0,1-1 0,-1 1 0,1-1 0,-1 1 0,0-1 0,1 0 0,-1 1 0,0-1 0,1 1 0,-1-1 0,0 0 0,0 1 0,1-1 0,-1 0 0,0 1 0,0-1 0,0 0 0,0 0 0,0 1 0,0-1 0,0 0 0,0 1 0,0-1 0,0 0 0,-1 1 0,1-1 0,0 0 0,0 1 0,-1-1 0,1 0 0,0 1 0,-1-1 0,1 1 0,-1-1 0,1 1 0,-1-1 0,1 1 0,-1-1 0,1 1 0,-1-1 0,1 1 0,-1-1 0,1 1 0,-1 0 0,0 0 0,1-1 0,-1 1 0,-1 0 0,-4-4 0,-1 1 0,0 1 0,0 0 0,1 0 0,-1 0 0,-1 1 0,1-1 0,-10 1 0,5 1 0,-1 0 0,1 0 0,-1 1 0,-12 3 0,16-2 0,1 1 0,0-1 0,-1 2 0,-14 7 0,21-10 0,0 0 0,-1 0 0,1 1 0,0-1 0,1 0 0,-1 1 0,0 0 0,0-1 0,1 1 0,-1 0 0,1 0 0,-1 0 0,1 0 0,0 0 0,0 0 0,0 0 0,0 0 0,0 1 0,0-1 0,0 0 0,1 0 0,-1 5 0,1-5 0,1-1 0,-1 1 0,1 0 0,0 0 0,0-1 0,-1 1 0,1 0 0,0-1 0,1 1 0,-1-1 0,0 1 0,0-1 0,1 0 0,-1 1 0,0-1 0,1 0 0,-1 0 0,1 0 0,0 0 0,-1 0 0,1-1 0,0 1 0,0 0 0,-1-1 0,1 1 0,0-1 0,3 1 0,2 0 0,0 1 0,0-1 0,1-1 0,-1 0 0,13 0 0,-3-3 0,-1 0 0,1-1 0,-1 0 0,0-1 0,0-1 0,-1-1 0,28-15 0,-34 16 0,-1 1 0,0-1 0,-1-1 0,1 1 0,-1-1 0,0 0 0,-1-1 0,0 0 0,0 0 0,-1 0 0,0-1 0,0 0 0,-1 0 0,6-15 0,-5 3 0,-1 0 0,-1 0 0,0 0 0,-2 0 0,0-1 0,-3-24 0,2 43 0,-1 1 0,1-1 0,0 1 0,-1 0 0,1-1 0,-1 1 0,0 0 0,0 0 0,0 0 0,0-1 0,-2-1 0,3 3 0,0 1 0,-1 0 0,1-1 0,0 1 0,-1 0 0,1 0 0,0 0 0,0-1 0,-1 1 0,1 0 0,0 0 0,-1 0 0,1 0 0,0 0 0,-1 0 0,1 0 0,0 0 0,-1-1 0,1 1 0,-1 0 0,1 0 0,0 1 0,-1-1 0,1 0 0,0 0 0,-1 0 0,1 0 0,-13 13 0,6 0 0,1-1 0,1 1 0,-1 1 0,2-1 0,0 1 0,1 0 0,0 0 0,1 0 0,0 27 0,2-9 0,1 0 0,2 0 0,10 43 0,18 38-1365,-15-67-5461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1:01.633"/>
    </inkml:context>
    <inkml:brush xml:id="br0">
      <inkml:brushProperty name="width" value="0.05" units="cm"/>
      <inkml:brushProperty name="height" value="0.05" units="cm"/>
    </inkml:brush>
  </inkml:definitions>
  <inkml:trace contextRef="#ctx0" brushRef="#br0">146 59 24575,'-15'0'0,"5"1"0,-1-1 0,1 0 0,-1 0 0,1-2 0,0 1 0,-1-1 0,1 0 0,0-1 0,-14-6 0,23 9 0,0-1 0,0 1 0,0-1 0,0 0 0,0 0 0,0 1 0,0-1 0,0 0 0,0 0 0,1 0 0,-1 0 0,0 0 0,-1-2 0,2 3 0,0 0 0,0-1 0,0 1 0,0-1 0,0 1 0,0 0 0,0-1 0,0 1 0,0-1 0,0 1 0,0 0 0,1-1 0,-1 1 0,0-1 0,0 1 0,0 0 0,0-1 0,1 1 0,-1 0 0,0-1 0,0 1 0,1 0 0,-1-1 0,0 1 0,0 0 0,1 0 0,0-1 0,1-1 0,1 1 0,0-1 0,0 1 0,0 0 0,1 0 0,-1 0 0,0 0 0,7 0 0,73-5 0,114 5 0,-90 3 0,423 8-326,1 29 0,-523-38 326,3 0 0,1 0 0,-1 1 0,0 0 0,0 1 0,14 5 0,-24-7 5,0-1 1,0 0-1,0 0 1,-1 1-1,1-1 0,0 1 1,0-1-1,0 1 1,-1-1-1,1 1 0,0-1 1,-1 1-1,1 0 1,-1-1-1,1 1 0,0 0 1,-1 0-1,0-1 1,1 1-1,-1 0 0,1 0 1,-1 0-1,0-1 1,0 1-1,1 0 0,-1 0 1,0 0-1,0 0 1,0 0-1,0 0 0,0-1 1,0 1-1,0 0 1,0 0-1,-1 0 0,1 0 1,0 0-1,0 0 1,-1-1-1,1 1 0,0 0 1,-1 0-1,1 0 1,-1-1-1,0 2 0,-4 4 67,1-1 0,-1 0 0,-1 1 0,-9 6-1,4-3-26,4-1-45,0 1 0,0 0 0,0 0 0,1 0 0,1 0 0,-1 1 0,1 0 0,1 0 0,0 0 0,1 1 0,0 0 0,0-1 0,1 1 0,-1 16 0,1 15 0,1 1 0,8 60 0,-5-69 0,46 429 0,-21-222 0,-16-145 0,-1-23 0,-3 0 0,-5 98 0,-2-163 0,-1 0 0,0 1 0,0-1 0,-1 0 0,-1 1 0,1-1 0,-1 0 0,0-1 0,-1 1 0,-8 13 0,9-17 0,0-1 0,0 1 0,0-1 0,-1 0 0,1 0 0,-1 0 0,0-1 0,0 1 0,0-1 0,0 0 0,0 0 0,0 0 0,-1-1 0,1 0 0,-1 1 0,1-2 0,-1 1 0,1 0 0,-1-1 0,1 0 0,-8 0 0,-19-3 0,-38-8 0,-4-1 0,-494-22 0,437 34-1365,11 0-5461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6.920"/>
    </inkml:context>
    <inkml:brush xml:id="br0">
      <inkml:brushProperty name="width" value="0.05" units="cm"/>
      <inkml:brushProperty name="height" value="0.05" units="cm"/>
    </inkml:brush>
  </inkml:definitions>
  <inkml:trace contextRef="#ctx0" brushRef="#br0">0 20 24575,'1'-1'0,"-1"0"0,1 0 0,0 0 0,-1 0 0,1 0 0,-1 0 0,1 0 0,-1 0 0,0 0 0,1 0 0,-1 0 0,0 0 0,0-2 0,0 0 0,-2 11 0,1 8 0,1 1 0,0-1 0,2 1 0,5 28 0,-1-9 0,5 76-682,-2 117-1,-9-199-6143</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8:57.167"/>
    </inkml:context>
    <inkml:brush xml:id="br0">
      <inkml:brushProperty name="width" value="0.05" units="cm"/>
      <inkml:brushProperty name="height" value="0.05" units="cm"/>
    </inkml:brush>
  </inkml:definitions>
  <inkml:trace contextRef="#ctx0" brushRef="#br0">1 37 24575,'1'-3'0,"1"0"0,0-1 0,-1 1 0,2-1 0,-1 1 0,0 0 0,1 0 0,3-4 0,-5 7 0,0-1 0,-1 1 0,1-1 0,0 1 0,0-1 0,0 1 0,0 0 0,0 0 0,0-1 0,0 1 0,0 0 0,0 0 0,0 0 0,0 0 0,0 0 0,0 0 0,0 0 0,0 1 0,0-1 0,0 0 0,0 0 0,0 1 0,0-1 0,0 1 0,0-1 0,0 1 0,0-1 0,0 1 0,-1 0 0,1-1 0,0 1 0,0 0 0,-1 0 0,2 0 0,8 12 0,0 0 0,0 0 0,-1 1 0,-1 0 0,0 0 0,9 26 0,-1-5 0,1 0 0,64 146 0,-72-155 0,0 0 0,-2 1 0,0 0 0,-2 0 0,1 28 0,-5-45 20,-1 0 0,-1 0 0,0-1 1,0 1-1,-1 0 0,0-1 0,0 0 0,-1 1 0,-1-1 0,0 0 0,0 0 0,0-1 0,-1 1 0,0-1 0,-1 0 0,-7 8 1,1-4-211,-1 0 0,0-1 1,0 0-1,-1-1 0,-1 0 1,0-1-1,0-1 1,-18 7-1,-16 5-6636</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7.149"/>
    </inkml:context>
    <inkml:brush xml:id="br0">
      <inkml:brushProperty name="width" value="0.05" units="cm"/>
      <inkml:brushProperty name="height" value="0.05" units="cm"/>
    </inkml:brush>
  </inkml:definitions>
  <inkml:trace contextRef="#ctx0" brushRef="#br0">166 109 24575,'-8'0'0,"1"0"0,-1-1 0,0 1 0,1-2 0,-1 1 0,0-1 0,1 0 0,0 0 0,-1-1 0,1 0 0,0-1 0,-8-4 0,14 7 0,0 0 0,0 0 0,0 0 0,0 0 0,1 0 0,-1 0 0,0 0 0,0 0 0,1 0 0,-1 0 0,1 0 0,-1 0 0,1-1 0,0 1 0,-1 0 0,1 0 0,0 0 0,0-1 0,0 1 0,0 0 0,0 0 0,0-1 0,0 1 0,0 0 0,0 0 0,1-1 0,-1 1 0,0 0 0,1 0 0,-1 0 0,1 0 0,0-1 0,-1 1 0,1 0 0,0 0 0,-1 0 0,1 0 0,0 1 0,0-1 0,0 0 0,2-1 0,2-2 0,-1 0 0,1 1 0,0-1 0,0 1 0,0 1 0,1-1 0,8-2 0,-10 3 0,-1 1 0,1 0 0,0 1 0,-1-1 0,1 1 0,0-1 0,0 1 0,-1 0 0,1 0 0,0 1 0,0-1 0,-1 1 0,1 0 0,0 0 0,-1 0 0,1 0 0,-1 1 0,4 2 0,-3-2 0,0 1 0,-1 0 0,1 0 0,-1 1 0,0-1 0,0 1 0,-1 0 0,1-1 0,-1 1 0,1 0 0,-1 1 0,0-1 0,1 5 0,0 2 0,0 1 0,0 0 0,-1 0 0,-1 0 0,0 0 0,-1 0 0,0 1 0,0-1 0,-2 0 0,-3 17 0,1-13 0,-1-1 0,-1 0 0,0-1 0,-1 1 0,0-1 0,-1-1 0,-10 14 0,11-18 0,-1 0 0,1 0 0,-1-1 0,-1 0 0,0-1 0,0 0 0,0 0 0,-1-1 0,1-1 0,-18 8 0,25-12 0,0 0 0,0 0 0,0 0 0,0-1 0,-1 1 0,1-1 0,0 0 0,-1 1 0,1-1 0,0 0 0,-1 0 0,1-1 0,0 1 0,0 0 0,-1-1 0,1 1 0,0-1 0,0 0 0,-3-1 0,4 1 0,0 0 0,0 0 0,0 0 0,0 0 0,0-1 0,0 1 0,1 0 0,-1 0 0,0-1 0,1 1 0,-1-1 0,1 1 0,-1 0 0,1-1 0,0 1 0,0-1 0,0 1 0,0-1 0,0 1 0,0-1 0,0 1 0,0 0 0,0-1 0,0 1 0,1-1 0,-1 1 0,1-1 0,-1 1 0,1 0 0,0 0 0,1-3 0,1-2 0,0 0 0,1 0 0,0 0 0,0 0 0,0 1 0,1-1 0,0 1 0,0 0 0,0 0 0,1 1 0,-1 0 0,1 0 0,0 0 0,9-3 0,-12 5 0,0 1 0,1-1 0,-1 1 0,0 0 0,1 0 0,-1 1 0,0-1 0,1 1 0,-1 0 0,1 0 0,-1 0 0,1 0 0,-1 0 0,1 1 0,-1-1 0,0 1 0,1 0 0,-1 0 0,0 1 0,0-1 0,0 1 0,1-1 0,-2 1 0,1 0 0,0 0 0,0 0 0,-1 1 0,1-1 0,-1 0 0,4 6 0,1 2 84,0 1-1,-1 0 0,8 21 0,-8-18-649,0-1 0,9 15 0,-4-14-6260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17.389"/>
    </inkml:context>
    <inkml:brush xml:id="br0">
      <inkml:brushProperty name="width" value="0.05" units="cm"/>
      <inkml:brushProperty name="height" value="0.05" units="cm"/>
    </inkml:brush>
  </inkml:definitions>
  <inkml:trace contextRef="#ctx0" brushRef="#br0">0 75 24575,'6'-41'0,"-6"39"0,1-1 0,0 1 0,-1 0 0,1 0 0,0 0 0,0 0 0,0 0 0,0 0 0,1 0 0,-1 0 0,0 0 0,1 1 0,-1-1 0,4-2 0,-4 4 0,0-1 0,-1 1 0,1 0 0,0 0 0,0 0 0,0 0 0,-1 0 0,1 0 0,0 0 0,0 0 0,0 0 0,-1 0 0,1 1 0,0-1 0,0 0 0,0 0 0,-1 1 0,1-1 0,0 0 0,-1 1 0,1-1 0,0 1 0,-1-1 0,1 1 0,0-1 0,-1 1 0,1 0 0,-1-1 0,1 1 0,-1 0 0,0-1 0,1 1 0,-1 0 0,1 1 0,13 30 0,-13-29 0,14 39 0,-2 1 0,-2 1 0,-3 0 0,-1 1 0,-2-1 0,-1 1 0,-3 0 0,-2 0 0,-10 66 0,9-97-151,-1-1-1,0 1 0,-2-1 0,1 0 1,-1-1-1,-1 1 0,0-1 1,-14 20-1,-3-5-6674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8.705"/>
    </inkml:context>
    <inkml:brush xml:id="br0">
      <inkml:brushProperty name="width" value="0.05" units="cm"/>
      <inkml:brushProperty name="height" value="0.05" units="cm"/>
    </inkml:brush>
  </inkml:definitions>
  <inkml:trace contextRef="#ctx0" brushRef="#br0">188 79 24575,'-16'0'0,"-1"0"0,1-1 0,-1-1 0,1 0 0,0-2 0,0 1 0,0-2 0,0 0 0,-19-10 0,35 15 0,0 0 0,-1 0 0,1 0 0,0-1 0,-1 1 0,1 0 0,-1 0 0,1 0 0,0-1 0,-1 1 0,1 0 0,0 0 0,0-1 0,-1 1 0,1 0 0,0-1 0,0 1 0,-1 0 0,1-1 0,0 1 0,0 0 0,0-1 0,0 1 0,-1-1 0,1 1 0,0 0 0,0-1 0,0 1 0,0-1 0,0 1 0,0 0 0,0-1 0,0 1 0,0-1 0,0 1 0,0 0 0,1-1 0,13-10 0,24 0 0,-12 8 0,45-1 0,-64 4 0,-1 0 0,0 0 0,1 1 0,-1 0 0,1 0 0,-1 1 0,0-1 0,0 1 0,0 1 0,0-1 0,0 1 0,10 7 0,-15-9 0,1 0 0,0 1 0,0 0 0,-1-1 0,1 1 0,-1 0 0,1 0 0,-1 0 0,0 0 0,0 0 0,0 0 0,0 0 0,0 1 0,0-1 0,-1 0 0,1 0 0,-1 1 0,1-1 0,-1 0 0,0 1 0,0-1 0,0 1 0,0-1 0,-1 0 0,1 1 0,0-1 0,-1 0 0,0 0 0,1 1 0,-1-1 0,0 0 0,0 0 0,-1 0 0,1 0 0,0 0 0,-1 0 0,-1 2 0,-4 5 0,-1 0 0,-1-1 0,1 1 0,-2-2 0,-18 14 0,-13 4 0,0-1 0,-46 18 0,141-39 0,-37-2 0,0 1 0,-1 0 0,0 1 0,1 1 0,-1 1 0,-1 0 0,25 12 0,-33-14 0,0 0 0,-1 1 0,1 0 0,-1 0 0,0 1 0,0 0 0,-1 0 0,1 0 0,-1 1 0,0-1 0,0 1 0,-1 0 0,0 1 0,0-1 0,-1 1 0,1 0 0,-1 0 0,3 14 0,-5-19 10,-1 1 0,1 0 0,-1-1-1,0 1 1,0-1 0,0 1 0,-1 0-1,1-1 1,0 1 0,-1-1 0,0 1-1,0-1 1,1 1 0,-2-1 0,1 1-1,0-1 1,0 0 0,-1 0 0,1 1-1,-1-1 1,0 0 0,1 0 0,-1-1-1,0 1 1,0 0 0,0-1 0,-1 1-1,1-1 1,0 1 0,0-1 0,-1 0-1,1 0 1,-1 0 0,-3 0 0,-4 2-224,0 0 1,0-1 0,-1-1-1,1 1 1,-1-2 0,1 1-1,-13-2 1,-9-3-6613</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2:59:58.938"/>
    </inkml:context>
    <inkml:brush xml:id="br0">
      <inkml:brushProperty name="width" value="0.05" units="cm"/>
      <inkml:brushProperty name="height" value="0.05" units="cm"/>
    </inkml:brush>
  </inkml:definitions>
  <inkml:trace contextRef="#ctx0" brushRef="#br0">1 31 24575,'10'-5'0,"1"0"0,0 1 0,0 0 0,0 1 0,1 0 0,-1 0 0,15 0 0,-22 3 0,0 0 0,0 0 0,-1 0 0,1 0 0,0 1 0,0 0 0,-1-1 0,1 2 0,0-1 0,-1 0 0,1 1 0,-1-1 0,0 1 0,1 0 0,-1 0 0,0 0 0,0 1 0,0-1 0,0 1 0,-1 0 0,1-1 0,-1 1 0,0 0 0,1 1 0,2 5 0,1 5 0,0 0 0,-1 1 0,-1-1 0,6 30 0,1 63 0,-9-89 0,0 11 0,-1 0 0,-1 0 0,-1 0 0,-2 0 0,-1 0 0,-12 44 0,11-57 0,-1 0 0,0 0 0,-1 0 0,-1-1 0,-1 0 0,0-1 0,-1 0 0,0 0 0,-1-1 0,0-1 0,-2 1 0,-20 15 0,-2-3-1365,2-5-5461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37.962"/>
    </inkml:context>
    <inkml:brush xml:id="br0">
      <inkml:brushProperty name="width" value="0.05" units="cm"/>
      <inkml:brushProperty name="height" value="0.05" units="cm"/>
    </inkml:brush>
  </inkml:definitions>
  <inkml:trace contextRef="#ctx0" brushRef="#br0">19 73 24575,'1'-4'0,"0"0"0,0 0 0,0 1 0,1-1 0,0 0 0,0 1 0,0-1 0,3-4 0,4-6 0,4-5 0,-12 19 0,-1 0 0,0 0 0,0 0 0,0-1 0,0 1 0,0 0 0,0 0 0,0 0 0,0 0 0,0 0 0,0 0 0,1 0 0,-1 0 0,0 0 0,0 0 0,0 0 0,0 0 0,0 0 0,0 0 0,0 0 0,0 0 0,1 0 0,-1 0 0,0 0 0,0 0 0,0 0 0,0 0 0,0 0 0,0 0 0,0 0 0,1 0 0,-1 0 0,0 0 0,0 0 0,0 0 0,0 0 0,0 0 0,0 0 0,0 0 0,0 0 0,0 0 0,1 1 0,-1-1 0,0 0 0,0 0 0,0 0 0,0 0 0,0 0 0,0 0 0,-1 14 0,-21 57 0,28-78 0,-3 6 0,-3 7 0,-3 12 0,-2-1 0,-9 24 0,-8 24 0,21-58 0,0-1 0,0 1 0,0 0 0,1 0 0,0-1 0,0 1 0,2 12 0,-2-17 0,1 0 0,-1 0 0,1 0 0,-1 0 0,1 0 0,0 0 0,0 0 0,0-1 0,0 1 0,0 0 0,0 0 0,1-1 0,-1 1 0,0-1 0,1 1 0,-1-1 0,1 0 0,0 1 0,-1-1 0,1 0 0,2 1 0,-1-1 0,1 0 0,-1 0 0,1 0 0,-1-1 0,1 1 0,0-1 0,-1 0 0,1 0 0,-1 0 0,1-1 0,4 0 0,5-2 0,-1-1 0,1 0 0,-1-1 0,0 0 0,18-12 0,-19 11 0,-1-1 0,0 0 0,0-1 0,-1 0 0,0 0 0,12-15 0,-18 18 0,1 0 0,-1 0 0,1-1 0,-2 1 0,1-1 0,-1 1 0,1-1 0,-2 0 0,1 0 0,-1 0 0,1 0 0,-2 0 0,1-1 0,-1-9 0,-3 2 0,3 14 0,0 0 0,0 0 0,0 0 0,0 0 0,0 0 0,0 0 0,0-1 0,0 1 0,0 0 0,0 0 0,0 0 0,0 0 0,-1 0 0,1 0 0,0 0 0,0 0 0,0 0 0,0 0 0,0 0 0,0 0 0,0-1 0,-1 1 0,1 0 0,0 0 0,0 0 0,0 0 0,0 0 0,0 0 0,0 0 0,-1 0 0,1 0 0,0 0 0,0 0 0,0 1 0,0-1 0,0 0 0,0 0 0,-1 0 0,1 0 0,0 0 0,0 0 0,0 0 0,0 0 0,0 0 0,-2 2 0,1-1 0,0 1 0,0-1 0,0 1 0,1 0 0,-1 0 0,0-1 0,1 1 0,-1 0 0,0 3 0,-8 44 166,-5 95 0,13 52-1162,1-153 295,0-14-6125</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0:38.194"/>
    </inkml:context>
    <inkml:brush xml:id="br0">
      <inkml:brushProperty name="width" value="0.05" units="cm"/>
      <inkml:brushProperty name="height" value="0.05" units="cm"/>
    </inkml:brush>
  </inkml:definitions>
  <inkml:trace contextRef="#ctx0" brushRef="#br0">13 122 24575,'0'-9'0,"1"0"0,0 1 0,0-1 0,1 1 0,0-1 0,5-9 0,-6 15 0,0-1 0,0 1 0,1 0 0,0 0 0,-1 0 0,1 0 0,0 0 0,0 0 0,1 1 0,-1-1 0,1 1 0,-1-1 0,1 1 0,0 0 0,0 0 0,0 0 0,5-2 0,-5 3 0,0 1 0,0 0 0,0 0 0,0 0 0,0 0 0,0 0 0,0 0 0,0 1 0,0-1 0,0 1 0,-1 0 0,1 0 0,0 0 0,0 1 0,-1-1 0,1 0 0,0 1 0,-1 0 0,4 3 0,4 3 0,0 1 0,0 0 0,8 11 0,-6-5 0,-1 0 0,0 1 0,-1 0 0,-1 0 0,-1 1 0,0 1 0,-1-1 0,-1 1 0,-1 0 0,0 0 0,-1 1 0,-1 0 0,-1-1 0,-1 1 0,-1 24 0,-1-28 0,0-1 0,-1 0 0,-1 1 0,0-1 0,-1 0 0,0 0 0,-1-1 0,-1 1 0,0-1 0,-1 0 0,0-1 0,-1 0 0,0 0 0,-1 0 0,-1-1 0,0-1 0,0 1 0,-1-2 0,0 1 0,-18 10 0,18-14-195,1 0 0,-2-1 0,1 0 0,-1 0 0,0-1 0,-21 3 0,8-3-6631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1:45.620"/>
    </inkml:context>
    <inkml:brush xml:id="br0">
      <inkml:brushProperty name="width" value="0.05" units="cm"/>
      <inkml:brushProperty name="height" value="0.05" units="cm"/>
    </inkml:brush>
  </inkml:definitions>
  <inkml:trace contextRef="#ctx0" brushRef="#br0">3 0 24575,'0'0'0,"0"1"0,0-1 0,-1 0 0,1 0 0,0 0 0,0 1 0,0-1 0,-1 0 0,1 0 0,0 1 0,0-1 0,0 0 0,0 0 0,0 1 0,-1-1 0,1 0 0,0 0 0,0 1 0,0-1 0,0 0 0,0 1 0,0-1 0,0 0 0,0 1 0,0-1 0,0 0 0,0 0 0,0 1 0,0-1 0,0 0 0,0 1 0,1-1 0,-1 0 0,0 0 0,0 1 0,0-1 0,0 0 0,1 1 0,13 6 0,3-3 0,-1-1 0,0-1 0,33 1 0,-22-2 0,2560 224-5891,-1545-117 5294,-2-56 0,-918-52 413,-48-2-738</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03:01:48.536"/>
    </inkml:context>
    <inkml:brush xml:id="br0">
      <inkml:brushProperty name="width" value="0.05" units="cm"/>
      <inkml:brushProperty name="height" value="0.05" units="cm"/>
    </inkml:brush>
  </inkml:definitions>
  <inkml:trace contextRef="#ctx0" brushRef="#br0">1 0 24575,'21'1'0,"31"6"0,12 0 0,471-1 7,-341-7-186,286 0-703,607 2 902,-719 9-1213,-303-6-4771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4" name="Google Shape;1834;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4" name="Google Shape;1864;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4" name="Google Shape;1884;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5"/>
        <p:cNvGrpSpPr/>
        <p:nvPr/>
      </p:nvGrpSpPr>
      <p:grpSpPr>
        <a:xfrm>
          <a:off x="0" y="0"/>
          <a:ext cx="0" cy="0"/>
          <a:chOff x="0" y="0"/>
          <a:chExt cx="0" cy="0"/>
        </a:xfrm>
      </p:grpSpPr>
      <p:sp>
        <p:nvSpPr>
          <p:cNvPr id="1896" name="Google Shape;1896;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7" name="Google Shape;1897;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2"/>
        <p:cNvGrpSpPr/>
        <p:nvPr/>
      </p:nvGrpSpPr>
      <p:grpSpPr>
        <a:xfrm>
          <a:off x="0" y="0"/>
          <a:ext cx="0" cy="0"/>
          <a:chOff x="0" y="0"/>
          <a:chExt cx="0" cy="0"/>
        </a:xfrm>
      </p:grpSpPr>
      <p:sp>
        <p:nvSpPr>
          <p:cNvPr id="1923" name="Google Shape;1923;p1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4" name="Google Shape;1924;p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6"/>
        <p:cNvGrpSpPr/>
        <p:nvPr/>
      </p:nvGrpSpPr>
      <p:grpSpPr>
        <a:xfrm>
          <a:off x="0" y="0"/>
          <a:ext cx="0" cy="0"/>
          <a:chOff x="0" y="0"/>
          <a:chExt cx="0" cy="0"/>
        </a:xfrm>
      </p:grpSpPr>
      <p:sp>
        <p:nvSpPr>
          <p:cNvPr id="1937" name="Google Shape;1937;p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8" name="Google Shape;1938;p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p:cNvGrpSpPr/>
        <p:nvPr/>
      </p:nvGrpSpPr>
      <p:grpSpPr>
        <a:xfrm>
          <a:off x="0" y="0"/>
          <a:ext cx="0" cy="0"/>
          <a:chOff x="0" y="0"/>
          <a:chExt cx="0" cy="0"/>
        </a:xfrm>
      </p:grpSpPr>
      <p:sp>
        <p:nvSpPr>
          <p:cNvPr id="1946" name="Google Shape;1946;p1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7" name="Google Shape;1947;p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454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9/13/2025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9/13/2025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17" Type="http://schemas.openxmlformats.org/officeDocument/2006/relationships/image" Target="../media/image64.png"/><Relationship Id="rId299" Type="http://schemas.openxmlformats.org/officeDocument/2006/relationships/image" Target="../media/image155.png"/><Relationship Id="rId21" Type="http://schemas.openxmlformats.org/officeDocument/2006/relationships/image" Target="../media/image15.png"/><Relationship Id="rId63" Type="http://schemas.openxmlformats.org/officeDocument/2006/relationships/image" Target="../media/image37.png"/><Relationship Id="rId159" Type="http://schemas.openxmlformats.org/officeDocument/2006/relationships/image" Target="../media/image85.png"/><Relationship Id="rId324" Type="http://schemas.openxmlformats.org/officeDocument/2006/relationships/customXml" Target="../ink/ink163.xml"/><Relationship Id="rId366" Type="http://schemas.openxmlformats.org/officeDocument/2006/relationships/customXml" Target="../ink/ink184.xml"/><Relationship Id="rId170" Type="http://schemas.openxmlformats.org/officeDocument/2006/relationships/customXml" Target="../ink/ink86.xml"/><Relationship Id="rId226" Type="http://schemas.openxmlformats.org/officeDocument/2006/relationships/customXml" Target="../ink/ink114.xml"/><Relationship Id="rId268" Type="http://schemas.openxmlformats.org/officeDocument/2006/relationships/customXml" Target="../ink/ink135.xml"/><Relationship Id="rId32" Type="http://schemas.openxmlformats.org/officeDocument/2006/relationships/customXml" Target="../ink/ink17.xml"/><Relationship Id="rId74" Type="http://schemas.openxmlformats.org/officeDocument/2006/relationships/customXml" Target="../ink/ink38.xml"/><Relationship Id="rId128" Type="http://schemas.openxmlformats.org/officeDocument/2006/relationships/customXml" Target="../ink/ink65.xml"/><Relationship Id="rId335" Type="http://schemas.openxmlformats.org/officeDocument/2006/relationships/image" Target="../media/image173.png"/><Relationship Id="rId377" Type="http://schemas.openxmlformats.org/officeDocument/2006/relationships/image" Target="../media/image194.png"/><Relationship Id="rId5" Type="http://schemas.openxmlformats.org/officeDocument/2006/relationships/image" Target="../media/image7.png"/><Relationship Id="rId181" Type="http://schemas.openxmlformats.org/officeDocument/2006/relationships/image" Target="../media/image96.png"/><Relationship Id="rId237" Type="http://schemas.openxmlformats.org/officeDocument/2006/relationships/image" Target="../media/image124.png"/><Relationship Id="rId279" Type="http://schemas.openxmlformats.org/officeDocument/2006/relationships/image" Target="../media/image145.png"/><Relationship Id="rId43" Type="http://schemas.openxmlformats.org/officeDocument/2006/relationships/image" Target="../media/image26.png"/><Relationship Id="rId139" Type="http://schemas.openxmlformats.org/officeDocument/2006/relationships/image" Target="../media/image75.png"/><Relationship Id="rId290" Type="http://schemas.openxmlformats.org/officeDocument/2006/relationships/customXml" Target="../ink/ink146.xml"/><Relationship Id="rId304" Type="http://schemas.openxmlformats.org/officeDocument/2006/relationships/customXml" Target="../ink/ink153.xml"/><Relationship Id="rId346" Type="http://schemas.openxmlformats.org/officeDocument/2006/relationships/customXml" Target="../ink/ink174.xml"/><Relationship Id="rId85" Type="http://schemas.openxmlformats.org/officeDocument/2006/relationships/image" Target="../media/image48.png"/><Relationship Id="rId150" Type="http://schemas.openxmlformats.org/officeDocument/2006/relationships/customXml" Target="../ink/ink76.xml"/><Relationship Id="rId192" Type="http://schemas.openxmlformats.org/officeDocument/2006/relationships/customXml" Target="../ink/ink97.xml"/><Relationship Id="rId206" Type="http://schemas.openxmlformats.org/officeDocument/2006/relationships/customXml" Target="../ink/ink104.xml"/><Relationship Id="rId248" Type="http://schemas.openxmlformats.org/officeDocument/2006/relationships/customXml" Target="../ink/ink125.xml"/><Relationship Id="rId12" Type="http://schemas.openxmlformats.org/officeDocument/2006/relationships/customXml" Target="../ink/ink7.xml"/><Relationship Id="rId108" Type="http://schemas.openxmlformats.org/officeDocument/2006/relationships/customXml" Target="../ink/ink55.xml"/><Relationship Id="rId315" Type="http://schemas.openxmlformats.org/officeDocument/2006/relationships/image" Target="../media/image163.png"/><Relationship Id="rId357" Type="http://schemas.openxmlformats.org/officeDocument/2006/relationships/image" Target="../media/image184.png"/><Relationship Id="rId54" Type="http://schemas.openxmlformats.org/officeDocument/2006/relationships/customXml" Target="../ink/ink28.xml"/><Relationship Id="rId96" Type="http://schemas.openxmlformats.org/officeDocument/2006/relationships/customXml" Target="../ink/ink49.xml"/><Relationship Id="rId161" Type="http://schemas.openxmlformats.org/officeDocument/2006/relationships/image" Target="../media/image86.png"/><Relationship Id="rId217" Type="http://schemas.openxmlformats.org/officeDocument/2006/relationships/image" Target="../media/image114.png"/><Relationship Id="rId259" Type="http://schemas.openxmlformats.org/officeDocument/2006/relationships/image" Target="../media/image135.png"/><Relationship Id="rId23" Type="http://schemas.openxmlformats.org/officeDocument/2006/relationships/image" Target="../media/image16.png"/><Relationship Id="rId119" Type="http://schemas.openxmlformats.org/officeDocument/2006/relationships/image" Target="../media/image65.png"/><Relationship Id="rId270" Type="http://schemas.openxmlformats.org/officeDocument/2006/relationships/customXml" Target="../ink/ink136.xml"/><Relationship Id="rId326" Type="http://schemas.openxmlformats.org/officeDocument/2006/relationships/customXml" Target="../ink/ink164.xml"/><Relationship Id="rId65" Type="http://schemas.openxmlformats.org/officeDocument/2006/relationships/image" Target="../media/image38.png"/><Relationship Id="rId130" Type="http://schemas.openxmlformats.org/officeDocument/2006/relationships/customXml" Target="../ink/ink66.xml"/><Relationship Id="rId368" Type="http://schemas.openxmlformats.org/officeDocument/2006/relationships/customXml" Target="../ink/ink185.xml"/><Relationship Id="rId172" Type="http://schemas.openxmlformats.org/officeDocument/2006/relationships/customXml" Target="../ink/ink87.xml"/><Relationship Id="rId228" Type="http://schemas.openxmlformats.org/officeDocument/2006/relationships/customXml" Target="../ink/ink115.xml"/><Relationship Id="rId281" Type="http://schemas.openxmlformats.org/officeDocument/2006/relationships/image" Target="../media/image146.png"/><Relationship Id="rId337" Type="http://schemas.openxmlformats.org/officeDocument/2006/relationships/image" Target="../media/image174.png"/><Relationship Id="rId34" Type="http://schemas.openxmlformats.org/officeDocument/2006/relationships/customXml" Target="../ink/ink18.xml"/><Relationship Id="rId76" Type="http://schemas.openxmlformats.org/officeDocument/2006/relationships/customXml" Target="../ink/ink39.xml"/><Relationship Id="rId141" Type="http://schemas.openxmlformats.org/officeDocument/2006/relationships/image" Target="../media/image76.png"/><Relationship Id="rId379" Type="http://schemas.openxmlformats.org/officeDocument/2006/relationships/image" Target="../media/image195.png"/><Relationship Id="rId7" Type="http://schemas.openxmlformats.org/officeDocument/2006/relationships/image" Target="../media/image8.png"/><Relationship Id="rId183" Type="http://schemas.openxmlformats.org/officeDocument/2006/relationships/image" Target="../media/image97.png"/><Relationship Id="rId239" Type="http://schemas.openxmlformats.org/officeDocument/2006/relationships/image" Target="../media/image125.png"/><Relationship Id="rId250" Type="http://schemas.openxmlformats.org/officeDocument/2006/relationships/customXml" Target="../ink/ink126.xml"/><Relationship Id="rId292" Type="http://schemas.openxmlformats.org/officeDocument/2006/relationships/customXml" Target="../ink/ink147.xml"/><Relationship Id="rId306" Type="http://schemas.openxmlformats.org/officeDocument/2006/relationships/customXml" Target="../ink/ink154.xml"/><Relationship Id="rId45" Type="http://schemas.openxmlformats.org/officeDocument/2006/relationships/image" Target="../media/image27.png"/><Relationship Id="rId87" Type="http://schemas.openxmlformats.org/officeDocument/2006/relationships/image" Target="../media/image49.png"/><Relationship Id="rId110" Type="http://schemas.openxmlformats.org/officeDocument/2006/relationships/customXml" Target="../ink/ink56.xml"/><Relationship Id="rId348" Type="http://schemas.openxmlformats.org/officeDocument/2006/relationships/customXml" Target="../ink/ink175.xml"/><Relationship Id="rId152" Type="http://schemas.openxmlformats.org/officeDocument/2006/relationships/customXml" Target="../ink/ink77.xml"/><Relationship Id="rId194" Type="http://schemas.openxmlformats.org/officeDocument/2006/relationships/customXml" Target="../ink/ink98.xml"/><Relationship Id="rId208" Type="http://schemas.openxmlformats.org/officeDocument/2006/relationships/customXml" Target="../ink/ink105.xml"/><Relationship Id="rId261" Type="http://schemas.openxmlformats.org/officeDocument/2006/relationships/image" Target="../media/image136.png"/><Relationship Id="rId14" Type="http://schemas.openxmlformats.org/officeDocument/2006/relationships/customXml" Target="../ink/ink8.xml"/><Relationship Id="rId56" Type="http://schemas.openxmlformats.org/officeDocument/2006/relationships/customXml" Target="../ink/ink29.xml"/><Relationship Id="rId317" Type="http://schemas.openxmlformats.org/officeDocument/2006/relationships/image" Target="../media/image164.png"/><Relationship Id="rId359" Type="http://schemas.openxmlformats.org/officeDocument/2006/relationships/image" Target="../media/image185.png"/><Relationship Id="rId98" Type="http://schemas.openxmlformats.org/officeDocument/2006/relationships/customXml" Target="../ink/ink50.xml"/><Relationship Id="rId121" Type="http://schemas.openxmlformats.org/officeDocument/2006/relationships/image" Target="../media/image66.png"/><Relationship Id="rId163" Type="http://schemas.openxmlformats.org/officeDocument/2006/relationships/image" Target="../media/image87.png"/><Relationship Id="rId219" Type="http://schemas.openxmlformats.org/officeDocument/2006/relationships/image" Target="../media/image115.png"/><Relationship Id="rId370" Type="http://schemas.openxmlformats.org/officeDocument/2006/relationships/customXml" Target="../ink/ink186.xml"/><Relationship Id="rId230" Type="http://schemas.openxmlformats.org/officeDocument/2006/relationships/customXml" Target="../ink/ink116.xml"/><Relationship Id="rId25" Type="http://schemas.openxmlformats.org/officeDocument/2006/relationships/image" Target="../media/image17.png"/><Relationship Id="rId67" Type="http://schemas.openxmlformats.org/officeDocument/2006/relationships/image" Target="../media/image39.png"/><Relationship Id="rId272" Type="http://schemas.openxmlformats.org/officeDocument/2006/relationships/customXml" Target="../ink/ink137.xml"/><Relationship Id="rId328" Type="http://schemas.openxmlformats.org/officeDocument/2006/relationships/customXml" Target="../ink/ink165.xml"/><Relationship Id="rId132" Type="http://schemas.openxmlformats.org/officeDocument/2006/relationships/customXml" Target="../ink/ink67.xml"/><Relationship Id="rId174" Type="http://schemas.openxmlformats.org/officeDocument/2006/relationships/customXml" Target="../ink/ink88.xml"/><Relationship Id="rId381" Type="http://schemas.openxmlformats.org/officeDocument/2006/relationships/image" Target="../media/image196.png"/><Relationship Id="rId241" Type="http://schemas.openxmlformats.org/officeDocument/2006/relationships/image" Target="../media/image126.png"/><Relationship Id="rId36" Type="http://schemas.openxmlformats.org/officeDocument/2006/relationships/customXml" Target="../ink/ink19.xml"/><Relationship Id="rId283" Type="http://schemas.openxmlformats.org/officeDocument/2006/relationships/image" Target="../media/image147.png"/><Relationship Id="rId339" Type="http://schemas.openxmlformats.org/officeDocument/2006/relationships/image" Target="../media/image175.png"/><Relationship Id="rId78" Type="http://schemas.openxmlformats.org/officeDocument/2006/relationships/customXml" Target="../ink/ink40.xml"/><Relationship Id="rId101" Type="http://schemas.openxmlformats.org/officeDocument/2006/relationships/image" Target="../media/image56.png"/><Relationship Id="rId143" Type="http://schemas.openxmlformats.org/officeDocument/2006/relationships/image" Target="../media/image77.png"/><Relationship Id="rId185" Type="http://schemas.openxmlformats.org/officeDocument/2006/relationships/image" Target="../media/image98.png"/><Relationship Id="rId350" Type="http://schemas.openxmlformats.org/officeDocument/2006/relationships/customXml" Target="../ink/ink176.xml"/><Relationship Id="rId9" Type="http://schemas.openxmlformats.org/officeDocument/2006/relationships/image" Target="../media/image9.png"/><Relationship Id="rId210" Type="http://schemas.openxmlformats.org/officeDocument/2006/relationships/customXml" Target="../ink/ink106.xml"/><Relationship Id="rId252" Type="http://schemas.openxmlformats.org/officeDocument/2006/relationships/customXml" Target="../ink/ink127.xml"/><Relationship Id="rId294" Type="http://schemas.openxmlformats.org/officeDocument/2006/relationships/customXml" Target="../ink/ink148.xml"/><Relationship Id="rId308" Type="http://schemas.openxmlformats.org/officeDocument/2006/relationships/customXml" Target="../ink/ink155.xml"/><Relationship Id="rId47" Type="http://schemas.openxmlformats.org/officeDocument/2006/relationships/image" Target="../media/image28.png"/><Relationship Id="rId68" Type="http://schemas.openxmlformats.org/officeDocument/2006/relationships/customXml" Target="../ink/ink35.xml"/><Relationship Id="rId89" Type="http://schemas.openxmlformats.org/officeDocument/2006/relationships/image" Target="../media/image50.png"/><Relationship Id="rId112" Type="http://schemas.openxmlformats.org/officeDocument/2006/relationships/customXml" Target="../ink/ink57.xml"/><Relationship Id="rId133" Type="http://schemas.openxmlformats.org/officeDocument/2006/relationships/image" Target="../media/image72.png"/><Relationship Id="rId154" Type="http://schemas.openxmlformats.org/officeDocument/2006/relationships/customXml" Target="../ink/ink78.xml"/><Relationship Id="rId175" Type="http://schemas.openxmlformats.org/officeDocument/2006/relationships/image" Target="../media/image93.png"/><Relationship Id="rId340" Type="http://schemas.openxmlformats.org/officeDocument/2006/relationships/customXml" Target="../ink/ink171.xml"/><Relationship Id="rId361" Type="http://schemas.openxmlformats.org/officeDocument/2006/relationships/image" Target="../media/image186.png"/><Relationship Id="rId196" Type="http://schemas.openxmlformats.org/officeDocument/2006/relationships/customXml" Target="../ink/ink99.xml"/><Relationship Id="rId200" Type="http://schemas.openxmlformats.org/officeDocument/2006/relationships/customXml" Target="../ink/ink101.xml"/><Relationship Id="rId382" Type="http://schemas.openxmlformats.org/officeDocument/2006/relationships/customXml" Target="../ink/ink192.xml"/><Relationship Id="rId16" Type="http://schemas.openxmlformats.org/officeDocument/2006/relationships/customXml" Target="../ink/ink9.xml"/><Relationship Id="rId221" Type="http://schemas.openxmlformats.org/officeDocument/2006/relationships/image" Target="../media/image116.png"/><Relationship Id="rId242" Type="http://schemas.openxmlformats.org/officeDocument/2006/relationships/customXml" Target="../ink/ink122.xml"/><Relationship Id="rId263" Type="http://schemas.openxmlformats.org/officeDocument/2006/relationships/image" Target="../media/image137.png"/><Relationship Id="rId284" Type="http://schemas.openxmlformats.org/officeDocument/2006/relationships/customXml" Target="../ink/ink143.xml"/><Relationship Id="rId319" Type="http://schemas.openxmlformats.org/officeDocument/2006/relationships/image" Target="../media/image165.png"/><Relationship Id="rId37" Type="http://schemas.openxmlformats.org/officeDocument/2006/relationships/image" Target="../media/image23.png"/><Relationship Id="rId58" Type="http://schemas.openxmlformats.org/officeDocument/2006/relationships/customXml" Target="../ink/ink30.xml"/><Relationship Id="rId79" Type="http://schemas.openxmlformats.org/officeDocument/2006/relationships/image" Target="../media/image45.png"/><Relationship Id="rId102" Type="http://schemas.openxmlformats.org/officeDocument/2006/relationships/customXml" Target="../ink/ink52.xml"/><Relationship Id="rId123" Type="http://schemas.openxmlformats.org/officeDocument/2006/relationships/image" Target="../media/image67.png"/><Relationship Id="rId144" Type="http://schemas.openxmlformats.org/officeDocument/2006/relationships/customXml" Target="../ink/ink73.xml"/><Relationship Id="rId330" Type="http://schemas.openxmlformats.org/officeDocument/2006/relationships/customXml" Target="../ink/ink166.xml"/><Relationship Id="rId90" Type="http://schemas.openxmlformats.org/officeDocument/2006/relationships/customXml" Target="../ink/ink46.xml"/><Relationship Id="rId165" Type="http://schemas.openxmlformats.org/officeDocument/2006/relationships/image" Target="../media/image88.png"/><Relationship Id="rId186" Type="http://schemas.openxmlformats.org/officeDocument/2006/relationships/customXml" Target="../ink/ink94.xml"/><Relationship Id="rId351" Type="http://schemas.openxmlformats.org/officeDocument/2006/relationships/image" Target="../media/image181.png"/><Relationship Id="rId372" Type="http://schemas.openxmlformats.org/officeDocument/2006/relationships/customXml" Target="../ink/ink187.xml"/><Relationship Id="rId211" Type="http://schemas.openxmlformats.org/officeDocument/2006/relationships/image" Target="../media/image111.png"/><Relationship Id="rId232" Type="http://schemas.openxmlformats.org/officeDocument/2006/relationships/customXml" Target="../ink/ink117.xml"/><Relationship Id="rId253" Type="http://schemas.openxmlformats.org/officeDocument/2006/relationships/image" Target="../media/image132.png"/><Relationship Id="rId274" Type="http://schemas.openxmlformats.org/officeDocument/2006/relationships/customXml" Target="../ink/ink138.xml"/><Relationship Id="rId295" Type="http://schemas.openxmlformats.org/officeDocument/2006/relationships/image" Target="../media/image153.png"/><Relationship Id="rId309" Type="http://schemas.openxmlformats.org/officeDocument/2006/relationships/image" Target="../media/image160.png"/><Relationship Id="rId27" Type="http://schemas.openxmlformats.org/officeDocument/2006/relationships/image" Target="../media/image18.png"/><Relationship Id="rId48" Type="http://schemas.openxmlformats.org/officeDocument/2006/relationships/customXml" Target="../ink/ink25.xml"/><Relationship Id="rId69" Type="http://schemas.openxmlformats.org/officeDocument/2006/relationships/image" Target="../media/image40.png"/><Relationship Id="rId113" Type="http://schemas.openxmlformats.org/officeDocument/2006/relationships/image" Target="../media/image62.png"/><Relationship Id="rId134" Type="http://schemas.openxmlformats.org/officeDocument/2006/relationships/customXml" Target="../ink/ink68.xml"/><Relationship Id="rId320" Type="http://schemas.openxmlformats.org/officeDocument/2006/relationships/customXml" Target="../ink/ink161.xml"/><Relationship Id="rId80" Type="http://schemas.openxmlformats.org/officeDocument/2006/relationships/customXml" Target="../ink/ink41.xml"/><Relationship Id="rId155" Type="http://schemas.openxmlformats.org/officeDocument/2006/relationships/image" Target="../media/image83.png"/><Relationship Id="rId176" Type="http://schemas.openxmlformats.org/officeDocument/2006/relationships/customXml" Target="../ink/ink89.xml"/><Relationship Id="rId197" Type="http://schemas.openxmlformats.org/officeDocument/2006/relationships/image" Target="../media/image104.png"/><Relationship Id="rId341" Type="http://schemas.openxmlformats.org/officeDocument/2006/relationships/image" Target="../media/image176.png"/><Relationship Id="rId362" Type="http://schemas.openxmlformats.org/officeDocument/2006/relationships/customXml" Target="../ink/ink182.xml"/><Relationship Id="rId383" Type="http://schemas.openxmlformats.org/officeDocument/2006/relationships/image" Target="../media/image197.png"/><Relationship Id="rId201" Type="http://schemas.openxmlformats.org/officeDocument/2006/relationships/image" Target="../media/image106.png"/><Relationship Id="rId222" Type="http://schemas.openxmlformats.org/officeDocument/2006/relationships/customXml" Target="../ink/ink112.xml"/><Relationship Id="rId243" Type="http://schemas.openxmlformats.org/officeDocument/2006/relationships/image" Target="../media/image127.png"/><Relationship Id="rId264" Type="http://schemas.openxmlformats.org/officeDocument/2006/relationships/customXml" Target="../ink/ink133.xml"/><Relationship Id="rId285" Type="http://schemas.openxmlformats.org/officeDocument/2006/relationships/image" Target="../media/image148.png"/><Relationship Id="rId17" Type="http://schemas.openxmlformats.org/officeDocument/2006/relationships/image" Target="../media/image13.png"/><Relationship Id="rId38" Type="http://schemas.openxmlformats.org/officeDocument/2006/relationships/customXml" Target="../ink/ink20.xml"/><Relationship Id="rId59" Type="http://schemas.openxmlformats.org/officeDocument/2006/relationships/image" Target="../media/image35.png"/><Relationship Id="rId103" Type="http://schemas.openxmlformats.org/officeDocument/2006/relationships/image" Target="../media/image57.png"/><Relationship Id="rId124" Type="http://schemas.openxmlformats.org/officeDocument/2006/relationships/customXml" Target="../ink/ink63.xml"/><Relationship Id="rId310" Type="http://schemas.openxmlformats.org/officeDocument/2006/relationships/customXml" Target="../ink/ink156.xml"/><Relationship Id="rId70" Type="http://schemas.openxmlformats.org/officeDocument/2006/relationships/customXml" Target="../ink/ink36.xml"/><Relationship Id="rId91" Type="http://schemas.openxmlformats.org/officeDocument/2006/relationships/image" Target="../media/image51.png"/><Relationship Id="rId145" Type="http://schemas.openxmlformats.org/officeDocument/2006/relationships/image" Target="../media/image78.png"/><Relationship Id="rId166" Type="http://schemas.openxmlformats.org/officeDocument/2006/relationships/customXml" Target="../ink/ink84.xml"/><Relationship Id="rId187" Type="http://schemas.openxmlformats.org/officeDocument/2006/relationships/image" Target="../media/image99.png"/><Relationship Id="rId331" Type="http://schemas.openxmlformats.org/officeDocument/2006/relationships/image" Target="../media/image171.png"/><Relationship Id="rId352" Type="http://schemas.openxmlformats.org/officeDocument/2006/relationships/customXml" Target="../ink/ink177.xml"/><Relationship Id="rId373" Type="http://schemas.openxmlformats.org/officeDocument/2006/relationships/image" Target="../media/image192.png"/><Relationship Id="rId1" Type="http://schemas.openxmlformats.org/officeDocument/2006/relationships/slideLayout" Target="../slideLayouts/slideLayout8.xml"/><Relationship Id="rId212" Type="http://schemas.openxmlformats.org/officeDocument/2006/relationships/customXml" Target="../ink/ink107.xml"/><Relationship Id="rId233" Type="http://schemas.openxmlformats.org/officeDocument/2006/relationships/image" Target="../media/image122.png"/><Relationship Id="rId254" Type="http://schemas.openxmlformats.org/officeDocument/2006/relationships/customXml" Target="../ink/ink128.xml"/><Relationship Id="rId28" Type="http://schemas.openxmlformats.org/officeDocument/2006/relationships/customXml" Target="../ink/ink15.xml"/><Relationship Id="rId49" Type="http://schemas.openxmlformats.org/officeDocument/2006/relationships/image" Target="../media/image29.png"/><Relationship Id="rId114" Type="http://schemas.openxmlformats.org/officeDocument/2006/relationships/customXml" Target="../ink/ink58.xml"/><Relationship Id="rId275" Type="http://schemas.openxmlformats.org/officeDocument/2006/relationships/image" Target="../media/image143.png"/><Relationship Id="rId296" Type="http://schemas.openxmlformats.org/officeDocument/2006/relationships/customXml" Target="../ink/ink149.xml"/><Relationship Id="rId300" Type="http://schemas.openxmlformats.org/officeDocument/2006/relationships/customXml" Target="../ink/ink151.xml"/><Relationship Id="rId60" Type="http://schemas.openxmlformats.org/officeDocument/2006/relationships/customXml" Target="../ink/ink31.xml"/><Relationship Id="rId81" Type="http://schemas.openxmlformats.org/officeDocument/2006/relationships/image" Target="../media/image46.png"/><Relationship Id="rId135" Type="http://schemas.openxmlformats.org/officeDocument/2006/relationships/image" Target="../media/image73.png"/><Relationship Id="rId156" Type="http://schemas.openxmlformats.org/officeDocument/2006/relationships/customXml" Target="../ink/ink79.xml"/><Relationship Id="rId177" Type="http://schemas.openxmlformats.org/officeDocument/2006/relationships/image" Target="../media/image94.png"/><Relationship Id="rId198" Type="http://schemas.openxmlformats.org/officeDocument/2006/relationships/customXml" Target="../ink/ink100.xml"/><Relationship Id="rId321" Type="http://schemas.openxmlformats.org/officeDocument/2006/relationships/image" Target="../media/image166.png"/><Relationship Id="rId342" Type="http://schemas.openxmlformats.org/officeDocument/2006/relationships/customXml" Target="../ink/ink172.xml"/><Relationship Id="rId363" Type="http://schemas.openxmlformats.org/officeDocument/2006/relationships/image" Target="../media/image187.png"/><Relationship Id="rId384" Type="http://schemas.openxmlformats.org/officeDocument/2006/relationships/customXml" Target="../ink/ink193.xml"/><Relationship Id="rId202" Type="http://schemas.openxmlformats.org/officeDocument/2006/relationships/customXml" Target="../ink/ink102.xml"/><Relationship Id="rId223" Type="http://schemas.openxmlformats.org/officeDocument/2006/relationships/image" Target="../media/image117.png"/><Relationship Id="rId244" Type="http://schemas.openxmlformats.org/officeDocument/2006/relationships/customXml" Target="../ink/ink123.xml"/><Relationship Id="rId18" Type="http://schemas.openxmlformats.org/officeDocument/2006/relationships/customXml" Target="../ink/ink10.xml"/><Relationship Id="rId39" Type="http://schemas.openxmlformats.org/officeDocument/2006/relationships/image" Target="../media/image24.png"/><Relationship Id="rId265" Type="http://schemas.openxmlformats.org/officeDocument/2006/relationships/image" Target="../media/image138.png"/><Relationship Id="rId286" Type="http://schemas.openxmlformats.org/officeDocument/2006/relationships/customXml" Target="../ink/ink144.xml"/><Relationship Id="rId50" Type="http://schemas.openxmlformats.org/officeDocument/2006/relationships/customXml" Target="../ink/ink26.xml"/><Relationship Id="rId104" Type="http://schemas.openxmlformats.org/officeDocument/2006/relationships/customXml" Target="../ink/ink53.xml"/><Relationship Id="rId125" Type="http://schemas.openxmlformats.org/officeDocument/2006/relationships/image" Target="../media/image68.png"/><Relationship Id="rId146" Type="http://schemas.openxmlformats.org/officeDocument/2006/relationships/customXml" Target="../ink/ink74.xml"/><Relationship Id="rId167" Type="http://schemas.openxmlformats.org/officeDocument/2006/relationships/image" Target="../media/image89.png"/><Relationship Id="rId188" Type="http://schemas.openxmlformats.org/officeDocument/2006/relationships/customXml" Target="../ink/ink95.xml"/><Relationship Id="rId311" Type="http://schemas.openxmlformats.org/officeDocument/2006/relationships/image" Target="../media/image161.png"/><Relationship Id="rId332" Type="http://schemas.openxmlformats.org/officeDocument/2006/relationships/customXml" Target="../ink/ink167.xml"/><Relationship Id="rId353" Type="http://schemas.openxmlformats.org/officeDocument/2006/relationships/image" Target="../media/image182.png"/><Relationship Id="rId374" Type="http://schemas.openxmlformats.org/officeDocument/2006/relationships/customXml" Target="../ink/ink188.xml"/><Relationship Id="rId71" Type="http://schemas.openxmlformats.org/officeDocument/2006/relationships/image" Target="../media/image41.png"/><Relationship Id="rId92" Type="http://schemas.openxmlformats.org/officeDocument/2006/relationships/customXml" Target="../ink/ink47.xml"/><Relationship Id="rId213" Type="http://schemas.openxmlformats.org/officeDocument/2006/relationships/image" Target="../media/image112.png"/><Relationship Id="rId234" Type="http://schemas.openxmlformats.org/officeDocument/2006/relationships/customXml" Target="../ink/ink118.xml"/><Relationship Id="rId2" Type="http://schemas.openxmlformats.org/officeDocument/2006/relationships/customXml" Target="../ink/ink2.xml"/><Relationship Id="rId29" Type="http://schemas.openxmlformats.org/officeDocument/2006/relationships/image" Target="../media/image19.png"/><Relationship Id="rId255" Type="http://schemas.openxmlformats.org/officeDocument/2006/relationships/image" Target="../media/image133.png"/><Relationship Id="rId276" Type="http://schemas.openxmlformats.org/officeDocument/2006/relationships/customXml" Target="../ink/ink139.xml"/><Relationship Id="rId297" Type="http://schemas.openxmlformats.org/officeDocument/2006/relationships/image" Target="../media/image154.png"/><Relationship Id="rId40" Type="http://schemas.openxmlformats.org/officeDocument/2006/relationships/customXml" Target="../ink/ink21.xml"/><Relationship Id="rId115" Type="http://schemas.openxmlformats.org/officeDocument/2006/relationships/image" Target="../media/image63.png"/><Relationship Id="rId136" Type="http://schemas.openxmlformats.org/officeDocument/2006/relationships/customXml" Target="../ink/ink69.xml"/><Relationship Id="rId157" Type="http://schemas.openxmlformats.org/officeDocument/2006/relationships/image" Target="../media/image84.png"/><Relationship Id="rId178" Type="http://schemas.openxmlformats.org/officeDocument/2006/relationships/customXml" Target="../ink/ink90.xml"/><Relationship Id="rId301" Type="http://schemas.openxmlformats.org/officeDocument/2006/relationships/image" Target="../media/image156.png"/><Relationship Id="rId322" Type="http://schemas.openxmlformats.org/officeDocument/2006/relationships/customXml" Target="../ink/ink162.xml"/><Relationship Id="rId343" Type="http://schemas.openxmlformats.org/officeDocument/2006/relationships/image" Target="../media/image177.png"/><Relationship Id="rId364" Type="http://schemas.openxmlformats.org/officeDocument/2006/relationships/customXml" Target="../ink/ink183.xml"/><Relationship Id="rId61" Type="http://schemas.openxmlformats.org/officeDocument/2006/relationships/image" Target="../media/image36.png"/><Relationship Id="rId82" Type="http://schemas.openxmlformats.org/officeDocument/2006/relationships/customXml" Target="../ink/ink42.xml"/><Relationship Id="rId199" Type="http://schemas.openxmlformats.org/officeDocument/2006/relationships/image" Target="../media/image105.png"/><Relationship Id="rId203" Type="http://schemas.openxmlformats.org/officeDocument/2006/relationships/image" Target="../media/image107.png"/><Relationship Id="rId385" Type="http://schemas.openxmlformats.org/officeDocument/2006/relationships/image" Target="../media/image198.png"/><Relationship Id="rId19" Type="http://schemas.openxmlformats.org/officeDocument/2006/relationships/image" Target="../media/image14.png"/><Relationship Id="rId224" Type="http://schemas.openxmlformats.org/officeDocument/2006/relationships/customXml" Target="../ink/ink113.xml"/><Relationship Id="rId245" Type="http://schemas.openxmlformats.org/officeDocument/2006/relationships/image" Target="../media/image128.png"/><Relationship Id="rId266" Type="http://schemas.openxmlformats.org/officeDocument/2006/relationships/customXml" Target="../ink/ink134.xml"/><Relationship Id="rId287" Type="http://schemas.openxmlformats.org/officeDocument/2006/relationships/image" Target="../media/image149.png"/><Relationship Id="rId30" Type="http://schemas.openxmlformats.org/officeDocument/2006/relationships/customXml" Target="../ink/ink16.xml"/><Relationship Id="rId105" Type="http://schemas.openxmlformats.org/officeDocument/2006/relationships/image" Target="../media/image58.png"/><Relationship Id="rId126" Type="http://schemas.openxmlformats.org/officeDocument/2006/relationships/customXml" Target="../ink/ink64.xml"/><Relationship Id="rId147" Type="http://schemas.openxmlformats.org/officeDocument/2006/relationships/image" Target="../media/image79.png"/><Relationship Id="rId168" Type="http://schemas.openxmlformats.org/officeDocument/2006/relationships/customXml" Target="../ink/ink85.xml"/><Relationship Id="rId312" Type="http://schemas.openxmlformats.org/officeDocument/2006/relationships/customXml" Target="../ink/ink157.xml"/><Relationship Id="rId333" Type="http://schemas.openxmlformats.org/officeDocument/2006/relationships/image" Target="../media/image172.png"/><Relationship Id="rId354" Type="http://schemas.openxmlformats.org/officeDocument/2006/relationships/customXml" Target="../ink/ink178.xml"/><Relationship Id="rId51" Type="http://schemas.openxmlformats.org/officeDocument/2006/relationships/image" Target="../media/image31.png"/><Relationship Id="rId72" Type="http://schemas.openxmlformats.org/officeDocument/2006/relationships/customXml" Target="../ink/ink37.xml"/><Relationship Id="rId93" Type="http://schemas.openxmlformats.org/officeDocument/2006/relationships/image" Target="../media/image52.png"/><Relationship Id="rId189" Type="http://schemas.openxmlformats.org/officeDocument/2006/relationships/image" Target="../media/image100.png"/><Relationship Id="rId375" Type="http://schemas.openxmlformats.org/officeDocument/2006/relationships/image" Target="../media/image193.png"/><Relationship Id="rId3" Type="http://schemas.openxmlformats.org/officeDocument/2006/relationships/image" Target="../media/image6.png"/><Relationship Id="rId214" Type="http://schemas.openxmlformats.org/officeDocument/2006/relationships/customXml" Target="../ink/ink108.xml"/><Relationship Id="rId235" Type="http://schemas.openxmlformats.org/officeDocument/2006/relationships/image" Target="../media/image123.png"/><Relationship Id="rId256" Type="http://schemas.openxmlformats.org/officeDocument/2006/relationships/customXml" Target="../ink/ink129.xml"/><Relationship Id="rId277" Type="http://schemas.openxmlformats.org/officeDocument/2006/relationships/image" Target="../media/image144.png"/><Relationship Id="rId298" Type="http://schemas.openxmlformats.org/officeDocument/2006/relationships/customXml" Target="../ink/ink150.xml"/><Relationship Id="rId116" Type="http://schemas.openxmlformats.org/officeDocument/2006/relationships/customXml" Target="../ink/ink59.xml"/><Relationship Id="rId137" Type="http://schemas.openxmlformats.org/officeDocument/2006/relationships/image" Target="../media/image74.png"/><Relationship Id="rId158" Type="http://schemas.openxmlformats.org/officeDocument/2006/relationships/customXml" Target="../ink/ink80.xml"/><Relationship Id="rId302" Type="http://schemas.openxmlformats.org/officeDocument/2006/relationships/customXml" Target="../ink/ink152.xml"/><Relationship Id="rId323" Type="http://schemas.openxmlformats.org/officeDocument/2006/relationships/image" Target="../media/image167.png"/><Relationship Id="rId344" Type="http://schemas.openxmlformats.org/officeDocument/2006/relationships/customXml" Target="../ink/ink173.xml"/><Relationship Id="rId20" Type="http://schemas.openxmlformats.org/officeDocument/2006/relationships/customXml" Target="../ink/ink11.xml"/><Relationship Id="rId41" Type="http://schemas.openxmlformats.org/officeDocument/2006/relationships/image" Target="../media/image25.png"/><Relationship Id="rId62" Type="http://schemas.openxmlformats.org/officeDocument/2006/relationships/customXml" Target="../ink/ink32.xml"/><Relationship Id="rId83" Type="http://schemas.openxmlformats.org/officeDocument/2006/relationships/image" Target="../media/image47.png"/><Relationship Id="rId179" Type="http://schemas.openxmlformats.org/officeDocument/2006/relationships/image" Target="../media/image95.png"/><Relationship Id="rId365" Type="http://schemas.openxmlformats.org/officeDocument/2006/relationships/image" Target="../media/image188.png"/><Relationship Id="rId190" Type="http://schemas.openxmlformats.org/officeDocument/2006/relationships/customXml" Target="../ink/ink96.xml"/><Relationship Id="rId204" Type="http://schemas.openxmlformats.org/officeDocument/2006/relationships/customXml" Target="../ink/ink103.xml"/><Relationship Id="rId225" Type="http://schemas.openxmlformats.org/officeDocument/2006/relationships/image" Target="../media/image118.png"/><Relationship Id="rId246" Type="http://schemas.openxmlformats.org/officeDocument/2006/relationships/customXml" Target="../ink/ink124.xml"/><Relationship Id="rId267" Type="http://schemas.openxmlformats.org/officeDocument/2006/relationships/image" Target="../media/image139.png"/><Relationship Id="rId288" Type="http://schemas.openxmlformats.org/officeDocument/2006/relationships/customXml" Target="../ink/ink145.xml"/><Relationship Id="rId106" Type="http://schemas.openxmlformats.org/officeDocument/2006/relationships/customXml" Target="../ink/ink54.xml"/><Relationship Id="rId127" Type="http://schemas.openxmlformats.org/officeDocument/2006/relationships/image" Target="../media/image69.png"/><Relationship Id="rId313" Type="http://schemas.openxmlformats.org/officeDocument/2006/relationships/image" Target="../media/image162.png"/><Relationship Id="rId10" Type="http://schemas.openxmlformats.org/officeDocument/2006/relationships/customXml" Target="../ink/ink6.xml"/><Relationship Id="rId31" Type="http://schemas.openxmlformats.org/officeDocument/2006/relationships/image" Target="../media/image20.png"/><Relationship Id="rId52" Type="http://schemas.openxmlformats.org/officeDocument/2006/relationships/customXml" Target="../ink/ink27.xml"/><Relationship Id="rId73" Type="http://schemas.openxmlformats.org/officeDocument/2006/relationships/image" Target="../media/image42.png"/><Relationship Id="rId94" Type="http://schemas.openxmlformats.org/officeDocument/2006/relationships/customXml" Target="../ink/ink48.xml"/><Relationship Id="rId148" Type="http://schemas.openxmlformats.org/officeDocument/2006/relationships/customXml" Target="../ink/ink75.xml"/><Relationship Id="rId169" Type="http://schemas.openxmlformats.org/officeDocument/2006/relationships/image" Target="../media/image90.png"/><Relationship Id="rId334" Type="http://schemas.openxmlformats.org/officeDocument/2006/relationships/customXml" Target="../ink/ink168.xml"/><Relationship Id="rId355" Type="http://schemas.openxmlformats.org/officeDocument/2006/relationships/image" Target="../media/image183.png"/><Relationship Id="rId376" Type="http://schemas.openxmlformats.org/officeDocument/2006/relationships/customXml" Target="../ink/ink189.xml"/><Relationship Id="rId4" Type="http://schemas.openxmlformats.org/officeDocument/2006/relationships/customXml" Target="../ink/ink3.xml"/><Relationship Id="rId180" Type="http://schemas.openxmlformats.org/officeDocument/2006/relationships/customXml" Target="../ink/ink91.xml"/><Relationship Id="rId215" Type="http://schemas.openxmlformats.org/officeDocument/2006/relationships/image" Target="../media/image113.png"/><Relationship Id="rId236" Type="http://schemas.openxmlformats.org/officeDocument/2006/relationships/customXml" Target="../ink/ink119.xml"/><Relationship Id="rId257" Type="http://schemas.openxmlformats.org/officeDocument/2006/relationships/image" Target="../media/image134.png"/><Relationship Id="rId278" Type="http://schemas.openxmlformats.org/officeDocument/2006/relationships/customXml" Target="../ink/ink140.xml"/><Relationship Id="rId303" Type="http://schemas.openxmlformats.org/officeDocument/2006/relationships/image" Target="../media/image157.png"/><Relationship Id="rId42" Type="http://schemas.openxmlformats.org/officeDocument/2006/relationships/customXml" Target="../ink/ink22.xml"/><Relationship Id="rId84" Type="http://schemas.openxmlformats.org/officeDocument/2006/relationships/customXml" Target="../ink/ink43.xml"/><Relationship Id="rId138" Type="http://schemas.openxmlformats.org/officeDocument/2006/relationships/customXml" Target="../ink/ink70.xml"/><Relationship Id="rId345" Type="http://schemas.openxmlformats.org/officeDocument/2006/relationships/image" Target="../media/image178.png"/><Relationship Id="rId191" Type="http://schemas.openxmlformats.org/officeDocument/2006/relationships/image" Target="../media/image101.png"/><Relationship Id="rId205" Type="http://schemas.openxmlformats.org/officeDocument/2006/relationships/image" Target="../media/image108.png"/><Relationship Id="rId247" Type="http://schemas.openxmlformats.org/officeDocument/2006/relationships/image" Target="../media/image129.png"/><Relationship Id="rId107" Type="http://schemas.openxmlformats.org/officeDocument/2006/relationships/image" Target="../media/image59.png"/><Relationship Id="rId289" Type="http://schemas.openxmlformats.org/officeDocument/2006/relationships/image" Target="../media/image150.png"/><Relationship Id="rId11" Type="http://schemas.openxmlformats.org/officeDocument/2006/relationships/image" Target="../media/image10.png"/><Relationship Id="rId53" Type="http://schemas.openxmlformats.org/officeDocument/2006/relationships/image" Target="../media/image32.png"/><Relationship Id="rId149" Type="http://schemas.openxmlformats.org/officeDocument/2006/relationships/image" Target="../media/image80.png"/><Relationship Id="rId314" Type="http://schemas.openxmlformats.org/officeDocument/2006/relationships/customXml" Target="../ink/ink158.xml"/><Relationship Id="rId356" Type="http://schemas.openxmlformats.org/officeDocument/2006/relationships/customXml" Target="../ink/ink179.xml"/><Relationship Id="rId95" Type="http://schemas.openxmlformats.org/officeDocument/2006/relationships/image" Target="../media/image53.png"/><Relationship Id="rId160" Type="http://schemas.openxmlformats.org/officeDocument/2006/relationships/customXml" Target="../ink/ink81.xml"/><Relationship Id="rId216" Type="http://schemas.openxmlformats.org/officeDocument/2006/relationships/customXml" Target="../ink/ink109.xml"/><Relationship Id="rId258" Type="http://schemas.openxmlformats.org/officeDocument/2006/relationships/customXml" Target="../ink/ink130.xml"/><Relationship Id="rId22" Type="http://schemas.openxmlformats.org/officeDocument/2006/relationships/customXml" Target="../ink/ink12.xml"/><Relationship Id="rId64" Type="http://schemas.openxmlformats.org/officeDocument/2006/relationships/customXml" Target="../ink/ink33.xml"/><Relationship Id="rId118" Type="http://schemas.openxmlformats.org/officeDocument/2006/relationships/customXml" Target="../ink/ink60.xml"/><Relationship Id="rId325" Type="http://schemas.openxmlformats.org/officeDocument/2006/relationships/image" Target="../media/image168.png"/><Relationship Id="rId367" Type="http://schemas.openxmlformats.org/officeDocument/2006/relationships/image" Target="../media/image189.png"/><Relationship Id="rId171" Type="http://schemas.openxmlformats.org/officeDocument/2006/relationships/image" Target="../media/image91.png"/><Relationship Id="rId227" Type="http://schemas.openxmlformats.org/officeDocument/2006/relationships/image" Target="../media/image119.png"/><Relationship Id="rId269" Type="http://schemas.openxmlformats.org/officeDocument/2006/relationships/image" Target="../media/image140.png"/><Relationship Id="rId33" Type="http://schemas.openxmlformats.org/officeDocument/2006/relationships/image" Target="../media/image21.png"/><Relationship Id="rId129" Type="http://schemas.openxmlformats.org/officeDocument/2006/relationships/image" Target="../media/image70.png"/><Relationship Id="rId280" Type="http://schemas.openxmlformats.org/officeDocument/2006/relationships/customXml" Target="../ink/ink141.xml"/><Relationship Id="rId336" Type="http://schemas.openxmlformats.org/officeDocument/2006/relationships/customXml" Target="../ink/ink169.xml"/><Relationship Id="rId75" Type="http://schemas.openxmlformats.org/officeDocument/2006/relationships/image" Target="../media/image43.png"/><Relationship Id="rId140" Type="http://schemas.openxmlformats.org/officeDocument/2006/relationships/customXml" Target="../ink/ink71.xml"/><Relationship Id="rId182" Type="http://schemas.openxmlformats.org/officeDocument/2006/relationships/customXml" Target="../ink/ink92.xml"/><Relationship Id="rId378" Type="http://schemas.openxmlformats.org/officeDocument/2006/relationships/customXml" Target="../ink/ink190.xml"/><Relationship Id="rId6" Type="http://schemas.openxmlformats.org/officeDocument/2006/relationships/customXml" Target="../ink/ink4.xml"/><Relationship Id="rId238" Type="http://schemas.openxmlformats.org/officeDocument/2006/relationships/customXml" Target="../ink/ink120.xml"/><Relationship Id="rId291" Type="http://schemas.openxmlformats.org/officeDocument/2006/relationships/image" Target="../media/image151.png"/><Relationship Id="rId305" Type="http://schemas.openxmlformats.org/officeDocument/2006/relationships/image" Target="../media/image158.png"/><Relationship Id="rId347" Type="http://schemas.openxmlformats.org/officeDocument/2006/relationships/image" Target="../media/image179.png"/><Relationship Id="rId44" Type="http://schemas.openxmlformats.org/officeDocument/2006/relationships/customXml" Target="../ink/ink23.xml"/><Relationship Id="rId86" Type="http://schemas.openxmlformats.org/officeDocument/2006/relationships/customXml" Target="../ink/ink44.xml"/><Relationship Id="rId151" Type="http://schemas.openxmlformats.org/officeDocument/2006/relationships/image" Target="../media/image81.png"/><Relationship Id="rId193" Type="http://schemas.openxmlformats.org/officeDocument/2006/relationships/image" Target="../media/image102.png"/><Relationship Id="rId207" Type="http://schemas.openxmlformats.org/officeDocument/2006/relationships/image" Target="../media/image109.png"/><Relationship Id="rId249" Type="http://schemas.openxmlformats.org/officeDocument/2006/relationships/image" Target="../media/image130.png"/><Relationship Id="rId13" Type="http://schemas.openxmlformats.org/officeDocument/2006/relationships/image" Target="../media/image11.png"/><Relationship Id="rId109" Type="http://schemas.openxmlformats.org/officeDocument/2006/relationships/image" Target="../media/image60.png"/><Relationship Id="rId260" Type="http://schemas.openxmlformats.org/officeDocument/2006/relationships/customXml" Target="../ink/ink131.xml"/><Relationship Id="rId316" Type="http://schemas.openxmlformats.org/officeDocument/2006/relationships/customXml" Target="../ink/ink159.xml"/><Relationship Id="rId55" Type="http://schemas.openxmlformats.org/officeDocument/2006/relationships/image" Target="../media/image33.png"/><Relationship Id="rId97" Type="http://schemas.openxmlformats.org/officeDocument/2006/relationships/image" Target="../media/image54.png"/><Relationship Id="rId120" Type="http://schemas.openxmlformats.org/officeDocument/2006/relationships/customXml" Target="../ink/ink61.xml"/><Relationship Id="rId358" Type="http://schemas.openxmlformats.org/officeDocument/2006/relationships/customXml" Target="../ink/ink180.xml"/><Relationship Id="rId162" Type="http://schemas.openxmlformats.org/officeDocument/2006/relationships/customXml" Target="../ink/ink82.xml"/><Relationship Id="rId218" Type="http://schemas.openxmlformats.org/officeDocument/2006/relationships/customXml" Target="../ink/ink110.xml"/><Relationship Id="rId271" Type="http://schemas.openxmlformats.org/officeDocument/2006/relationships/image" Target="../media/image141.png"/><Relationship Id="rId24" Type="http://schemas.openxmlformats.org/officeDocument/2006/relationships/customXml" Target="../ink/ink13.xml"/><Relationship Id="rId66" Type="http://schemas.openxmlformats.org/officeDocument/2006/relationships/customXml" Target="../ink/ink34.xml"/><Relationship Id="rId131" Type="http://schemas.openxmlformats.org/officeDocument/2006/relationships/image" Target="../media/image71.png"/><Relationship Id="rId327" Type="http://schemas.openxmlformats.org/officeDocument/2006/relationships/image" Target="../media/image169.png"/><Relationship Id="rId369" Type="http://schemas.openxmlformats.org/officeDocument/2006/relationships/image" Target="../media/image190.png"/><Relationship Id="rId173" Type="http://schemas.openxmlformats.org/officeDocument/2006/relationships/image" Target="../media/image92.png"/><Relationship Id="rId229" Type="http://schemas.openxmlformats.org/officeDocument/2006/relationships/image" Target="../media/image120.png"/><Relationship Id="rId380" Type="http://schemas.openxmlformats.org/officeDocument/2006/relationships/customXml" Target="../ink/ink191.xml"/><Relationship Id="rId240" Type="http://schemas.openxmlformats.org/officeDocument/2006/relationships/customXml" Target="../ink/ink121.xml"/><Relationship Id="rId35" Type="http://schemas.openxmlformats.org/officeDocument/2006/relationships/image" Target="../media/image22.png"/><Relationship Id="rId77" Type="http://schemas.openxmlformats.org/officeDocument/2006/relationships/image" Target="../media/image44.png"/><Relationship Id="rId100" Type="http://schemas.openxmlformats.org/officeDocument/2006/relationships/customXml" Target="../ink/ink51.xml"/><Relationship Id="rId282" Type="http://schemas.openxmlformats.org/officeDocument/2006/relationships/customXml" Target="../ink/ink142.xml"/><Relationship Id="rId338" Type="http://schemas.openxmlformats.org/officeDocument/2006/relationships/customXml" Target="../ink/ink170.xml"/><Relationship Id="rId8" Type="http://schemas.openxmlformats.org/officeDocument/2006/relationships/customXml" Target="../ink/ink5.xml"/><Relationship Id="rId142" Type="http://schemas.openxmlformats.org/officeDocument/2006/relationships/customXml" Target="../ink/ink72.xml"/><Relationship Id="rId184" Type="http://schemas.openxmlformats.org/officeDocument/2006/relationships/customXml" Target="../ink/ink93.xml"/><Relationship Id="rId251" Type="http://schemas.openxmlformats.org/officeDocument/2006/relationships/image" Target="../media/image131.png"/><Relationship Id="rId46" Type="http://schemas.openxmlformats.org/officeDocument/2006/relationships/customXml" Target="../ink/ink24.xml"/><Relationship Id="rId293" Type="http://schemas.openxmlformats.org/officeDocument/2006/relationships/image" Target="../media/image152.png"/><Relationship Id="rId307" Type="http://schemas.openxmlformats.org/officeDocument/2006/relationships/image" Target="../media/image159.png"/><Relationship Id="rId349" Type="http://schemas.openxmlformats.org/officeDocument/2006/relationships/image" Target="../media/image180.png"/><Relationship Id="rId88" Type="http://schemas.openxmlformats.org/officeDocument/2006/relationships/customXml" Target="../ink/ink45.xml"/><Relationship Id="rId111" Type="http://schemas.openxmlformats.org/officeDocument/2006/relationships/image" Target="../media/image61.png"/><Relationship Id="rId153" Type="http://schemas.openxmlformats.org/officeDocument/2006/relationships/image" Target="../media/image82.png"/><Relationship Id="rId195" Type="http://schemas.openxmlformats.org/officeDocument/2006/relationships/image" Target="../media/image103.png"/><Relationship Id="rId209" Type="http://schemas.openxmlformats.org/officeDocument/2006/relationships/image" Target="../media/image110.png"/><Relationship Id="rId360" Type="http://schemas.openxmlformats.org/officeDocument/2006/relationships/customXml" Target="../ink/ink181.xml"/><Relationship Id="rId220" Type="http://schemas.openxmlformats.org/officeDocument/2006/relationships/customXml" Target="../ink/ink111.xml"/><Relationship Id="rId15" Type="http://schemas.openxmlformats.org/officeDocument/2006/relationships/image" Target="../media/image12.png"/><Relationship Id="rId57" Type="http://schemas.openxmlformats.org/officeDocument/2006/relationships/image" Target="../media/image34.png"/><Relationship Id="rId262" Type="http://schemas.openxmlformats.org/officeDocument/2006/relationships/customXml" Target="../ink/ink132.xml"/><Relationship Id="rId318" Type="http://schemas.openxmlformats.org/officeDocument/2006/relationships/customXml" Target="../ink/ink160.xml"/><Relationship Id="rId99" Type="http://schemas.openxmlformats.org/officeDocument/2006/relationships/image" Target="../media/image55.png"/><Relationship Id="rId122" Type="http://schemas.openxmlformats.org/officeDocument/2006/relationships/customXml" Target="../ink/ink62.xml"/><Relationship Id="rId164" Type="http://schemas.openxmlformats.org/officeDocument/2006/relationships/customXml" Target="../ink/ink83.xml"/><Relationship Id="rId371" Type="http://schemas.openxmlformats.org/officeDocument/2006/relationships/image" Target="../media/image191.png"/><Relationship Id="rId26" Type="http://schemas.openxmlformats.org/officeDocument/2006/relationships/customXml" Target="../ink/ink14.xml"/><Relationship Id="rId231" Type="http://schemas.openxmlformats.org/officeDocument/2006/relationships/image" Target="../media/image121.png"/><Relationship Id="rId273" Type="http://schemas.openxmlformats.org/officeDocument/2006/relationships/image" Target="../media/image142.png"/><Relationship Id="rId329" Type="http://schemas.openxmlformats.org/officeDocument/2006/relationships/image" Target="../media/image170.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205.jpeg"/><Relationship Id="rId3" Type="http://schemas.openxmlformats.org/officeDocument/2006/relationships/image" Target="../media/image200.jpeg"/><Relationship Id="rId7" Type="http://schemas.openxmlformats.org/officeDocument/2006/relationships/image" Target="../media/image204.tiff"/><Relationship Id="rId2" Type="http://schemas.openxmlformats.org/officeDocument/2006/relationships/notesSlide" Target="../notesSlides/notesSlide11.xml"/><Relationship Id="rId1" Type="http://schemas.openxmlformats.org/officeDocument/2006/relationships/slideLayout" Target="../slideLayouts/slideLayout38.xml"/><Relationship Id="rId6" Type="http://schemas.openxmlformats.org/officeDocument/2006/relationships/image" Target="../media/image203.tiff"/><Relationship Id="rId5" Type="http://schemas.openxmlformats.org/officeDocument/2006/relationships/image" Target="../media/image202.tiff"/><Relationship Id="rId4" Type="http://schemas.openxmlformats.org/officeDocument/2006/relationships/image" Target="../media/image20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DAY-17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Unmanaged Scenario</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Implement the CURD</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Approver Scenario</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Implement Approval</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33115" y="867968"/>
            <a:ext cx="11806237"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Imagine in our company we had written all the business logic in the past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in form of FM, Classes. Today we want to reuse our old code which has the business logic, validation, sequence, processing, along with transaction buffer. So if you want to manage all these codes yourself and integrate your legacy (old code written by you or your team), you will opt for unmanaged (here RAP is not managing the CURD operation) scenario.</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SAP is providing a demo class for learning purpose viz. </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dmo</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cl_flight_legacy</a:t>
            </a:r>
            <a:endParaRPr sz="1800" dirty="0">
              <a:solidFill>
                <a:srgbClr val="000000"/>
              </a:solidFill>
              <a:highlight>
                <a:srgbClr val="F0D8A8"/>
              </a:highlight>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 this class we have our own old logic which contains the transaction buffer and business logic to maintain all the source code to interact with database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allows us to implement the entire runtime of the BO</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Interaction Phase (code to interact and keep data inside </a:t>
            </a:r>
            <a:r>
              <a:rPr lang="en-US" sz="1800" dirty="0" err="1">
                <a:solidFill>
                  <a:schemeClr val="dk1"/>
                </a:solidFill>
                <a:latin typeface="Calibri"/>
                <a:ea typeface="Calibri"/>
                <a:cs typeface="Calibri"/>
                <a:sym typeface="Calibri"/>
              </a:rPr>
              <a:t>itab</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Transaction Buffer (like a internal table where we keep temporary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Save Sequence (Commit work and Rollback)</a:t>
            </a:r>
            <a:endParaRPr dirty="0"/>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Reference Scenario – Unmanaged </a:t>
            </a:r>
            <a:r>
              <a:rPr lang="en-US" sz="3599" dirty="0" err="1">
                <a:solidFill>
                  <a:srgbClr val="FFC000"/>
                </a:solidFill>
                <a:latin typeface="Cooper Black" panose="0208090404030B020404" pitchFamily="18" charset="0"/>
                <a:ea typeface="Corben"/>
                <a:cs typeface="Corben"/>
                <a:sym typeface="Corben"/>
              </a:rPr>
              <a:t>Impl</a:t>
            </a:r>
            <a:r>
              <a:rPr lang="en-US" sz="3599" dirty="0">
                <a:solidFill>
                  <a:srgbClr val="FFC000"/>
                </a:solidFill>
                <a:latin typeface="Cooper Black" panose="0208090404030B020404" pitchFamily="18" charset="0"/>
                <a:ea typeface="Corben"/>
                <a:cs typeface="Corben"/>
                <a:sym typeface="Corben"/>
              </a:rPr>
              <a:t>.</a:t>
            </a:r>
            <a:endParaRPr sz="3599" dirty="0">
              <a:solidFill>
                <a:srgbClr val="FFC000"/>
              </a:solidFill>
              <a:latin typeface="Cooper Black" panose="0208090404030B020404" pitchFamily="18" charset="0"/>
              <a:ea typeface="Corben"/>
              <a:cs typeface="Corben"/>
              <a:sym typeface="Corben"/>
            </a:endParaRPr>
          </a:p>
        </p:txBody>
      </p:sp>
      <p:sp>
        <p:nvSpPr>
          <p:cNvPr id="1824" name="Google Shape;1824;p103"/>
          <p:cNvSpPr/>
          <p:nvPr/>
        </p:nvSpPr>
        <p:spPr>
          <a:xfrm>
            <a:off x="3674740" y="4228143"/>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UPDATE_BAPI</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(LUW)</a:t>
            </a:r>
            <a:endParaRPr/>
          </a:p>
        </p:txBody>
      </p:sp>
      <p:sp>
        <p:nvSpPr>
          <p:cNvPr id="1825" name="Google Shape;1825;p103"/>
          <p:cNvSpPr/>
          <p:nvPr/>
        </p:nvSpPr>
        <p:spPr>
          <a:xfrm>
            <a:off x="2954660" y="4380832"/>
            <a:ext cx="576064" cy="504056"/>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26" name="Google Shape;1826;p103"/>
          <p:cNvSpPr/>
          <p:nvPr/>
        </p:nvSpPr>
        <p:spPr>
          <a:xfrm>
            <a:off x="7851204" y="4668864"/>
            <a:ext cx="1152128" cy="576064"/>
          </a:xfrm>
          <a:prstGeom prst="flowChartMagneticDisk">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1827" name="Google Shape;1827;p103"/>
          <p:cNvCxnSpPr>
            <a:endCxn id="1826" idx="2"/>
          </p:cNvCxnSpPr>
          <p:nvPr/>
        </p:nvCxnSpPr>
        <p:spPr>
          <a:xfrm>
            <a:off x="6555204" y="4524896"/>
            <a:ext cx="1296000" cy="432000"/>
          </a:xfrm>
          <a:prstGeom prst="straightConnector1">
            <a:avLst/>
          </a:prstGeom>
          <a:noFill/>
          <a:ln w="9525" cap="flat" cmpd="sng">
            <a:solidFill>
              <a:schemeClr val="accent1"/>
            </a:solidFill>
            <a:prstDash val="solid"/>
            <a:miter lim="800000"/>
            <a:headEnd type="none" w="sm" len="sm"/>
            <a:tailEnd type="triangle" w="med" len="med"/>
          </a:ln>
        </p:spPr>
      </p:cxnSp>
      <p:sp>
        <p:nvSpPr>
          <p:cNvPr id="1828" name="Google Shape;1828;p103"/>
          <p:cNvSpPr/>
          <p:nvPr/>
        </p:nvSpPr>
        <p:spPr>
          <a:xfrm>
            <a:off x="2229408" y="5432568"/>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BAPI_TR_COMMIT</a:t>
            </a:r>
            <a:endParaRPr/>
          </a:p>
        </p:txBody>
      </p:sp>
      <p:sp>
        <p:nvSpPr>
          <p:cNvPr id="1829" name="Google Shape;1829;p103"/>
          <p:cNvSpPr/>
          <p:nvPr/>
        </p:nvSpPr>
        <p:spPr>
          <a:xfrm>
            <a:off x="5450360" y="5438067"/>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BAPI_TR_ROLLBACK</a:t>
            </a:r>
            <a:endParaRPr/>
          </a:p>
        </p:txBody>
      </p:sp>
      <p:cxnSp>
        <p:nvCxnSpPr>
          <p:cNvPr id="1830" name="Google Shape;1830;p103"/>
          <p:cNvCxnSpPr>
            <a:stCxn id="1828" idx="2"/>
            <a:endCxn id="1826" idx="4"/>
          </p:cNvCxnSpPr>
          <p:nvPr/>
        </p:nvCxnSpPr>
        <p:spPr>
          <a:xfrm rot="-5400000">
            <a:off x="5720522" y="2941906"/>
            <a:ext cx="1267800" cy="5297700"/>
          </a:xfrm>
          <a:prstGeom prst="bentConnector4">
            <a:avLst>
              <a:gd name="adj1" fmla="val -18031"/>
              <a:gd name="adj2" fmla="val 104316"/>
            </a:avLst>
          </a:prstGeom>
          <a:noFill/>
          <a:ln w="9525" cap="flat" cmpd="sng">
            <a:solidFill>
              <a:schemeClr val="accent1"/>
            </a:solidFill>
            <a:prstDash val="solid"/>
            <a:miter lim="800000"/>
            <a:headEnd type="none" w="sm" len="sm"/>
            <a:tailEnd type="triangle" w="med" len="med"/>
          </a:ln>
        </p:spPr>
      </p:cxnSp>
      <p:cxnSp>
        <p:nvCxnSpPr>
          <p:cNvPr id="1831" name="Google Shape;1831;p103"/>
          <p:cNvCxnSpPr>
            <a:stCxn id="1829" idx="2"/>
            <a:endCxn id="1826" idx="4"/>
          </p:cNvCxnSpPr>
          <p:nvPr/>
        </p:nvCxnSpPr>
        <p:spPr>
          <a:xfrm rot="-5400000">
            <a:off x="7328374" y="4555105"/>
            <a:ext cx="1273200" cy="2076900"/>
          </a:xfrm>
          <a:prstGeom prst="bentConnector4">
            <a:avLst>
              <a:gd name="adj1" fmla="val -17955"/>
              <a:gd name="adj2" fmla="val 111002"/>
            </a:avLst>
          </a:prstGeom>
          <a:noFill/>
          <a:ln w="9525" cap="flat" cmpd="sng">
            <a:solidFill>
              <a:schemeClr val="accent1"/>
            </a:solidFill>
            <a:prstDash val="solid"/>
            <a:miter lim="800000"/>
            <a:headEnd type="none" w="sm" len="sm"/>
            <a:tailEnd type="triangle" w="med" len="med"/>
          </a:ln>
        </p:spPr>
      </p:cxn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D2EC49A-4812-8B02-5684-5CD94DB4A79B}"/>
                  </a:ext>
                </a:extLst>
              </p14:cNvPr>
              <p14:cNvContentPartPr/>
              <p14:nvPr/>
            </p14:nvContentPartPr>
            <p14:xfrm>
              <a:off x="5761372" y="1920639"/>
              <a:ext cx="1440" cy="1440"/>
            </p14:xfrm>
          </p:contentPart>
        </mc:Choice>
        <mc:Fallback xmlns="">
          <p:pic>
            <p:nvPicPr>
              <p:cNvPr id="2" name="Ink 1">
                <a:extLst>
                  <a:ext uri="{FF2B5EF4-FFF2-40B4-BE49-F238E27FC236}">
                    <a16:creationId xmlns:a16="http://schemas.microsoft.com/office/drawing/2014/main" id="{5D2EC49A-4812-8B02-5684-5CD94DB4A79B}"/>
                  </a:ext>
                </a:extLst>
              </p:cNvPr>
              <p:cNvPicPr/>
              <p:nvPr/>
            </p:nvPicPr>
            <p:blipFill>
              <a:blip r:embed="rId5"/>
              <a:stretch>
                <a:fillRect/>
              </a:stretch>
            </p:blipFill>
            <p:spPr>
              <a:xfrm>
                <a:off x="5752732" y="1911639"/>
                <a:ext cx="19080" cy="1908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104"/>
          <p:cNvSpPr/>
          <p:nvPr/>
        </p:nvSpPr>
        <p:spPr>
          <a:xfrm>
            <a:off x="2069310" y="2052271"/>
            <a:ext cx="3060338" cy="1944216"/>
          </a:xfrm>
          <a:prstGeom prst="rect">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38" name="Google Shape;1838;p10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a:t>
            </a:r>
            <a:endParaRPr sz="3599" dirty="0">
              <a:solidFill>
                <a:srgbClr val="FFC000"/>
              </a:solidFill>
              <a:latin typeface="Cooper Black" panose="0208090404030B020404" pitchFamily="18" charset="0"/>
              <a:ea typeface="Corben"/>
              <a:cs typeface="Corben"/>
              <a:sym typeface="Corben"/>
            </a:endParaRPr>
          </a:p>
        </p:txBody>
      </p:sp>
      <p:sp>
        <p:nvSpPr>
          <p:cNvPr id="1841" name="Google Shape;1841;p104"/>
          <p:cNvSpPr/>
          <p:nvPr/>
        </p:nvSpPr>
        <p:spPr>
          <a:xfrm>
            <a:off x="1511247"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Agency</a:t>
            </a:r>
            <a:endParaRPr/>
          </a:p>
        </p:txBody>
      </p:sp>
      <p:sp>
        <p:nvSpPr>
          <p:cNvPr id="1842" name="Google Shape;1842;p104"/>
          <p:cNvSpPr/>
          <p:nvPr/>
        </p:nvSpPr>
        <p:spPr>
          <a:xfrm>
            <a:off x="4373566"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Customer</a:t>
            </a:r>
            <a:endParaRPr dirty="0"/>
          </a:p>
        </p:txBody>
      </p:sp>
      <p:sp>
        <p:nvSpPr>
          <p:cNvPr id="1843" name="Google Shape;1843;p104"/>
          <p:cNvSpPr/>
          <p:nvPr/>
        </p:nvSpPr>
        <p:spPr>
          <a:xfrm>
            <a:off x="178127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agency</a:t>
            </a:r>
            <a:endParaRPr dirty="0"/>
          </a:p>
        </p:txBody>
      </p:sp>
      <p:sp>
        <p:nvSpPr>
          <p:cNvPr id="1844" name="Google Shape;1844;p104"/>
          <p:cNvSpPr/>
          <p:nvPr/>
        </p:nvSpPr>
        <p:spPr>
          <a:xfrm>
            <a:off x="466159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customer</a:t>
            </a:r>
            <a:endParaRPr dirty="0"/>
          </a:p>
        </p:txBody>
      </p:sp>
      <p:sp>
        <p:nvSpPr>
          <p:cNvPr id="1845" name="Google Shape;1845;p104"/>
          <p:cNvSpPr/>
          <p:nvPr/>
        </p:nvSpPr>
        <p:spPr>
          <a:xfrm>
            <a:off x="7541918" y="5607147"/>
            <a:ext cx="2150306"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a:t>
            </a:r>
            <a:r>
              <a:rPr lang="en-US" sz="1600" dirty="0" err="1">
                <a:solidFill>
                  <a:schemeClr val="lt1"/>
                </a:solidFill>
                <a:latin typeface="Calibri"/>
                <a:ea typeface="Calibri"/>
                <a:cs typeface="Calibri"/>
                <a:sym typeface="Calibri"/>
              </a:rPr>
              <a:t>dmo</a:t>
            </a:r>
            <a:r>
              <a:rPr lang="en-US" sz="1600" dirty="0">
                <a:solidFill>
                  <a:schemeClr val="lt1"/>
                </a:solidFill>
                <a:latin typeface="Calibri"/>
                <a:ea typeface="Calibri"/>
                <a:cs typeface="Calibri"/>
                <a:sym typeface="Calibri"/>
              </a:rPr>
              <a:t>/travel</a:t>
            </a:r>
            <a:endParaRPr dirty="0"/>
          </a:p>
        </p:txBody>
      </p:sp>
      <p:sp>
        <p:nvSpPr>
          <p:cNvPr id="1846" name="Google Shape;1846;p104"/>
          <p:cNvSpPr/>
          <p:nvPr/>
        </p:nvSpPr>
        <p:spPr>
          <a:xfrm>
            <a:off x="5616946" y="3348233"/>
            <a:ext cx="2088232" cy="52047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err="1">
                <a:solidFill>
                  <a:schemeClr val="lt1"/>
                </a:solidFill>
                <a:latin typeface="Calibri"/>
                <a:ea typeface="Calibri"/>
                <a:cs typeface="Calibri"/>
                <a:sym typeface="Calibri"/>
              </a:rPr>
              <a:t>Travel_U</a:t>
            </a:r>
            <a:endParaRPr sz="2400" dirty="0">
              <a:solidFill>
                <a:schemeClr val="lt1"/>
              </a:solidFill>
              <a:latin typeface="Calibri"/>
              <a:ea typeface="Calibri"/>
              <a:cs typeface="Calibri"/>
              <a:sym typeface="Calibri"/>
            </a:endParaRPr>
          </a:p>
        </p:txBody>
      </p:sp>
      <p:cxnSp>
        <p:nvCxnSpPr>
          <p:cNvPr id="1847" name="Google Shape;1847;p104"/>
          <p:cNvCxnSpPr>
            <a:stCxn id="1844" idx="0"/>
            <a:endCxn id="1842" idx="2"/>
          </p:cNvCxnSpPr>
          <p:nvPr/>
        </p:nvCxnSpPr>
        <p:spPr>
          <a:xfrm rot="10800000">
            <a:off x="5417682" y="5309582"/>
            <a:ext cx="0" cy="3174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8" name="Google Shape;1848;p104"/>
          <p:cNvCxnSpPr>
            <a:stCxn id="1843" idx="0"/>
            <a:endCxn id="1841" idx="2"/>
          </p:cNvCxnSpPr>
          <p:nvPr/>
        </p:nvCxnSpPr>
        <p:spPr>
          <a:xfrm flipV="1">
            <a:off x="2537362" y="5309526"/>
            <a:ext cx="18001" cy="317456"/>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9" name="Google Shape;1849;p104"/>
          <p:cNvCxnSpPr>
            <a:stCxn id="1842" idx="0"/>
            <a:endCxn id="1846" idx="2"/>
          </p:cNvCxnSpPr>
          <p:nvPr/>
        </p:nvCxnSpPr>
        <p:spPr>
          <a:xfrm rot="-5400000">
            <a:off x="5715132" y="3571388"/>
            <a:ext cx="648600" cy="1243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0" name="Google Shape;1850;p104"/>
          <p:cNvCxnSpPr>
            <a:stCxn id="1841" idx="0"/>
            <a:endCxn id="1846" idx="2"/>
          </p:cNvCxnSpPr>
          <p:nvPr/>
        </p:nvCxnSpPr>
        <p:spPr>
          <a:xfrm rot="5400000" flipH="1" flipV="1">
            <a:off x="4283845" y="2140222"/>
            <a:ext cx="648734" cy="4105699"/>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1" name="Google Shape;1851;p104"/>
          <p:cNvCxnSpPr>
            <a:stCxn id="1845" idx="0"/>
          </p:cNvCxnSpPr>
          <p:nvPr/>
        </p:nvCxnSpPr>
        <p:spPr>
          <a:xfrm rot="10800000">
            <a:off x="7076271" y="3852447"/>
            <a:ext cx="1540800" cy="1754700"/>
          </a:xfrm>
          <a:prstGeom prst="straightConnector1">
            <a:avLst/>
          </a:prstGeom>
          <a:noFill/>
          <a:ln w="9525" cap="flat" cmpd="sng">
            <a:solidFill>
              <a:schemeClr val="accent1"/>
            </a:solidFill>
            <a:prstDash val="solid"/>
            <a:miter lim="800000"/>
            <a:headEnd type="none" w="sm" len="sm"/>
            <a:tailEnd type="triangle" w="med" len="med"/>
          </a:ln>
        </p:spPr>
      </p:cxnSp>
      <p:sp>
        <p:nvSpPr>
          <p:cNvPr id="1852" name="Google Shape;1852;p104"/>
          <p:cNvSpPr/>
          <p:nvPr/>
        </p:nvSpPr>
        <p:spPr>
          <a:xfrm>
            <a:off x="8334007" y="3368094"/>
            <a:ext cx="2376264" cy="50079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Travel_U_MDE</a:t>
            </a:r>
            <a:endParaRPr sz="2400">
              <a:solidFill>
                <a:schemeClr val="lt1"/>
              </a:solidFill>
              <a:latin typeface="Calibri"/>
              <a:ea typeface="Calibri"/>
              <a:cs typeface="Calibri"/>
              <a:sym typeface="Calibri"/>
            </a:endParaRPr>
          </a:p>
        </p:txBody>
      </p:sp>
      <p:cxnSp>
        <p:nvCxnSpPr>
          <p:cNvPr id="1853" name="Google Shape;1853;p104"/>
          <p:cNvCxnSpPr>
            <a:stCxn id="1846" idx="3"/>
            <a:endCxn id="1852" idx="1"/>
          </p:cNvCxnSpPr>
          <p:nvPr/>
        </p:nvCxnSpPr>
        <p:spPr>
          <a:xfrm>
            <a:off x="7705178" y="3608469"/>
            <a:ext cx="628800" cy="9900"/>
          </a:xfrm>
          <a:prstGeom prst="straightConnector1">
            <a:avLst/>
          </a:prstGeom>
          <a:noFill/>
          <a:ln w="9525" cap="flat" cmpd="sng">
            <a:solidFill>
              <a:schemeClr val="accent1"/>
            </a:solidFill>
            <a:prstDash val="solid"/>
            <a:miter lim="800000"/>
            <a:headEnd type="none" w="sm" len="sm"/>
            <a:tailEnd type="none" w="sm" len="sm"/>
          </a:ln>
        </p:spPr>
      </p:cxnSp>
      <p:sp>
        <p:nvSpPr>
          <p:cNvPr id="1854" name="Google Shape;1854;p104"/>
          <p:cNvSpPr/>
          <p:nvPr/>
        </p:nvSpPr>
        <p:spPr>
          <a:xfrm>
            <a:off x="5544938" y="2154123"/>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definition</a:t>
            </a:r>
            <a:endParaRPr/>
          </a:p>
        </p:txBody>
      </p:sp>
      <p:cxnSp>
        <p:nvCxnSpPr>
          <p:cNvPr id="1855" name="Google Shape;1855;p104"/>
          <p:cNvCxnSpPr>
            <a:stCxn id="1846" idx="0"/>
            <a:endCxn id="1854" idx="2"/>
          </p:cNvCxnSpPr>
          <p:nvPr/>
        </p:nvCxnSpPr>
        <p:spPr>
          <a:xfrm rot="10800000">
            <a:off x="6661062" y="2874233"/>
            <a:ext cx="0" cy="474000"/>
          </a:xfrm>
          <a:prstGeom prst="straightConnector1">
            <a:avLst/>
          </a:prstGeom>
          <a:noFill/>
          <a:ln w="9525" cap="flat" cmpd="sng">
            <a:solidFill>
              <a:schemeClr val="accent1"/>
            </a:solidFill>
            <a:prstDash val="solid"/>
            <a:miter lim="800000"/>
            <a:headEnd type="none" w="sm" len="sm"/>
            <a:tailEnd type="triangle" w="med" len="med"/>
          </a:ln>
        </p:spPr>
      </p:cxnSp>
      <p:sp>
        <p:nvSpPr>
          <p:cNvPr id="1856" name="Google Shape;1856;p104"/>
          <p:cNvSpPr/>
          <p:nvPr/>
        </p:nvSpPr>
        <p:spPr>
          <a:xfrm>
            <a:off x="5544938" y="913572"/>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Impl.</a:t>
            </a:r>
            <a:endParaRPr/>
          </a:p>
        </p:txBody>
      </p:sp>
      <p:cxnSp>
        <p:nvCxnSpPr>
          <p:cNvPr id="1857" name="Google Shape;1857;p104"/>
          <p:cNvCxnSpPr>
            <a:stCxn id="1854" idx="0"/>
            <a:endCxn id="1856" idx="2"/>
          </p:cNvCxnSpPr>
          <p:nvPr/>
        </p:nvCxnSpPr>
        <p:spPr>
          <a:xfrm rot="10800000">
            <a:off x="6661062" y="1633623"/>
            <a:ext cx="0" cy="520500"/>
          </a:xfrm>
          <a:prstGeom prst="straightConnector1">
            <a:avLst/>
          </a:prstGeom>
          <a:noFill/>
          <a:ln w="9525" cap="flat" cmpd="sng">
            <a:solidFill>
              <a:schemeClr val="accent1"/>
            </a:solidFill>
            <a:prstDash val="solid"/>
            <a:miter lim="800000"/>
            <a:headEnd type="none" w="sm" len="sm"/>
            <a:tailEnd type="triangle" w="med" len="med"/>
          </a:ln>
        </p:spPr>
      </p:cxnSp>
      <p:sp>
        <p:nvSpPr>
          <p:cNvPr id="1858" name="Google Shape;1858;p104"/>
          <p:cNvSpPr/>
          <p:nvPr/>
        </p:nvSpPr>
        <p:spPr>
          <a:xfrm>
            <a:off x="2429351" y="3203737"/>
            <a:ext cx="2431510" cy="648734"/>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 unmanaged</a:t>
            </a:r>
            <a:endParaRPr dirty="0"/>
          </a:p>
        </p:txBody>
      </p:sp>
      <p:sp>
        <p:nvSpPr>
          <p:cNvPr id="1859" name="Google Shape;1859;p104"/>
          <p:cNvSpPr/>
          <p:nvPr/>
        </p:nvSpPr>
        <p:spPr>
          <a:xfrm>
            <a:off x="2429351" y="2237547"/>
            <a:ext cx="2431510" cy="648734"/>
          </a:xfrm>
          <a:prstGeom prst="rect">
            <a:avLst/>
          </a:prstGeom>
          <a:solidFill>
            <a:srgbClr val="FF0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BIMP-unmanaged</a:t>
            </a:r>
            <a:endParaRPr/>
          </a:p>
        </p:txBody>
      </p:sp>
      <p:cxnSp>
        <p:nvCxnSpPr>
          <p:cNvPr id="1860" name="Google Shape;1860;p104"/>
          <p:cNvCxnSpPr>
            <a:stCxn id="1858" idx="3"/>
            <a:endCxn id="1846" idx="1"/>
          </p:cNvCxnSpPr>
          <p:nvPr/>
        </p:nvCxnSpPr>
        <p:spPr>
          <a:xfrm>
            <a:off x="4860861" y="3528104"/>
            <a:ext cx="756000" cy="80400"/>
          </a:xfrm>
          <a:prstGeom prst="straightConnector1">
            <a:avLst/>
          </a:prstGeom>
          <a:noFill/>
          <a:ln w="9525" cap="flat" cmpd="sng">
            <a:solidFill>
              <a:schemeClr val="accent1"/>
            </a:solidFill>
            <a:prstDash val="solid"/>
            <a:miter lim="800000"/>
            <a:headEnd type="none" w="sm" len="sm"/>
            <a:tailEnd type="none" w="sm" len="sm"/>
          </a:ln>
        </p:spPr>
      </p:cxnSp>
      <p:cxnSp>
        <p:nvCxnSpPr>
          <p:cNvPr id="1861" name="Google Shape;1861;p104"/>
          <p:cNvCxnSpPr>
            <a:stCxn id="1859" idx="2"/>
            <a:endCxn id="1858" idx="0"/>
          </p:cNvCxnSpPr>
          <p:nvPr/>
        </p:nvCxnSpPr>
        <p:spPr>
          <a:xfrm>
            <a:off x="3645106" y="2886281"/>
            <a:ext cx="0" cy="317400"/>
          </a:xfrm>
          <a:prstGeom prst="straightConnector1">
            <a:avLst/>
          </a:prstGeom>
          <a:noFill/>
          <a:ln w="9525" cap="flat" cmpd="sng">
            <a:solidFill>
              <a:schemeClr val="accent1"/>
            </a:solidFill>
            <a:prstDash val="solid"/>
            <a:miter lim="800000"/>
            <a:headEnd type="none" w="sm" len="sm"/>
            <a:tailEnd type="none" w="sm" len="sm"/>
          </a:ln>
        </p:spPr>
      </p:cxnSp>
      <p:pic>
        <p:nvPicPr>
          <p:cNvPr id="2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7" name="Google Shape;1867;p105"/>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&lt;&gt;</a:t>
            </a:r>
            <a:endParaRPr sz="1800">
              <a:solidFill>
                <a:schemeClr val="dk1"/>
              </a:solidFill>
              <a:latin typeface="Calibri"/>
              <a:ea typeface="Calibri"/>
              <a:cs typeface="Calibri"/>
              <a:sym typeface="Calibri"/>
            </a:endParaRPr>
          </a:p>
        </p:txBody>
      </p:sp>
      <p:sp>
        <p:nvSpPr>
          <p:cNvPr id="1868" name="Google Shape;1868;p10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Title</a:t>
            </a:r>
            <a:endParaRPr sz="3599" dirty="0">
              <a:solidFill>
                <a:srgbClr val="FFC000"/>
              </a:solidFill>
              <a:latin typeface="Cooper Black" panose="0208090404030B020404" pitchFamily="18" charset="0"/>
              <a:ea typeface="Corben"/>
              <a:cs typeface="Corben"/>
              <a:sym typeface="Corben"/>
            </a:endParaRPr>
          </a:p>
        </p:txBody>
      </p:sp>
      <p:sp>
        <p:nvSpPr>
          <p:cNvPr id="1871" name="Google Shape;1871;p105"/>
          <p:cNvSpPr/>
          <p:nvPr/>
        </p:nvSpPr>
        <p:spPr>
          <a:xfrm>
            <a:off x="612471" y="1145484"/>
            <a:ext cx="5544616" cy="46805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72" name="Google Shape;1872;p105"/>
          <p:cNvSpPr/>
          <p:nvPr/>
        </p:nvSpPr>
        <p:spPr>
          <a:xfrm>
            <a:off x="981844" y="146883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3" name="Google Shape;1873;p105"/>
          <p:cNvSpPr/>
          <p:nvPr/>
        </p:nvSpPr>
        <p:spPr>
          <a:xfrm>
            <a:off x="991516" y="2046611"/>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4" name="Google Shape;1874;p105"/>
          <p:cNvSpPr/>
          <p:nvPr/>
        </p:nvSpPr>
        <p:spPr>
          <a:xfrm>
            <a:off x="981844" y="264191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5" name="Google Shape;1875;p105"/>
          <p:cNvSpPr/>
          <p:nvPr/>
        </p:nvSpPr>
        <p:spPr>
          <a:xfrm>
            <a:off x="981844" y="3379956"/>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6" name="Google Shape;1876;p105"/>
          <p:cNvSpPr/>
          <p:nvPr/>
        </p:nvSpPr>
        <p:spPr>
          <a:xfrm>
            <a:off x="3914242" y="1451672"/>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7" name="Google Shape;1877;p105"/>
          <p:cNvSpPr/>
          <p:nvPr/>
        </p:nvSpPr>
        <p:spPr>
          <a:xfrm>
            <a:off x="3888183" y="2060848"/>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8" name="Google Shape;1878;p105"/>
          <p:cNvSpPr/>
          <p:nvPr/>
        </p:nvSpPr>
        <p:spPr>
          <a:xfrm>
            <a:off x="3898168" y="2714704"/>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9" name="Google Shape;1879;p105"/>
          <p:cNvSpPr/>
          <p:nvPr/>
        </p:nvSpPr>
        <p:spPr>
          <a:xfrm>
            <a:off x="3881622" y="3323880"/>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80" name="Google Shape;1880;p105"/>
          <p:cNvSpPr/>
          <p:nvPr/>
        </p:nvSpPr>
        <p:spPr>
          <a:xfrm>
            <a:off x="6310436" y="2204864"/>
            <a:ext cx="1224136" cy="2160240"/>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81" name="Google Shape;1881;p105"/>
          <p:cNvSpPr txBox="1"/>
          <p:nvPr/>
        </p:nvSpPr>
        <p:spPr>
          <a:xfrm>
            <a:off x="7534572" y="1124744"/>
            <a:ext cx="4166530"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How you know in the code which fields are changed on the screen by the user.</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So accordingly we can update the data into the database only for the changed fields??</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RAP provides a compiler structure called %control which will tell us what fields were changed on UI. </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We need to tell the RAP, what will be the datatype for the control structure.</a:t>
            </a:r>
            <a:endParaRPr dirty="0"/>
          </a:p>
        </p:txBody>
      </p:sp>
      <p:pic>
        <p:nvPicPr>
          <p:cNvPr id="1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24" name="Ink 223">
                <a:extLst>
                  <a:ext uri="{FF2B5EF4-FFF2-40B4-BE49-F238E27FC236}">
                    <a16:creationId xmlns:a16="http://schemas.microsoft.com/office/drawing/2014/main" id="{99217C1A-7A8D-9C0B-D751-7C1E909201C9}"/>
                  </a:ext>
                </a:extLst>
              </p14:cNvPr>
              <p14:cNvContentPartPr/>
              <p14:nvPr/>
            </p14:nvContentPartPr>
            <p14:xfrm>
              <a:off x="468824" y="3061002"/>
              <a:ext cx="525240" cy="2365560"/>
            </p14:xfrm>
          </p:contentPart>
        </mc:Choice>
        <mc:Fallback>
          <p:pic>
            <p:nvPicPr>
              <p:cNvPr id="224" name="Ink 223">
                <a:extLst>
                  <a:ext uri="{FF2B5EF4-FFF2-40B4-BE49-F238E27FC236}">
                    <a16:creationId xmlns:a16="http://schemas.microsoft.com/office/drawing/2014/main" id="{99217C1A-7A8D-9C0B-D751-7C1E909201C9}"/>
                  </a:ext>
                </a:extLst>
              </p:cNvPr>
              <p:cNvPicPr/>
              <p:nvPr/>
            </p:nvPicPr>
            <p:blipFill>
              <a:blip r:embed="rId3"/>
              <a:stretch>
                <a:fillRect/>
              </a:stretch>
            </p:blipFill>
            <p:spPr>
              <a:xfrm>
                <a:off x="459824" y="3052002"/>
                <a:ext cx="542880" cy="2383200"/>
              </a:xfrm>
              <a:prstGeom prst="rect">
                <a:avLst/>
              </a:prstGeom>
            </p:spPr>
          </p:pic>
        </mc:Fallback>
      </mc:AlternateContent>
      <p:grpSp>
        <p:nvGrpSpPr>
          <p:cNvPr id="229" name="Group 228">
            <a:extLst>
              <a:ext uri="{FF2B5EF4-FFF2-40B4-BE49-F238E27FC236}">
                <a16:creationId xmlns:a16="http://schemas.microsoft.com/office/drawing/2014/main" id="{5AB92392-B123-4EB4-3434-E3A21E67E36E}"/>
              </a:ext>
            </a:extLst>
          </p:cNvPr>
          <p:cNvGrpSpPr/>
          <p:nvPr/>
        </p:nvGrpSpPr>
        <p:grpSpPr>
          <a:xfrm>
            <a:off x="580424" y="468642"/>
            <a:ext cx="10230120" cy="5412600"/>
            <a:chOff x="580424" y="468642"/>
            <a:chExt cx="10230120" cy="541260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E6B1FB25-5C63-576E-C30F-187636C0A05C}"/>
                    </a:ext>
                  </a:extLst>
                </p14:cNvPr>
                <p14:cNvContentPartPr/>
                <p14:nvPr/>
              </p14:nvContentPartPr>
              <p14:xfrm>
                <a:off x="5386784" y="697602"/>
                <a:ext cx="2468160" cy="1024920"/>
              </p14:xfrm>
            </p:contentPart>
          </mc:Choice>
          <mc:Fallback>
            <p:pic>
              <p:nvPicPr>
                <p:cNvPr id="4" name="Ink 3">
                  <a:extLst>
                    <a:ext uri="{FF2B5EF4-FFF2-40B4-BE49-F238E27FC236}">
                      <a16:creationId xmlns:a16="http://schemas.microsoft.com/office/drawing/2014/main" id="{E6B1FB25-5C63-576E-C30F-187636C0A05C}"/>
                    </a:ext>
                  </a:extLst>
                </p:cNvPr>
                <p:cNvPicPr/>
                <p:nvPr/>
              </p:nvPicPr>
              <p:blipFill>
                <a:blip r:embed="rId5"/>
                <a:stretch>
                  <a:fillRect/>
                </a:stretch>
              </p:blipFill>
              <p:spPr>
                <a:xfrm>
                  <a:off x="5377784" y="688602"/>
                  <a:ext cx="2485800" cy="1042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43692F3D-2BF2-0AD1-4AEA-CB397762DC26}"/>
                    </a:ext>
                  </a:extLst>
                </p14:cNvPr>
                <p14:cNvContentPartPr/>
                <p14:nvPr/>
              </p14:nvContentPartPr>
              <p14:xfrm>
                <a:off x="5638424" y="1173882"/>
                <a:ext cx="227520" cy="204120"/>
              </p14:xfrm>
            </p:contentPart>
          </mc:Choice>
          <mc:Fallback>
            <p:pic>
              <p:nvPicPr>
                <p:cNvPr id="5" name="Ink 4">
                  <a:extLst>
                    <a:ext uri="{FF2B5EF4-FFF2-40B4-BE49-F238E27FC236}">
                      <a16:creationId xmlns:a16="http://schemas.microsoft.com/office/drawing/2014/main" id="{43692F3D-2BF2-0AD1-4AEA-CB397762DC26}"/>
                    </a:ext>
                  </a:extLst>
                </p:cNvPr>
                <p:cNvPicPr/>
                <p:nvPr/>
              </p:nvPicPr>
              <p:blipFill>
                <a:blip r:embed="rId7"/>
                <a:stretch>
                  <a:fillRect/>
                </a:stretch>
              </p:blipFill>
              <p:spPr>
                <a:xfrm>
                  <a:off x="5629784" y="1165242"/>
                  <a:ext cx="24516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1250F85A-D6FB-F4FE-670B-1135A8CD82FF}"/>
                    </a:ext>
                  </a:extLst>
                </p14:cNvPr>
                <p14:cNvContentPartPr/>
                <p14:nvPr/>
              </p14:nvContentPartPr>
              <p14:xfrm>
                <a:off x="5956664" y="1102962"/>
                <a:ext cx="39600" cy="242280"/>
              </p14:xfrm>
            </p:contentPart>
          </mc:Choice>
          <mc:Fallback>
            <p:pic>
              <p:nvPicPr>
                <p:cNvPr id="6" name="Ink 5">
                  <a:extLst>
                    <a:ext uri="{FF2B5EF4-FFF2-40B4-BE49-F238E27FC236}">
                      <a16:creationId xmlns:a16="http://schemas.microsoft.com/office/drawing/2014/main" id="{1250F85A-D6FB-F4FE-670B-1135A8CD82FF}"/>
                    </a:ext>
                  </a:extLst>
                </p:cNvPr>
                <p:cNvPicPr/>
                <p:nvPr/>
              </p:nvPicPr>
              <p:blipFill>
                <a:blip r:embed="rId9"/>
                <a:stretch>
                  <a:fillRect/>
                </a:stretch>
              </p:blipFill>
              <p:spPr>
                <a:xfrm>
                  <a:off x="5947664" y="1093962"/>
                  <a:ext cx="5724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5FEA0C13-92F3-93B2-88AF-218916F540D1}"/>
                    </a:ext>
                  </a:extLst>
                </p14:cNvPr>
                <p14:cNvContentPartPr/>
                <p14:nvPr/>
              </p14:nvContentPartPr>
              <p14:xfrm>
                <a:off x="6075824" y="1338402"/>
                <a:ext cx="138600" cy="21240"/>
              </p14:xfrm>
            </p:contentPart>
          </mc:Choice>
          <mc:Fallback>
            <p:pic>
              <p:nvPicPr>
                <p:cNvPr id="7" name="Ink 6">
                  <a:extLst>
                    <a:ext uri="{FF2B5EF4-FFF2-40B4-BE49-F238E27FC236}">
                      <a16:creationId xmlns:a16="http://schemas.microsoft.com/office/drawing/2014/main" id="{5FEA0C13-92F3-93B2-88AF-218916F540D1}"/>
                    </a:ext>
                  </a:extLst>
                </p:cNvPr>
                <p:cNvPicPr/>
                <p:nvPr/>
              </p:nvPicPr>
              <p:blipFill>
                <a:blip r:embed="rId11"/>
                <a:stretch>
                  <a:fillRect/>
                </a:stretch>
              </p:blipFill>
              <p:spPr>
                <a:xfrm>
                  <a:off x="6067184" y="1329402"/>
                  <a:ext cx="15624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6EBB6695-A93F-9686-8707-87B95EA1BE30}"/>
                    </a:ext>
                  </a:extLst>
                </p14:cNvPr>
                <p14:cNvContentPartPr/>
                <p14:nvPr/>
              </p14:nvContentPartPr>
              <p14:xfrm>
                <a:off x="6394064" y="1003242"/>
                <a:ext cx="174240" cy="355680"/>
              </p14:xfrm>
            </p:contentPart>
          </mc:Choice>
          <mc:Fallback>
            <p:pic>
              <p:nvPicPr>
                <p:cNvPr id="8" name="Ink 7">
                  <a:extLst>
                    <a:ext uri="{FF2B5EF4-FFF2-40B4-BE49-F238E27FC236}">
                      <a16:creationId xmlns:a16="http://schemas.microsoft.com/office/drawing/2014/main" id="{6EBB6695-A93F-9686-8707-87B95EA1BE30}"/>
                    </a:ext>
                  </a:extLst>
                </p:cNvPr>
                <p:cNvPicPr/>
                <p:nvPr/>
              </p:nvPicPr>
              <p:blipFill>
                <a:blip r:embed="rId13"/>
                <a:stretch>
                  <a:fillRect/>
                </a:stretch>
              </p:blipFill>
              <p:spPr>
                <a:xfrm>
                  <a:off x="6385424" y="994242"/>
                  <a:ext cx="191880" cy="3733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03234FA0-9233-45BB-5941-D2CC4BE6169E}"/>
                    </a:ext>
                  </a:extLst>
                </p14:cNvPr>
                <p14:cNvContentPartPr/>
                <p14:nvPr/>
              </p14:nvContentPartPr>
              <p14:xfrm>
                <a:off x="6607184" y="1163802"/>
                <a:ext cx="231840" cy="327240"/>
              </p14:xfrm>
            </p:contentPart>
          </mc:Choice>
          <mc:Fallback>
            <p:pic>
              <p:nvPicPr>
                <p:cNvPr id="9" name="Ink 8">
                  <a:extLst>
                    <a:ext uri="{FF2B5EF4-FFF2-40B4-BE49-F238E27FC236}">
                      <a16:creationId xmlns:a16="http://schemas.microsoft.com/office/drawing/2014/main" id="{03234FA0-9233-45BB-5941-D2CC4BE6169E}"/>
                    </a:ext>
                  </a:extLst>
                </p:cNvPr>
                <p:cNvPicPr/>
                <p:nvPr/>
              </p:nvPicPr>
              <p:blipFill>
                <a:blip r:embed="rId15"/>
                <a:stretch>
                  <a:fillRect/>
                </a:stretch>
              </p:blipFill>
              <p:spPr>
                <a:xfrm>
                  <a:off x="6598184" y="1155162"/>
                  <a:ext cx="24948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4217401C-1F5B-6807-B087-791D14DA447B}"/>
                    </a:ext>
                  </a:extLst>
                </p14:cNvPr>
                <p14:cNvContentPartPr/>
                <p14:nvPr/>
              </p14:nvContentPartPr>
              <p14:xfrm>
                <a:off x="6889784" y="1155882"/>
                <a:ext cx="102600" cy="145080"/>
              </p14:xfrm>
            </p:contentPart>
          </mc:Choice>
          <mc:Fallback>
            <p:pic>
              <p:nvPicPr>
                <p:cNvPr id="10" name="Ink 9">
                  <a:extLst>
                    <a:ext uri="{FF2B5EF4-FFF2-40B4-BE49-F238E27FC236}">
                      <a16:creationId xmlns:a16="http://schemas.microsoft.com/office/drawing/2014/main" id="{4217401C-1F5B-6807-B087-791D14DA447B}"/>
                    </a:ext>
                  </a:extLst>
                </p:cNvPr>
                <p:cNvPicPr/>
                <p:nvPr/>
              </p:nvPicPr>
              <p:blipFill>
                <a:blip r:embed="rId17"/>
                <a:stretch>
                  <a:fillRect/>
                </a:stretch>
              </p:blipFill>
              <p:spPr>
                <a:xfrm>
                  <a:off x="6881144" y="1146882"/>
                  <a:ext cx="12024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2038D1B7-3557-F1CF-EC11-2656BD564BD0}"/>
                    </a:ext>
                  </a:extLst>
                </p14:cNvPr>
                <p14:cNvContentPartPr/>
                <p14:nvPr/>
              </p14:nvContentPartPr>
              <p14:xfrm>
                <a:off x="7056824" y="1166682"/>
                <a:ext cx="396720" cy="290880"/>
              </p14:xfrm>
            </p:contentPart>
          </mc:Choice>
          <mc:Fallback>
            <p:pic>
              <p:nvPicPr>
                <p:cNvPr id="11" name="Ink 10">
                  <a:extLst>
                    <a:ext uri="{FF2B5EF4-FFF2-40B4-BE49-F238E27FC236}">
                      <a16:creationId xmlns:a16="http://schemas.microsoft.com/office/drawing/2014/main" id="{2038D1B7-3557-F1CF-EC11-2656BD564BD0}"/>
                    </a:ext>
                  </a:extLst>
                </p:cNvPr>
                <p:cNvPicPr/>
                <p:nvPr/>
              </p:nvPicPr>
              <p:blipFill>
                <a:blip r:embed="rId19"/>
                <a:stretch>
                  <a:fillRect/>
                </a:stretch>
              </p:blipFill>
              <p:spPr>
                <a:xfrm>
                  <a:off x="7048184" y="1158042"/>
                  <a:ext cx="41436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8103056A-B00E-7662-DD44-CBB39BD2BB4E}"/>
                    </a:ext>
                  </a:extLst>
                </p14:cNvPr>
                <p14:cNvContentPartPr/>
                <p14:nvPr/>
              </p14:nvContentPartPr>
              <p14:xfrm>
                <a:off x="7512224" y="933762"/>
                <a:ext cx="735480" cy="27720"/>
              </p14:xfrm>
            </p:contentPart>
          </mc:Choice>
          <mc:Fallback>
            <p:pic>
              <p:nvPicPr>
                <p:cNvPr id="13" name="Ink 12">
                  <a:extLst>
                    <a:ext uri="{FF2B5EF4-FFF2-40B4-BE49-F238E27FC236}">
                      <a16:creationId xmlns:a16="http://schemas.microsoft.com/office/drawing/2014/main" id="{8103056A-B00E-7662-DD44-CBB39BD2BB4E}"/>
                    </a:ext>
                  </a:extLst>
                </p:cNvPr>
                <p:cNvPicPr/>
                <p:nvPr/>
              </p:nvPicPr>
              <p:blipFill>
                <a:blip r:embed="rId21"/>
                <a:stretch>
                  <a:fillRect/>
                </a:stretch>
              </p:blipFill>
              <p:spPr>
                <a:xfrm>
                  <a:off x="7503584" y="925122"/>
                  <a:ext cx="7531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50DCD60D-D883-68AC-3B96-0EB0E0283DE6}"/>
                    </a:ext>
                  </a:extLst>
                </p14:cNvPr>
                <p14:cNvContentPartPr/>
                <p14:nvPr/>
              </p14:nvContentPartPr>
              <p14:xfrm>
                <a:off x="8249504" y="468642"/>
                <a:ext cx="1409400" cy="693360"/>
              </p14:xfrm>
            </p:contentPart>
          </mc:Choice>
          <mc:Fallback>
            <p:pic>
              <p:nvPicPr>
                <p:cNvPr id="14" name="Ink 13">
                  <a:extLst>
                    <a:ext uri="{FF2B5EF4-FFF2-40B4-BE49-F238E27FC236}">
                      <a16:creationId xmlns:a16="http://schemas.microsoft.com/office/drawing/2014/main" id="{50DCD60D-D883-68AC-3B96-0EB0E0283DE6}"/>
                    </a:ext>
                  </a:extLst>
                </p:cNvPr>
                <p:cNvPicPr/>
                <p:nvPr/>
              </p:nvPicPr>
              <p:blipFill>
                <a:blip r:embed="rId23"/>
                <a:stretch>
                  <a:fillRect/>
                </a:stretch>
              </p:blipFill>
              <p:spPr>
                <a:xfrm>
                  <a:off x="8240864" y="460002"/>
                  <a:ext cx="1427040" cy="711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A2C530DC-6022-61B4-3F65-6E45DAC7804B}"/>
                    </a:ext>
                  </a:extLst>
                </p14:cNvPr>
                <p14:cNvContentPartPr/>
                <p14:nvPr/>
              </p14:nvContentPartPr>
              <p14:xfrm>
                <a:off x="8630744" y="708762"/>
                <a:ext cx="181440" cy="14400"/>
              </p14:xfrm>
            </p:contentPart>
          </mc:Choice>
          <mc:Fallback>
            <p:pic>
              <p:nvPicPr>
                <p:cNvPr id="15" name="Ink 14">
                  <a:extLst>
                    <a:ext uri="{FF2B5EF4-FFF2-40B4-BE49-F238E27FC236}">
                      <a16:creationId xmlns:a16="http://schemas.microsoft.com/office/drawing/2014/main" id="{A2C530DC-6022-61B4-3F65-6E45DAC7804B}"/>
                    </a:ext>
                  </a:extLst>
                </p:cNvPr>
                <p:cNvPicPr/>
                <p:nvPr/>
              </p:nvPicPr>
              <p:blipFill>
                <a:blip r:embed="rId25"/>
                <a:stretch>
                  <a:fillRect/>
                </a:stretch>
              </p:blipFill>
              <p:spPr>
                <a:xfrm>
                  <a:off x="8621744" y="699762"/>
                  <a:ext cx="19908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1EC9EF78-7AB6-D88C-628B-3FCE74A6C240}"/>
                    </a:ext>
                  </a:extLst>
                </p14:cNvPr>
                <p14:cNvContentPartPr/>
                <p14:nvPr/>
              </p14:nvContentPartPr>
              <p14:xfrm>
                <a:off x="8636864" y="695442"/>
                <a:ext cx="45720" cy="189360"/>
              </p14:xfrm>
            </p:contentPart>
          </mc:Choice>
          <mc:Fallback>
            <p:pic>
              <p:nvPicPr>
                <p:cNvPr id="16" name="Ink 15">
                  <a:extLst>
                    <a:ext uri="{FF2B5EF4-FFF2-40B4-BE49-F238E27FC236}">
                      <a16:creationId xmlns:a16="http://schemas.microsoft.com/office/drawing/2014/main" id="{1EC9EF78-7AB6-D88C-628B-3FCE74A6C240}"/>
                    </a:ext>
                  </a:extLst>
                </p:cNvPr>
                <p:cNvPicPr/>
                <p:nvPr/>
              </p:nvPicPr>
              <p:blipFill>
                <a:blip r:embed="rId27"/>
                <a:stretch>
                  <a:fillRect/>
                </a:stretch>
              </p:blipFill>
              <p:spPr>
                <a:xfrm>
                  <a:off x="8628224" y="686802"/>
                  <a:ext cx="633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7CBC2B01-9916-CF68-29E7-A24D65301FDF}"/>
                    </a:ext>
                  </a:extLst>
                </p14:cNvPr>
                <p14:cNvContentPartPr/>
                <p14:nvPr/>
              </p14:nvContentPartPr>
              <p14:xfrm>
                <a:off x="8779424" y="821442"/>
                <a:ext cx="65520" cy="83520"/>
              </p14:xfrm>
            </p:contentPart>
          </mc:Choice>
          <mc:Fallback>
            <p:pic>
              <p:nvPicPr>
                <p:cNvPr id="17" name="Ink 16">
                  <a:extLst>
                    <a:ext uri="{FF2B5EF4-FFF2-40B4-BE49-F238E27FC236}">
                      <a16:creationId xmlns:a16="http://schemas.microsoft.com/office/drawing/2014/main" id="{7CBC2B01-9916-CF68-29E7-A24D65301FDF}"/>
                    </a:ext>
                  </a:extLst>
                </p:cNvPr>
                <p:cNvPicPr/>
                <p:nvPr/>
              </p:nvPicPr>
              <p:blipFill>
                <a:blip r:embed="rId29"/>
                <a:stretch>
                  <a:fillRect/>
                </a:stretch>
              </p:blipFill>
              <p:spPr>
                <a:xfrm>
                  <a:off x="8770784" y="812442"/>
                  <a:ext cx="8316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21EFA1BE-4483-B474-1202-BEB0B1D8E8AD}"/>
                    </a:ext>
                  </a:extLst>
                </p14:cNvPr>
                <p14:cNvContentPartPr/>
                <p14:nvPr/>
              </p14:nvContentPartPr>
              <p14:xfrm>
                <a:off x="8771504" y="817842"/>
                <a:ext cx="87480" cy="108720"/>
              </p14:xfrm>
            </p:contentPart>
          </mc:Choice>
          <mc:Fallback>
            <p:pic>
              <p:nvPicPr>
                <p:cNvPr id="18" name="Ink 17">
                  <a:extLst>
                    <a:ext uri="{FF2B5EF4-FFF2-40B4-BE49-F238E27FC236}">
                      <a16:creationId xmlns:a16="http://schemas.microsoft.com/office/drawing/2014/main" id="{21EFA1BE-4483-B474-1202-BEB0B1D8E8AD}"/>
                    </a:ext>
                  </a:extLst>
                </p:cNvPr>
                <p:cNvPicPr/>
                <p:nvPr/>
              </p:nvPicPr>
              <p:blipFill>
                <a:blip r:embed="rId31"/>
                <a:stretch>
                  <a:fillRect/>
                </a:stretch>
              </p:blipFill>
              <p:spPr>
                <a:xfrm>
                  <a:off x="8762864" y="808842"/>
                  <a:ext cx="10512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6D2E6C6B-DDD8-A3BB-1531-BA5102734757}"/>
                    </a:ext>
                  </a:extLst>
                </p14:cNvPr>
                <p14:cNvContentPartPr/>
                <p14:nvPr/>
              </p14:nvContentPartPr>
              <p14:xfrm>
                <a:off x="8964464" y="692562"/>
                <a:ext cx="113760" cy="215640"/>
              </p14:xfrm>
            </p:contentPart>
          </mc:Choice>
          <mc:Fallback>
            <p:pic>
              <p:nvPicPr>
                <p:cNvPr id="19" name="Ink 18">
                  <a:extLst>
                    <a:ext uri="{FF2B5EF4-FFF2-40B4-BE49-F238E27FC236}">
                      <a16:creationId xmlns:a16="http://schemas.microsoft.com/office/drawing/2014/main" id="{6D2E6C6B-DDD8-A3BB-1531-BA5102734757}"/>
                    </a:ext>
                  </a:extLst>
                </p:cNvPr>
                <p:cNvPicPr/>
                <p:nvPr/>
              </p:nvPicPr>
              <p:blipFill>
                <a:blip r:embed="rId33"/>
                <a:stretch>
                  <a:fillRect/>
                </a:stretch>
              </p:blipFill>
              <p:spPr>
                <a:xfrm>
                  <a:off x="8955824" y="683922"/>
                  <a:ext cx="13140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7E4D4852-BC74-3E23-AD6C-C7E04CE77B3B}"/>
                    </a:ext>
                  </a:extLst>
                </p14:cNvPr>
                <p14:cNvContentPartPr/>
                <p14:nvPr/>
              </p14:nvContentPartPr>
              <p14:xfrm>
                <a:off x="9110624" y="781842"/>
                <a:ext cx="99720" cy="105840"/>
              </p14:xfrm>
            </p:contentPart>
          </mc:Choice>
          <mc:Fallback>
            <p:pic>
              <p:nvPicPr>
                <p:cNvPr id="20" name="Ink 19">
                  <a:extLst>
                    <a:ext uri="{FF2B5EF4-FFF2-40B4-BE49-F238E27FC236}">
                      <a16:creationId xmlns:a16="http://schemas.microsoft.com/office/drawing/2014/main" id="{7E4D4852-BC74-3E23-AD6C-C7E04CE77B3B}"/>
                    </a:ext>
                  </a:extLst>
                </p:cNvPr>
                <p:cNvPicPr/>
                <p:nvPr/>
              </p:nvPicPr>
              <p:blipFill>
                <a:blip r:embed="rId35"/>
                <a:stretch>
                  <a:fillRect/>
                </a:stretch>
              </p:blipFill>
              <p:spPr>
                <a:xfrm>
                  <a:off x="9101984" y="772842"/>
                  <a:ext cx="11736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7B5D5050-C1A5-DCD1-C324-8921B5649C41}"/>
                    </a:ext>
                  </a:extLst>
                </p14:cNvPr>
                <p14:cNvContentPartPr/>
                <p14:nvPr/>
              </p14:nvContentPartPr>
              <p14:xfrm>
                <a:off x="9263264" y="653682"/>
                <a:ext cx="54360" cy="282960"/>
              </p14:xfrm>
            </p:contentPart>
          </mc:Choice>
          <mc:Fallback>
            <p:pic>
              <p:nvPicPr>
                <p:cNvPr id="21" name="Ink 20">
                  <a:extLst>
                    <a:ext uri="{FF2B5EF4-FFF2-40B4-BE49-F238E27FC236}">
                      <a16:creationId xmlns:a16="http://schemas.microsoft.com/office/drawing/2014/main" id="{7B5D5050-C1A5-DCD1-C324-8921B5649C41}"/>
                    </a:ext>
                  </a:extLst>
                </p:cNvPr>
                <p:cNvPicPr/>
                <p:nvPr/>
              </p:nvPicPr>
              <p:blipFill>
                <a:blip r:embed="rId37"/>
                <a:stretch>
                  <a:fillRect/>
                </a:stretch>
              </p:blipFill>
              <p:spPr>
                <a:xfrm>
                  <a:off x="9254264" y="645042"/>
                  <a:ext cx="72000" cy="300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FB13C408-056E-A705-6970-BF28D5DAE6A4}"/>
                    </a:ext>
                  </a:extLst>
                </p14:cNvPr>
                <p14:cNvContentPartPr/>
                <p14:nvPr/>
              </p14:nvContentPartPr>
              <p14:xfrm>
                <a:off x="9282704" y="712002"/>
                <a:ext cx="112680" cy="176760"/>
              </p14:xfrm>
            </p:contentPart>
          </mc:Choice>
          <mc:Fallback>
            <p:pic>
              <p:nvPicPr>
                <p:cNvPr id="22" name="Ink 21">
                  <a:extLst>
                    <a:ext uri="{FF2B5EF4-FFF2-40B4-BE49-F238E27FC236}">
                      <a16:creationId xmlns:a16="http://schemas.microsoft.com/office/drawing/2014/main" id="{FB13C408-056E-A705-6970-BF28D5DAE6A4}"/>
                    </a:ext>
                  </a:extLst>
                </p:cNvPr>
                <p:cNvPicPr/>
                <p:nvPr/>
              </p:nvPicPr>
              <p:blipFill>
                <a:blip r:embed="rId39"/>
                <a:stretch>
                  <a:fillRect/>
                </a:stretch>
              </p:blipFill>
              <p:spPr>
                <a:xfrm>
                  <a:off x="9274064" y="703362"/>
                  <a:ext cx="13032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7FACC0D9-527A-BB5E-4395-368DC4E1675C}"/>
                    </a:ext>
                  </a:extLst>
                </p14:cNvPr>
                <p14:cNvContentPartPr/>
                <p14:nvPr/>
              </p14:nvContentPartPr>
              <p14:xfrm>
                <a:off x="9333104" y="801642"/>
                <a:ext cx="23040" cy="28080"/>
              </p14:xfrm>
            </p:contentPart>
          </mc:Choice>
          <mc:Fallback>
            <p:pic>
              <p:nvPicPr>
                <p:cNvPr id="23" name="Ink 22">
                  <a:extLst>
                    <a:ext uri="{FF2B5EF4-FFF2-40B4-BE49-F238E27FC236}">
                      <a16:creationId xmlns:a16="http://schemas.microsoft.com/office/drawing/2014/main" id="{7FACC0D9-527A-BB5E-4395-368DC4E1675C}"/>
                    </a:ext>
                  </a:extLst>
                </p:cNvPr>
                <p:cNvPicPr/>
                <p:nvPr/>
              </p:nvPicPr>
              <p:blipFill>
                <a:blip r:embed="rId41"/>
                <a:stretch>
                  <a:fillRect/>
                </a:stretch>
              </p:blipFill>
              <p:spPr>
                <a:xfrm>
                  <a:off x="9324464" y="792642"/>
                  <a:ext cx="4068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4CCEFEB9-B339-F8DE-8B91-7B3F5D2DB46A}"/>
                    </a:ext>
                  </a:extLst>
                </p14:cNvPr>
                <p14:cNvContentPartPr/>
                <p14:nvPr/>
              </p14:nvContentPartPr>
              <p14:xfrm>
                <a:off x="9394304" y="733962"/>
                <a:ext cx="188280" cy="128880"/>
              </p14:xfrm>
            </p:contentPart>
          </mc:Choice>
          <mc:Fallback>
            <p:pic>
              <p:nvPicPr>
                <p:cNvPr id="24" name="Ink 23">
                  <a:extLst>
                    <a:ext uri="{FF2B5EF4-FFF2-40B4-BE49-F238E27FC236}">
                      <a16:creationId xmlns:a16="http://schemas.microsoft.com/office/drawing/2014/main" id="{4CCEFEB9-B339-F8DE-8B91-7B3F5D2DB46A}"/>
                    </a:ext>
                  </a:extLst>
                </p:cNvPr>
                <p:cNvPicPr/>
                <p:nvPr/>
              </p:nvPicPr>
              <p:blipFill>
                <a:blip r:embed="rId43"/>
                <a:stretch>
                  <a:fillRect/>
                </a:stretch>
              </p:blipFill>
              <p:spPr>
                <a:xfrm>
                  <a:off x="9385304" y="724962"/>
                  <a:ext cx="2059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A9C5A1E5-FE19-548B-DF01-D107DF66AED6}"/>
                    </a:ext>
                  </a:extLst>
                </p14:cNvPr>
                <p14:cNvContentPartPr/>
                <p14:nvPr/>
              </p14:nvContentPartPr>
              <p14:xfrm>
                <a:off x="7758824" y="1470882"/>
                <a:ext cx="1010160" cy="73080"/>
              </p14:xfrm>
            </p:contentPart>
          </mc:Choice>
          <mc:Fallback>
            <p:pic>
              <p:nvPicPr>
                <p:cNvPr id="26" name="Ink 25">
                  <a:extLst>
                    <a:ext uri="{FF2B5EF4-FFF2-40B4-BE49-F238E27FC236}">
                      <a16:creationId xmlns:a16="http://schemas.microsoft.com/office/drawing/2014/main" id="{A9C5A1E5-FE19-548B-DF01-D107DF66AED6}"/>
                    </a:ext>
                  </a:extLst>
                </p:cNvPr>
                <p:cNvPicPr/>
                <p:nvPr/>
              </p:nvPicPr>
              <p:blipFill>
                <a:blip r:embed="rId45"/>
                <a:stretch>
                  <a:fillRect/>
                </a:stretch>
              </p:blipFill>
              <p:spPr>
                <a:xfrm>
                  <a:off x="7749824" y="1462242"/>
                  <a:ext cx="102780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B6933E8E-A4AB-116E-EB05-3CF887331C39}"/>
                    </a:ext>
                  </a:extLst>
                </p14:cNvPr>
                <p14:cNvContentPartPr/>
                <p14:nvPr/>
              </p14:nvContentPartPr>
              <p14:xfrm>
                <a:off x="8723624" y="1385562"/>
                <a:ext cx="1436760" cy="457560"/>
              </p14:xfrm>
            </p:contentPart>
          </mc:Choice>
          <mc:Fallback>
            <p:pic>
              <p:nvPicPr>
                <p:cNvPr id="27" name="Ink 26">
                  <a:extLst>
                    <a:ext uri="{FF2B5EF4-FFF2-40B4-BE49-F238E27FC236}">
                      <a16:creationId xmlns:a16="http://schemas.microsoft.com/office/drawing/2014/main" id="{B6933E8E-A4AB-116E-EB05-3CF887331C39}"/>
                    </a:ext>
                  </a:extLst>
                </p:cNvPr>
                <p:cNvPicPr/>
                <p:nvPr/>
              </p:nvPicPr>
              <p:blipFill>
                <a:blip r:embed="rId47"/>
                <a:stretch>
                  <a:fillRect/>
                </a:stretch>
              </p:blipFill>
              <p:spPr>
                <a:xfrm>
                  <a:off x="8714984" y="1376562"/>
                  <a:ext cx="1454400" cy="475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7B769C61-1949-8062-C3B3-292A1DB52099}"/>
                    </a:ext>
                  </a:extLst>
                </p14:cNvPr>
                <p14:cNvContentPartPr/>
                <p14:nvPr/>
              </p14:nvContentPartPr>
              <p14:xfrm>
                <a:off x="8886704" y="1470882"/>
                <a:ext cx="141120" cy="141120"/>
              </p14:xfrm>
            </p:contentPart>
          </mc:Choice>
          <mc:Fallback>
            <p:pic>
              <p:nvPicPr>
                <p:cNvPr id="28" name="Ink 27">
                  <a:extLst>
                    <a:ext uri="{FF2B5EF4-FFF2-40B4-BE49-F238E27FC236}">
                      <a16:creationId xmlns:a16="http://schemas.microsoft.com/office/drawing/2014/main" id="{7B769C61-1949-8062-C3B3-292A1DB52099}"/>
                    </a:ext>
                  </a:extLst>
                </p:cNvPr>
                <p:cNvPicPr/>
                <p:nvPr/>
              </p:nvPicPr>
              <p:blipFill>
                <a:blip r:embed="rId49"/>
                <a:stretch>
                  <a:fillRect/>
                </a:stretch>
              </p:blipFill>
              <p:spPr>
                <a:xfrm>
                  <a:off x="8878064" y="1461882"/>
                  <a:ext cx="15876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Ink 28">
                  <a:extLst>
                    <a:ext uri="{FF2B5EF4-FFF2-40B4-BE49-F238E27FC236}">
                      <a16:creationId xmlns:a16="http://schemas.microsoft.com/office/drawing/2014/main" id="{2C28E7A3-E1E6-2A6C-F001-C2ACB8DB432C}"/>
                    </a:ext>
                  </a:extLst>
                </p14:cNvPr>
                <p14:cNvContentPartPr/>
                <p14:nvPr/>
              </p14:nvContentPartPr>
              <p14:xfrm>
                <a:off x="9150584" y="1609842"/>
                <a:ext cx="6840" cy="59400"/>
              </p14:xfrm>
            </p:contentPart>
          </mc:Choice>
          <mc:Fallback>
            <p:pic>
              <p:nvPicPr>
                <p:cNvPr id="29" name="Ink 28">
                  <a:extLst>
                    <a:ext uri="{FF2B5EF4-FFF2-40B4-BE49-F238E27FC236}">
                      <a16:creationId xmlns:a16="http://schemas.microsoft.com/office/drawing/2014/main" id="{2C28E7A3-E1E6-2A6C-F001-C2ACB8DB432C}"/>
                    </a:ext>
                  </a:extLst>
                </p:cNvPr>
                <p:cNvPicPr/>
                <p:nvPr/>
              </p:nvPicPr>
              <p:blipFill>
                <a:blip r:embed="rId51"/>
                <a:stretch>
                  <a:fillRect/>
                </a:stretch>
              </p:blipFill>
              <p:spPr>
                <a:xfrm>
                  <a:off x="9141944" y="1601202"/>
                  <a:ext cx="2448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Ink 29">
                  <a:extLst>
                    <a:ext uri="{FF2B5EF4-FFF2-40B4-BE49-F238E27FC236}">
                      <a16:creationId xmlns:a16="http://schemas.microsoft.com/office/drawing/2014/main" id="{AF2A27E1-2C5B-B3F5-E762-7581BBD5DDA7}"/>
                    </a:ext>
                  </a:extLst>
                </p14:cNvPr>
                <p14:cNvContentPartPr/>
                <p14:nvPr/>
              </p14:nvContentPartPr>
              <p14:xfrm>
                <a:off x="9257504" y="1477362"/>
                <a:ext cx="136440" cy="198720"/>
              </p14:xfrm>
            </p:contentPart>
          </mc:Choice>
          <mc:Fallback>
            <p:pic>
              <p:nvPicPr>
                <p:cNvPr id="30" name="Ink 29">
                  <a:extLst>
                    <a:ext uri="{FF2B5EF4-FFF2-40B4-BE49-F238E27FC236}">
                      <a16:creationId xmlns:a16="http://schemas.microsoft.com/office/drawing/2014/main" id="{AF2A27E1-2C5B-B3F5-E762-7581BBD5DDA7}"/>
                    </a:ext>
                  </a:extLst>
                </p:cNvPr>
                <p:cNvPicPr/>
                <p:nvPr/>
              </p:nvPicPr>
              <p:blipFill>
                <a:blip r:embed="rId53"/>
                <a:stretch>
                  <a:fillRect/>
                </a:stretch>
              </p:blipFill>
              <p:spPr>
                <a:xfrm>
                  <a:off x="9248504" y="1468722"/>
                  <a:ext cx="15408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DDF11D87-41C1-C969-43DC-6DB165D56E4C}"/>
                    </a:ext>
                  </a:extLst>
                </p14:cNvPr>
                <p14:cNvContentPartPr/>
                <p14:nvPr/>
              </p14:nvContentPartPr>
              <p14:xfrm>
                <a:off x="9501584" y="1669602"/>
                <a:ext cx="11880" cy="52560"/>
              </p14:xfrm>
            </p:contentPart>
          </mc:Choice>
          <mc:Fallback>
            <p:pic>
              <p:nvPicPr>
                <p:cNvPr id="31" name="Ink 30">
                  <a:extLst>
                    <a:ext uri="{FF2B5EF4-FFF2-40B4-BE49-F238E27FC236}">
                      <a16:creationId xmlns:a16="http://schemas.microsoft.com/office/drawing/2014/main" id="{DDF11D87-41C1-C969-43DC-6DB165D56E4C}"/>
                    </a:ext>
                  </a:extLst>
                </p:cNvPr>
                <p:cNvPicPr/>
                <p:nvPr/>
              </p:nvPicPr>
              <p:blipFill>
                <a:blip r:embed="rId55"/>
                <a:stretch>
                  <a:fillRect/>
                </a:stretch>
              </p:blipFill>
              <p:spPr>
                <a:xfrm>
                  <a:off x="9492584" y="1660602"/>
                  <a:ext cx="2952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2" name="Ink 31">
                  <a:extLst>
                    <a:ext uri="{FF2B5EF4-FFF2-40B4-BE49-F238E27FC236}">
                      <a16:creationId xmlns:a16="http://schemas.microsoft.com/office/drawing/2014/main" id="{DF5A979C-2978-BE44-7992-976D8DA4310B}"/>
                    </a:ext>
                  </a:extLst>
                </p14:cNvPr>
                <p14:cNvContentPartPr/>
                <p14:nvPr/>
              </p14:nvContentPartPr>
              <p14:xfrm>
                <a:off x="9613544" y="1564482"/>
                <a:ext cx="141120" cy="163800"/>
              </p14:xfrm>
            </p:contentPart>
          </mc:Choice>
          <mc:Fallback>
            <p:pic>
              <p:nvPicPr>
                <p:cNvPr id="32" name="Ink 31">
                  <a:extLst>
                    <a:ext uri="{FF2B5EF4-FFF2-40B4-BE49-F238E27FC236}">
                      <a16:creationId xmlns:a16="http://schemas.microsoft.com/office/drawing/2014/main" id="{DF5A979C-2978-BE44-7992-976D8DA4310B}"/>
                    </a:ext>
                  </a:extLst>
                </p:cNvPr>
                <p:cNvPicPr/>
                <p:nvPr/>
              </p:nvPicPr>
              <p:blipFill>
                <a:blip r:embed="rId57"/>
                <a:stretch>
                  <a:fillRect/>
                </a:stretch>
              </p:blipFill>
              <p:spPr>
                <a:xfrm>
                  <a:off x="9604544" y="1555842"/>
                  <a:ext cx="15876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Ink 32">
                  <a:extLst>
                    <a:ext uri="{FF2B5EF4-FFF2-40B4-BE49-F238E27FC236}">
                      <a16:creationId xmlns:a16="http://schemas.microsoft.com/office/drawing/2014/main" id="{04A521BD-F8F6-913B-0EF3-271F0D7BE6B9}"/>
                    </a:ext>
                  </a:extLst>
                </p14:cNvPr>
                <p14:cNvContentPartPr/>
                <p14:nvPr/>
              </p14:nvContentPartPr>
              <p14:xfrm>
                <a:off x="9816224" y="1642962"/>
                <a:ext cx="10800" cy="132840"/>
              </p14:xfrm>
            </p:contentPart>
          </mc:Choice>
          <mc:Fallback>
            <p:pic>
              <p:nvPicPr>
                <p:cNvPr id="33" name="Ink 32">
                  <a:extLst>
                    <a:ext uri="{FF2B5EF4-FFF2-40B4-BE49-F238E27FC236}">
                      <a16:creationId xmlns:a16="http://schemas.microsoft.com/office/drawing/2014/main" id="{04A521BD-F8F6-913B-0EF3-271F0D7BE6B9}"/>
                    </a:ext>
                  </a:extLst>
                </p:cNvPr>
                <p:cNvPicPr/>
                <p:nvPr/>
              </p:nvPicPr>
              <p:blipFill>
                <a:blip r:embed="rId59"/>
                <a:stretch>
                  <a:fillRect/>
                </a:stretch>
              </p:blipFill>
              <p:spPr>
                <a:xfrm>
                  <a:off x="9807224" y="1634322"/>
                  <a:ext cx="2844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Ink 33">
                  <a:extLst>
                    <a:ext uri="{FF2B5EF4-FFF2-40B4-BE49-F238E27FC236}">
                      <a16:creationId xmlns:a16="http://schemas.microsoft.com/office/drawing/2014/main" id="{326D4986-F572-6347-C1B8-98B35A815F14}"/>
                    </a:ext>
                  </a:extLst>
                </p14:cNvPr>
                <p14:cNvContentPartPr/>
                <p14:nvPr/>
              </p14:nvContentPartPr>
              <p14:xfrm>
                <a:off x="9925304" y="1649802"/>
                <a:ext cx="20520" cy="69840"/>
              </p14:xfrm>
            </p:contentPart>
          </mc:Choice>
          <mc:Fallback>
            <p:pic>
              <p:nvPicPr>
                <p:cNvPr id="34" name="Ink 33">
                  <a:extLst>
                    <a:ext uri="{FF2B5EF4-FFF2-40B4-BE49-F238E27FC236}">
                      <a16:creationId xmlns:a16="http://schemas.microsoft.com/office/drawing/2014/main" id="{326D4986-F572-6347-C1B8-98B35A815F14}"/>
                    </a:ext>
                  </a:extLst>
                </p:cNvPr>
                <p:cNvPicPr/>
                <p:nvPr/>
              </p:nvPicPr>
              <p:blipFill>
                <a:blip r:embed="rId61"/>
                <a:stretch>
                  <a:fillRect/>
                </a:stretch>
              </p:blipFill>
              <p:spPr>
                <a:xfrm>
                  <a:off x="9916664" y="1640802"/>
                  <a:ext cx="3816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5" name="Ink 34">
                  <a:extLst>
                    <a:ext uri="{FF2B5EF4-FFF2-40B4-BE49-F238E27FC236}">
                      <a16:creationId xmlns:a16="http://schemas.microsoft.com/office/drawing/2014/main" id="{2F00ED8B-A002-7012-02BF-2CEE53CB8AB1}"/>
                    </a:ext>
                  </a:extLst>
                </p14:cNvPr>
                <p14:cNvContentPartPr/>
                <p14:nvPr/>
              </p14:nvContentPartPr>
              <p14:xfrm>
                <a:off x="9908024" y="1514082"/>
                <a:ext cx="146520" cy="209520"/>
              </p14:xfrm>
            </p:contentPart>
          </mc:Choice>
          <mc:Fallback>
            <p:pic>
              <p:nvPicPr>
                <p:cNvPr id="35" name="Ink 34">
                  <a:extLst>
                    <a:ext uri="{FF2B5EF4-FFF2-40B4-BE49-F238E27FC236}">
                      <a16:creationId xmlns:a16="http://schemas.microsoft.com/office/drawing/2014/main" id="{2F00ED8B-A002-7012-02BF-2CEE53CB8AB1}"/>
                    </a:ext>
                  </a:extLst>
                </p:cNvPr>
                <p:cNvPicPr/>
                <p:nvPr/>
              </p:nvPicPr>
              <p:blipFill>
                <a:blip r:embed="rId63"/>
                <a:stretch>
                  <a:fillRect/>
                </a:stretch>
              </p:blipFill>
              <p:spPr>
                <a:xfrm>
                  <a:off x="9899024" y="1505442"/>
                  <a:ext cx="16416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7" name="Ink 36">
                  <a:extLst>
                    <a:ext uri="{FF2B5EF4-FFF2-40B4-BE49-F238E27FC236}">
                      <a16:creationId xmlns:a16="http://schemas.microsoft.com/office/drawing/2014/main" id="{C87B103C-603B-F67E-31A4-BC161481C23A}"/>
                    </a:ext>
                  </a:extLst>
                </p14:cNvPr>
                <p14:cNvContentPartPr/>
                <p14:nvPr/>
              </p14:nvContentPartPr>
              <p14:xfrm>
                <a:off x="7513664" y="1622802"/>
                <a:ext cx="976320" cy="624600"/>
              </p14:xfrm>
            </p:contentPart>
          </mc:Choice>
          <mc:Fallback>
            <p:pic>
              <p:nvPicPr>
                <p:cNvPr id="37" name="Ink 36">
                  <a:extLst>
                    <a:ext uri="{FF2B5EF4-FFF2-40B4-BE49-F238E27FC236}">
                      <a16:creationId xmlns:a16="http://schemas.microsoft.com/office/drawing/2014/main" id="{C87B103C-603B-F67E-31A4-BC161481C23A}"/>
                    </a:ext>
                  </a:extLst>
                </p:cNvPr>
                <p:cNvPicPr/>
                <p:nvPr/>
              </p:nvPicPr>
              <p:blipFill>
                <a:blip r:embed="rId65"/>
                <a:stretch>
                  <a:fillRect/>
                </a:stretch>
              </p:blipFill>
              <p:spPr>
                <a:xfrm>
                  <a:off x="7504664" y="1613802"/>
                  <a:ext cx="993960" cy="642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8" name="Ink 37">
                  <a:extLst>
                    <a:ext uri="{FF2B5EF4-FFF2-40B4-BE49-F238E27FC236}">
                      <a16:creationId xmlns:a16="http://schemas.microsoft.com/office/drawing/2014/main" id="{50A30966-F458-5EB4-801C-292F8A9606B6}"/>
                    </a:ext>
                  </a:extLst>
                </p14:cNvPr>
                <p14:cNvContentPartPr/>
                <p14:nvPr/>
              </p14:nvContentPartPr>
              <p14:xfrm>
                <a:off x="8506544" y="2145162"/>
                <a:ext cx="9000" cy="250560"/>
              </p14:xfrm>
            </p:contentPart>
          </mc:Choice>
          <mc:Fallback>
            <p:pic>
              <p:nvPicPr>
                <p:cNvPr id="38" name="Ink 37">
                  <a:extLst>
                    <a:ext uri="{FF2B5EF4-FFF2-40B4-BE49-F238E27FC236}">
                      <a16:creationId xmlns:a16="http://schemas.microsoft.com/office/drawing/2014/main" id="{50A30966-F458-5EB4-801C-292F8A9606B6}"/>
                    </a:ext>
                  </a:extLst>
                </p:cNvPr>
                <p:cNvPicPr/>
                <p:nvPr/>
              </p:nvPicPr>
              <p:blipFill>
                <a:blip r:embed="rId67"/>
                <a:stretch>
                  <a:fillRect/>
                </a:stretch>
              </p:blipFill>
              <p:spPr>
                <a:xfrm>
                  <a:off x="8497544" y="2136522"/>
                  <a:ext cx="2664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9" name="Ink 38">
                  <a:extLst>
                    <a:ext uri="{FF2B5EF4-FFF2-40B4-BE49-F238E27FC236}">
                      <a16:creationId xmlns:a16="http://schemas.microsoft.com/office/drawing/2014/main" id="{F8A5BCBB-C5E9-2DB2-9165-14F4508773CD}"/>
                    </a:ext>
                  </a:extLst>
                </p14:cNvPr>
                <p14:cNvContentPartPr/>
                <p14:nvPr/>
              </p14:nvContentPartPr>
              <p14:xfrm>
                <a:off x="8533904" y="2065602"/>
                <a:ext cx="2276640" cy="612360"/>
              </p14:xfrm>
            </p:contentPart>
          </mc:Choice>
          <mc:Fallback>
            <p:pic>
              <p:nvPicPr>
                <p:cNvPr id="39" name="Ink 38">
                  <a:extLst>
                    <a:ext uri="{FF2B5EF4-FFF2-40B4-BE49-F238E27FC236}">
                      <a16:creationId xmlns:a16="http://schemas.microsoft.com/office/drawing/2014/main" id="{F8A5BCBB-C5E9-2DB2-9165-14F4508773CD}"/>
                    </a:ext>
                  </a:extLst>
                </p:cNvPr>
                <p:cNvPicPr/>
                <p:nvPr/>
              </p:nvPicPr>
              <p:blipFill>
                <a:blip r:embed="rId69"/>
                <a:stretch>
                  <a:fillRect/>
                </a:stretch>
              </p:blipFill>
              <p:spPr>
                <a:xfrm>
                  <a:off x="8525264" y="2056962"/>
                  <a:ext cx="2294280" cy="630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0" name="Ink 39">
                  <a:extLst>
                    <a:ext uri="{FF2B5EF4-FFF2-40B4-BE49-F238E27FC236}">
                      <a16:creationId xmlns:a16="http://schemas.microsoft.com/office/drawing/2014/main" id="{968218AB-3756-A2A9-D143-CA5A33D33561}"/>
                    </a:ext>
                  </a:extLst>
                </p14:cNvPr>
                <p14:cNvContentPartPr/>
                <p14:nvPr/>
              </p14:nvContentPartPr>
              <p14:xfrm>
                <a:off x="8906144" y="2259282"/>
                <a:ext cx="169200" cy="148680"/>
              </p14:xfrm>
            </p:contentPart>
          </mc:Choice>
          <mc:Fallback>
            <p:pic>
              <p:nvPicPr>
                <p:cNvPr id="40" name="Ink 39">
                  <a:extLst>
                    <a:ext uri="{FF2B5EF4-FFF2-40B4-BE49-F238E27FC236}">
                      <a16:creationId xmlns:a16="http://schemas.microsoft.com/office/drawing/2014/main" id="{968218AB-3756-A2A9-D143-CA5A33D33561}"/>
                    </a:ext>
                  </a:extLst>
                </p:cNvPr>
                <p:cNvPicPr/>
                <p:nvPr/>
              </p:nvPicPr>
              <p:blipFill>
                <a:blip r:embed="rId71"/>
                <a:stretch>
                  <a:fillRect/>
                </a:stretch>
              </p:blipFill>
              <p:spPr>
                <a:xfrm>
                  <a:off x="8897144" y="2250642"/>
                  <a:ext cx="18684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1" name="Ink 40">
                  <a:extLst>
                    <a:ext uri="{FF2B5EF4-FFF2-40B4-BE49-F238E27FC236}">
                      <a16:creationId xmlns:a16="http://schemas.microsoft.com/office/drawing/2014/main" id="{496BC97A-9BDD-454E-6FD6-D8CBB43A1527}"/>
                    </a:ext>
                  </a:extLst>
                </p14:cNvPr>
                <p14:cNvContentPartPr/>
                <p14:nvPr/>
              </p14:nvContentPartPr>
              <p14:xfrm>
                <a:off x="9130424" y="2313642"/>
                <a:ext cx="131760" cy="117360"/>
              </p14:xfrm>
            </p:contentPart>
          </mc:Choice>
          <mc:Fallback>
            <p:pic>
              <p:nvPicPr>
                <p:cNvPr id="41" name="Ink 40">
                  <a:extLst>
                    <a:ext uri="{FF2B5EF4-FFF2-40B4-BE49-F238E27FC236}">
                      <a16:creationId xmlns:a16="http://schemas.microsoft.com/office/drawing/2014/main" id="{496BC97A-9BDD-454E-6FD6-D8CBB43A1527}"/>
                    </a:ext>
                  </a:extLst>
                </p:cNvPr>
                <p:cNvPicPr/>
                <p:nvPr/>
              </p:nvPicPr>
              <p:blipFill>
                <a:blip r:embed="rId73"/>
                <a:stretch>
                  <a:fillRect/>
                </a:stretch>
              </p:blipFill>
              <p:spPr>
                <a:xfrm>
                  <a:off x="9121424" y="2304642"/>
                  <a:ext cx="14940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2" name="Ink 41">
                  <a:extLst>
                    <a:ext uri="{FF2B5EF4-FFF2-40B4-BE49-F238E27FC236}">
                      <a16:creationId xmlns:a16="http://schemas.microsoft.com/office/drawing/2014/main" id="{1B93D5D7-CAFD-5CFF-A90A-ECB0076B421B}"/>
                    </a:ext>
                  </a:extLst>
                </p14:cNvPr>
                <p14:cNvContentPartPr/>
                <p14:nvPr/>
              </p14:nvContentPartPr>
              <p14:xfrm>
                <a:off x="9329504" y="2331642"/>
                <a:ext cx="108000" cy="105840"/>
              </p14:xfrm>
            </p:contentPart>
          </mc:Choice>
          <mc:Fallback>
            <p:pic>
              <p:nvPicPr>
                <p:cNvPr id="42" name="Ink 41">
                  <a:extLst>
                    <a:ext uri="{FF2B5EF4-FFF2-40B4-BE49-F238E27FC236}">
                      <a16:creationId xmlns:a16="http://schemas.microsoft.com/office/drawing/2014/main" id="{1B93D5D7-CAFD-5CFF-A90A-ECB0076B421B}"/>
                    </a:ext>
                  </a:extLst>
                </p:cNvPr>
                <p:cNvPicPr/>
                <p:nvPr/>
              </p:nvPicPr>
              <p:blipFill>
                <a:blip r:embed="rId75"/>
                <a:stretch>
                  <a:fillRect/>
                </a:stretch>
              </p:blipFill>
              <p:spPr>
                <a:xfrm>
                  <a:off x="9320504" y="2322642"/>
                  <a:ext cx="12564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3" name="Ink 42">
                  <a:extLst>
                    <a:ext uri="{FF2B5EF4-FFF2-40B4-BE49-F238E27FC236}">
                      <a16:creationId xmlns:a16="http://schemas.microsoft.com/office/drawing/2014/main" id="{5F19CF64-5C0A-DA4C-C5A7-FF9954204233}"/>
                    </a:ext>
                  </a:extLst>
                </p14:cNvPr>
                <p14:cNvContentPartPr/>
                <p14:nvPr/>
              </p14:nvContentPartPr>
              <p14:xfrm>
                <a:off x="9481424" y="2327682"/>
                <a:ext cx="87120" cy="96840"/>
              </p14:xfrm>
            </p:contentPart>
          </mc:Choice>
          <mc:Fallback>
            <p:pic>
              <p:nvPicPr>
                <p:cNvPr id="43" name="Ink 42">
                  <a:extLst>
                    <a:ext uri="{FF2B5EF4-FFF2-40B4-BE49-F238E27FC236}">
                      <a16:creationId xmlns:a16="http://schemas.microsoft.com/office/drawing/2014/main" id="{5F19CF64-5C0A-DA4C-C5A7-FF9954204233}"/>
                    </a:ext>
                  </a:extLst>
                </p:cNvPr>
                <p:cNvPicPr/>
                <p:nvPr/>
              </p:nvPicPr>
              <p:blipFill>
                <a:blip r:embed="rId77"/>
                <a:stretch>
                  <a:fillRect/>
                </a:stretch>
              </p:blipFill>
              <p:spPr>
                <a:xfrm>
                  <a:off x="9472784" y="2318682"/>
                  <a:ext cx="10476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4" name="Ink 43">
                  <a:extLst>
                    <a:ext uri="{FF2B5EF4-FFF2-40B4-BE49-F238E27FC236}">
                      <a16:creationId xmlns:a16="http://schemas.microsoft.com/office/drawing/2014/main" id="{8DA07229-78A8-C9D6-BBE6-04F65A28AB5A}"/>
                    </a:ext>
                  </a:extLst>
                </p14:cNvPr>
                <p14:cNvContentPartPr/>
                <p14:nvPr/>
              </p14:nvContentPartPr>
              <p14:xfrm>
                <a:off x="9638744" y="2415882"/>
                <a:ext cx="44640" cy="92160"/>
              </p14:xfrm>
            </p:contentPart>
          </mc:Choice>
          <mc:Fallback>
            <p:pic>
              <p:nvPicPr>
                <p:cNvPr id="44" name="Ink 43">
                  <a:extLst>
                    <a:ext uri="{FF2B5EF4-FFF2-40B4-BE49-F238E27FC236}">
                      <a16:creationId xmlns:a16="http://schemas.microsoft.com/office/drawing/2014/main" id="{8DA07229-78A8-C9D6-BBE6-04F65A28AB5A}"/>
                    </a:ext>
                  </a:extLst>
                </p:cNvPr>
                <p:cNvPicPr/>
                <p:nvPr/>
              </p:nvPicPr>
              <p:blipFill>
                <a:blip r:embed="rId79"/>
                <a:stretch>
                  <a:fillRect/>
                </a:stretch>
              </p:blipFill>
              <p:spPr>
                <a:xfrm>
                  <a:off x="9629744" y="2407242"/>
                  <a:ext cx="6228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5" name="Ink 44">
                  <a:extLst>
                    <a:ext uri="{FF2B5EF4-FFF2-40B4-BE49-F238E27FC236}">
                      <a16:creationId xmlns:a16="http://schemas.microsoft.com/office/drawing/2014/main" id="{52DC6B3F-963A-B5B1-6207-585082066543}"/>
                    </a:ext>
                  </a:extLst>
                </p14:cNvPr>
                <p14:cNvContentPartPr/>
                <p14:nvPr/>
              </p14:nvContentPartPr>
              <p14:xfrm>
                <a:off x="9827384" y="2380242"/>
                <a:ext cx="140040" cy="134280"/>
              </p14:xfrm>
            </p:contentPart>
          </mc:Choice>
          <mc:Fallback>
            <p:pic>
              <p:nvPicPr>
                <p:cNvPr id="45" name="Ink 44">
                  <a:extLst>
                    <a:ext uri="{FF2B5EF4-FFF2-40B4-BE49-F238E27FC236}">
                      <a16:creationId xmlns:a16="http://schemas.microsoft.com/office/drawing/2014/main" id="{52DC6B3F-963A-B5B1-6207-585082066543}"/>
                    </a:ext>
                  </a:extLst>
                </p:cNvPr>
                <p:cNvPicPr/>
                <p:nvPr/>
              </p:nvPicPr>
              <p:blipFill>
                <a:blip r:embed="rId81"/>
                <a:stretch>
                  <a:fillRect/>
                </a:stretch>
              </p:blipFill>
              <p:spPr>
                <a:xfrm>
                  <a:off x="9818384" y="2371242"/>
                  <a:ext cx="1576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6" name="Ink 45">
                  <a:extLst>
                    <a:ext uri="{FF2B5EF4-FFF2-40B4-BE49-F238E27FC236}">
                      <a16:creationId xmlns:a16="http://schemas.microsoft.com/office/drawing/2014/main" id="{C63B9E8E-54AC-F7EB-E67A-A60FDB73BDF8}"/>
                    </a:ext>
                  </a:extLst>
                </p14:cNvPr>
                <p14:cNvContentPartPr/>
                <p14:nvPr/>
              </p14:nvContentPartPr>
              <p14:xfrm>
                <a:off x="9993704" y="2342802"/>
                <a:ext cx="25200" cy="141120"/>
              </p14:xfrm>
            </p:contentPart>
          </mc:Choice>
          <mc:Fallback>
            <p:pic>
              <p:nvPicPr>
                <p:cNvPr id="46" name="Ink 45">
                  <a:extLst>
                    <a:ext uri="{FF2B5EF4-FFF2-40B4-BE49-F238E27FC236}">
                      <a16:creationId xmlns:a16="http://schemas.microsoft.com/office/drawing/2014/main" id="{C63B9E8E-54AC-F7EB-E67A-A60FDB73BDF8}"/>
                    </a:ext>
                  </a:extLst>
                </p:cNvPr>
                <p:cNvPicPr/>
                <p:nvPr/>
              </p:nvPicPr>
              <p:blipFill>
                <a:blip r:embed="rId83"/>
                <a:stretch>
                  <a:fillRect/>
                </a:stretch>
              </p:blipFill>
              <p:spPr>
                <a:xfrm>
                  <a:off x="9984704" y="2333802"/>
                  <a:ext cx="4284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7" name="Ink 46">
                  <a:extLst>
                    <a:ext uri="{FF2B5EF4-FFF2-40B4-BE49-F238E27FC236}">
                      <a16:creationId xmlns:a16="http://schemas.microsoft.com/office/drawing/2014/main" id="{4ED65E20-825B-38FD-ADF0-BC06AE14D64D}"/>
                    </a:ext>
                  </a:extLst>
                </p14:cNvPr>
                <p14:cNvContentPartPr/>
                <p14:nvPr/>
              </p14:nvContentPartPr>
              <p14:xfrm>
                <a:off x="10045184" y="2415162"/>
                <a:ext cx="83160" cy="129960"/>
              </p14:xfrm>
            </p:contentPart>
          </mc:Choice>
          <mc:Fallback>
            <p:pic>
              <p:nvPicPr>
                <p:cNvPr id="47" name="Ink 46">
                  <a:extLst>
                    <a:ext uri="{FF2B5EF4-FFF2-40B4-BE49-F238E27FC236}">
                      <a16:creationId xmlns:a16="http://schemas.microsoft.com/office/drawing/2014/main" id="{4ED65E20-825B-38FD-ADF0-BC06AE14D64D}"/>
                    </a:ext>
                  </a:extLst>
                </p:cNvPr>
                <p:cNvPicPr/>
                <p:nvPr/>
              </p:nvPicPr>
              <p:blipFill>
                <a:blip r:embed="rId85"/>
                <a:stretch>
                  <a:fillRect/>
                </a:stretch>
              </p:blipFill>
              <p:spPr>
                <a:xfrm>
                  <a:off x="10036184" y="2406162"/>
                  <a:ext cx="10080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8" name="Ink 47">
                  <a:extLst>
                    <a:ext uri="{FF2B5EF4-FFF2-40B4-BE49-F238E27FC236}">
                      <a16:creationId xmlns:a16="http://schemas.microsoft.com/office/drawing/2014/main" id="{B1EA0ED5-9731-3BE5-421A-42E73A1E634E}"/>
                    </a:ext>
                  </a:extLst>
                </p14:cNvPr>
                <p14:cNvContentPartPr/>
                <p14:nvPr/>
              </p14:nvContentPartPr>
              <p14:xfrm>
                <a:off x="10163984" y="2426322"/>
                <a:ext cx="99720" cy="135720"/>
              </p14:xfrm>
            </p:contentPart>
          </mc:Choice>
          <mc:Fallback>
            <p:pic>
              <p:nvPicPr>
                <p:cNvPr id="48" name="Ink 47">
                  <a:extLst>
                    <a:ext uri="{FF2B5EF4-FFF2-40B4-BE49-F238E27FC236}">
                      <a16:creationId xmlns:a16="http://schemas.microsoft.com/office/drawing/2014/main" id="{B1EA0ED5-9731-3BE5-421A-42E73A1E634E}"/>
                    </a:ext>
                  </a:extLst>
                </p:cNvPr>
                <p:cNvPicPr/>
                <p:nvPr/>
              </p:nvPicPr>
              <p:blipFill>
                <a:blip r:embed="rId87"/>
                <a:stretch>
                  <a:fillRect/>
                </a:stretch>
              </p:blipFill>
              <p:spPr>
                <a:xfrm>
                  <a:off x="10155344" y="2417682"/>
                  <a:ext cx="11736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9" name="Ink 48">
                  <a:extLst>
                    <a:ext uri="{FF2B5EF4-FFF2-40B4-BE49-F238E27FC236}">
                      <a16:creationId xmlns:a16="http://schemas.microsoft.com/office/drawing/2014/main" id="{576B7A31-DDB3-BE00-8AE7-4AACA5032234}"/>
                    </a:ext>
                  </a:extLst>
                </p14:cNvPr>
                <p14:cNvContentPartPr/>
                <p14:nvPr/>
              </p14:nvContentPartPr>
              <p14:xfrm>
                <a:off x="10316624" y="2450082"/>
                <a:ext cx="182520" cy="123120"/>
              </p14:xfrm>
            </p:contentPart>
          </mc:Choice>
          <mc:Fallback>
            <p:pic>
              <p:nvPicPr>
                <p:cNvPr id="49" name="Ink 48">
                  <a:extLst>
                    <a:ext uri="{FF2B5EF4-FFF2-40B4-BE49-F238E27FC236}">
                      <a16:creationId xmlns:a16="http://schemas.microsoft.com/office/drawing/2014/main" id="{576B7A31-DDB3-BE00-8AE7-4AACA5032234}"/>
                    </a:ext>
                  </a:extLst>
                </p:cNvPr>
                <p:cNvPicPr/>
                <p:nvPr/>
              </p:nvPicPr>
              <p:blipFill>
                <a:blip r:embed="rId89"/>
                <a:stretch>
                  <a:fillRect/>
                </a:stretch>
              </p:blipFill>
              <p:spPr>
                <a:xfrm>
                  <a:off x="10307984" y="2441442"/>
                  <a:ext cx="20016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1" name="Ink 50">
                  <a:extLst>
                    <a:ext uri="{FF2B5EF4-FFF2-40B4-BE49-F238E27FC236}">
                      <a16:creationId xmlns:a16="http://schemas.microsoft.com/office/drawing/2014/main" id="{D552A53E-3C35-47AC-A16F-26992AD00EC9}"/>
                    </a:ext>
                  </a:extLst>
                </p14:cNvPr>
                <p14:cNvContentPartPr/>
                <p14:nvPr/>
              </p14:nvContentPartPr>
              <p14:xfrm>
                <a:off x="580424" y="1269282"/>
                <a:ext cx="192240" cy="358560"/>
              </p14:xfrm>
            </p:contentPart>
          </mc:Choice>
          <mc:Fallback>
            <p:pic>
              <p:nvPicPr>
                <p:cNvPr id="51" name="Ink 50">
                  <a:extLst>
                    <a:ext uri="{FF2B5EF4-FFF2-40B4-BE49-F238E27FC236}">
                      <a16:creationId xmlns:a16="http://schemas.microsoft.com/office/drawing/2014/main" id="{D552A53E-3C35-47AC-A16F-26992AD00EC9}"/>
                    </a:ext>
                  </a:extLst>
                </p:cNvPr>
                <p:cNvPicPr/>
                <p:nvPr/>
              </p:nvPicPr>
              <p:blipFill>
                <a:blip r:embed="rId91"/>
                <a:stretch>
                  <a:fillRect/>
                </a:stretch>
              </p:blipFill>
              <p:spPr>
                <a:xfrm>
                  <a:off x="571424" y="1260642"/>
                  <a:ext cx="20988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2" name="Ink 51">
                  <a:extLst>
                    <a:ext uri="{FF2B5EF4-FFF2-40B4-BE49-F238E27FC236}">
                      <a16:creationId xmlns:a16="http://schemas.microsoft.com/office/drawing/2014/main" id="{EB3D47AB-AF52-5F0F-846B-D5C50137DB4E}"/>
                    </a:ext>
                  </a:extLst>
                </p14:cNvPr>
                <p14:cNvContentPartPr/>
                <p14:nvPr/>
              </p14:nvContentPartPr>
              <p14:xfrm>
                <a:off x="804344" y="1341282"/>
                <a:ext cx="151200" cy="241560"/>
              </p14:xfrm>
            </p:contentPart>
          </mc:Choice>
          <mc:Fallback>
            <p:pic>
              <p:nvPicPr>
                <p:cNvPr id="52" name="Ink 51">
                  <a:extLst>
                    <a:ext uri="{FF2B5EF4-FFF2-40B4-BE49-F238E27FC236}">
                      <a16:creationId xmlns:a16="http://schemas.microsoft.com/office/drawing/2014/main" id="{EB3D47AB-AF52-5F0F-846B-D5C50137DB4E}"/>
                    </a:ext>
                  </a:extLst>
                </p:cNvPr>
                <p:cNvPicPr/>
                <p:nvPr/>
              </p:nvPicPr>
              <p:blipFill>
                <a:blip r:embed="rId93"/>
                <a:stretch>
                  <a:fillRect/>
                </a:stretch>
              </p:blipFill>
              <p:spPr>
                <a:xfrm>
                  <a:off x="795344" y="1332642"/>
                  <a:ext cx="16884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3" name="Ink 52">
                  <a:extLst>
                    <a:ext uri="{FF2B5EF4-FFF2-40B4-BE49-F238E27FC236}">
                      <a16:creationId xmlns:a16="http://schemas.microsoft.com/office/drawing/2014/main" id="{74169784-0FC6-D82D-0BCF-98E1850F8261}"/>
                    </a:ext>
                  </a:extLst>
                </p14:cNvPr>
                <p14:cNvContentPartPr/>
                <p14:nvPr/>
              </p14:nvContentPartPr>
              <p14:xfrm>
                <a:off x="861224" y="1351362"/>
                <a:ext cx="271440" cy="240480"/>
              </p14:xfrm>
            </p:contentPart>
          </mc:Choice>
          <mc:Fallback>
            <p:pic>
              <p:nvPicPr>
                <p:cNvPr id="53" name="Ink 52">
                  <a:extLst>
                    <a:ext uri="{FF2B5EF4-FFF2-40B4-BE49-F238E27FC236}">
                      <a16:creationId xmlns:a16="http://schemas.microsoft.com/office/drawing/2014/main" id="{74169784-0FC6-D82D-0BCF-98E1850F8261}"/>
                    </a:ext>
                  </a:extLst>
                </p:cNvPr>
                <p:cNvPicPr/>
                <p:nvPr/>
              </p:nvPicPr>
              <p:blipFill>
                <a:blip r:embed="rId95"/>
                <a:stretch>
                  <a:fillRect/>
                </a:stretch>
              </p:blipFill>
              <p:spPr>
                <a:xfrm>
                  <a:off x="852584" y="1342722"/>
                  <a:ext cx="28908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4" name="Ink 53">
                  <a:extLst>
                    <a:ext uri="{FF2B5EF4-FFF2-40B4-BE49-F238E27FC236}">
                      <a16:creationId xmlns:a16="http://schemas.microsoft.com/office/drawing/2014/main" id="{FF5D22BA-243C-FA86-AEB3-DF4C688339A6}"/>
                    </a:ext>
                  </a:extLst>
                </p14:cNvPr>
                <p14:cNvContentPartPr/>
                <p14:nvPr/>
              </p14:nvContentPartPr>
              <p14:xfrm>
                <a:off x="1287824" y="1449642"/>
                <a:ext cx="162360" cy="34920"/>
              </p14:xfrm>
            </p:contentPart>
          </mc:Choice>
          <mc:Fallback>
            <p:pic>
              <p:nvPicPr>
                <p:cNvPr id="54" name="Ink 53">
                  <a:extLst>
                    <a:ext uri="{FF2B5EF4-FFF2-40B4-BE49-F238E27FC236}">
                      <a16:creationId xmlns:a16="http://schemas.microsoft.com/office/drawing/2014/main" id="{FF5D22BA-243C-FA86-AEB3-DF4C688339A6}"/>
                    </a:ext>
                  </a:extLst>
                </p:cNvPr>
                <p:cNvPicPr/>
                <p:nvPr/>
              </p:nvPicPr>
              <p:blipFill>
                <a:blip r:embed="rId97"/>
                <a:stretch>
                  <a:fillRect/>
                </a:stretch>
              </p:blipFill>
              <p:spPr>
                <a:xfrm>
                  <a:off x="1278824" y="1441002"/>
                  <a:ext cx="1800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5" name="Ink 54">
                  <a:extLst>
                    <a:ext uri="{FF2B5EF4-FFF2-40B4-BE49-F238E27FC236}">
                      <a16:creationId xmlns:a16="http://schemas.microsoft.com/office/drawing/2014/main" id="{5FB3756D-F12B-E0FD-0299-366C8542B398}"/>
                    </a:ext>
                  </a:extLst>
                </p14:cNvPr>
                <p14:cNvContentPartPr/>
                <p14:nvPr/>
              </p14:nvContentPartPr>
              <p14:xfrm>
                <a:off x="1632704" y="1337682"/>
                <a:ext cx="190800" cy="198720"/>
              </p14:xfrm>
            </p:contentPart>
          </mc:Choice>
          <mc:Fallback>
            <p:pic>
              <p:nvPicPr>
                <p:cNvPr id="55" name="Ink 54">
                  <a:extLst>
                    <a:ext uri="{FF2B5EF4-FFF2-40B4-BE49-F238E27FC236}">
                      <a16:creationId xmlns:a16="http://schemas.microsoft.com/office/drawing/2014/main" id="{5FB3756D-F12B-E0FD-0299-366C8542B398}"/>
                    </a:ext>
                  </a:extLst>
                </p:cNvPr>
                <p:cNvPicPr/>
                <p:nvPr/>
              </p:nvPicPr>
              <p:blipFill>
                <a:blip r:embed="rId99"/>
                <a:stretch>
                  <a:fillRect/>
                </a:stretch>
              </p:blipFill>
              <p:spPr>
                <a:xfrm>
                  <a:off x="1623704" y="1329042"/>
                  <a:ext cx="20844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6" name="Ink 55">
                  <a:extLst>
                    <a:ext uri="{FF2B5EF4-FFF2-40B4-BE49-F238E27FC236}">
                      <a16:creationId xmlns:a16="http://schemas.microsoft.com/office/drawing/2014/main" id="{AA06BDB0-ACC5-88FA-A7B2-5BF8C85F413A}"/>
                    </a:ext>
                  </a:extLst>
                </p14:cNvPr>
                <p14:cNvContentPartPr/>
                <p14:nvPr/>
              </p14:nvContentPartPr>
              <p14:xfrm>
                <a:off x="1901624" y="1353522"/>
                <a:ext cx="164520" cy="148680"/>
              </p14:xfrm>
            </p:contentPart>
          </mc:Choice>
          <mc:Fallback>
            <p:pic>
              <p:nvPicPr>
                <p:cNvPr id="56" name="Ink 55">
                  <a:extLst>
                    <a:ext uri="{FF2B5EF4-FFF2-40B4-BE49-F238E27FC236}">
                      <a16:creationId xmlns:a16="http://schemas.microsoft.com/office/drawing/2014/main" id="{AA06BDB0-ACC5-88FA-A7B2-5BF8C85F413A}"/>
                    </a:ext>
                  </a:extLst>
                </p:cNvPr>
                <p:cNvPicPr/>
                <p:nvPr/>
              </p:nvPicPr>
              <p:blipFill>
                <a:blip r:embed="rId101"/>
                <a:stretch>
                  <a:fillRect/>
                </a:stretch>
              </p:blipFill>
              <p:spPr>
                <a:xfrm>
                  <a:off x="1892624" y="1344882"/>
                  <a:ext cx="1821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7" name="Ink 56">
                  <a:extLst>
                    <a:ext uri="{FF2B5EF4-FFF2-40B4-BE49-F238E27FC236}">
                      <a16:creationId xmlns:a16="http://schemas.microsoft.com/office/drawing/2014/main" id="{64BDB0C0-77C4-433A-88AD-500DB2507114}"/>
                    </a:ext>
                  </a:extLst>
                </p14:cNvPr>
                <p14:cNvContentPartPr/>
                <p14:nvPr/>
              </p14:nvContentPartPr>
              <p14:xfrm>
                <a:off x="2144984" y="1317522"/>
                <a:ext cx="411840" cy="171360"/>
              </p14:xfrm>
            </p:contentPart>
          </mc:Choice>
          <mc:Fallback>
            <p:pic>
              <p:nvPicPr>
                <p:cNvPr id="57" name="Ink 56">
                  <a:extLst>
                    <a:ext uri="{FF2B5EF4-FFF2-40B4-BE49-F238E27FC236}">
                      <a16:creationId xmlns:a16="http://schemas.microsoft.com/office/drawing/2014/main" id="{64BDB0C0-77C4-433A-88AD-500DB2507114}"/>
                    </a:ext>
                  </a:extLst>
                </p:cNvPr>
                <p:cNvPicPr/>
                <p:nvPr/>
              </p:nvPicPr>
              <p:blipFill>
                <a:blip r:embed="rId103"/>
                <a:stretch>
                  <a:fillRect/>
                </a:stretch>
              </p:blipFill>
              <p:spPr>
                <a:xfrm>
                  <a:off x="2136344" y="1308882"/>
                  <a:ext cx="42948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58" name="Ink 57">
                  <a:extLst>
                    <a:ext uri="{FF2B5EF4-FFF2-40B4-BE49-F238E27FC236}">
                      <a16:creationId xmlns:a16="http://schemas.microsoft.com/office/drawing/2014/main" id="{C07FCE80-3B97-DB96-0C0A-CF8786641075}"/>
                    </a:ext>
                  </a:extLst>
                </p14:cNvPr>
                <p14:cNvContentPartPr/>
                <p14:nvPr/>
              </p14:nvContentPartPr>
              <p14:xfrm>
                <a:off x="2604344" y="1312122"/>
                <a:ext cx="302400" cy="192600"/>
              </p14:xfrm>
            </p:contentPart>
          </mc:Choice>
          <mc:Fallback>
            <p:pic>
              <p:nvPicPr>
                <p:cNvPr id="58" name="Ink 57">
                  <a:extLst>
                    <a:ext uri="{FF2B5EF4-FFF2-40B4-BE49-F238E27FC236}">
                      <a16:creationId xmlns:a16="http://schemas.microsoft.com/office/drawing/2014/main" id="{C07FCE80-3B97-DB96-0C0A-CF8786641075}"/>
                    </a:ext>
                  </a:extLst>
                </p:cNvPr>
                <p:cNvPicPr/>
                <p:nvPr/>
              </p:nvPicPr>
              <p:blipFill>
                <a:blip r:embed="rId105"/>
                <a:stretch>
                  <a:fillRect/>
                </a:stretch>
              </p:blipFill>
              <p:spPr>
                <a:xfrm>
                  <a:off x="2595704" y="1303122"/>
                  <a:ext cx="32004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59" name="Ink 58">
                  <a:extLst>
                    <a:ext uri="{FF2B5EF4-FFF2-40B4-BE49-F238E27FC236}">
                      <a16:creationId xmlns:a16="http://schemas.microsoft.com/office/drawing/2014/main" id="{2D2018BD-5746-8581-F81C-28EEB5D460E3}"/>
                    </a:ext>
                  </a:extLst>
                </p14:cNvPr>
                <p14:cNvContentPartPr/>
                <p14:nvPr/>
              </p14:nvContentPartPr>
              <p14:xfrm>
                <a:off x="2943104" y="1316802"/>
                <a:ext cx="113760" cy="317880"/>
              </p14:xfrm>
            </p:contentPart>
          </mc:Choice>
          <mc:Fallback>
            <p:pic>
              <p:nvPicPr>
                <p:cNvPr id="59" name="Ink 58">
                  <a:extLst>
                    <a:ext uri="{FF2B5EF4-FFF2-40B4-BE49-F238E27FC236}">
                      <a16:creationId xmlns:a16="http://schemas.microsoft.com/office/drawing/2014/main" id="{2D2018BD-5746-8581-F81C-28EEB5D460E3}"/>
                    </a:ext>
                  </a:extLst>
                </p:cNvPr>
                <p:cNvPicPr/>
                <p:nvPr/>
              </p:nvPicPr>
              <p:blipFill>
                <a:blip r:embed="rId107"/>
                <a:stretch>
                  <a:fillRect/>
                </a:stretch>
              </p:blipFill>
              <p:spPr>
                <a:xfrm>
                  <a:off x="2934104" y="1308162"/>
                  <a:ext cx="13140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0" name="Ink 59">
                  <a:extLst>
                    <a:ext uri="{FF2B5EF4-FFF2-40B4-BE49-F238E27FC236}">
                      <a16:creationId xmlns:a16="http://schemas.microsoft.com/office/drawing/2014/main" id="{507F0656-C241-FAD5-8ECE-F64040D1F9ED}"/>
                    </a:ext>
                  </a:extLst>
                </p14:cNvPr>
                <p14:cNvContentPartPr/>
                <p14:nvPr/>
              </p14:nvContentPartPr>
              <p14:xfrm>
                <a:off x="3109784" y="1294482"/>
                <a:ext cx="168840" cy="182520"/>
              </p14:xfrm>
            </p:contentPart>
          </mc:Choice>
          <mc:Fallback>
            <p:pic>
              <p:nvPicPr>
                <p:cNvPr id="60" name="Ink 59">
                  <a:extLst>
                    <a:ext uri="{FF2B5EF4-FFF2-40B4-BE49-F238E27FC236}">
                      <a16:creationId xmlns:a16="http://schemas.microsoft.com/office/drawing/2014/main" id="{507F0656-C241-FAD5-8ECE-F64040D1F9ED}"/>
                    </a:ext>
                  </a:extLst>
                </p:cNvPr>
                <p:cNvPicPr/>
                <p:nvPr/>
              </p:nvPicPr>
              <p:blipFill>
                <a:blip r:embed="rId109"/>
                <a:stretch>
                  <a:fillRect/>
                </a:stretch>
              </p:blipFill>
              <p:spPr>
                <a:xfrm>
                  <a:off x="3101144" y="1285482"/>
                  <a:ext cx="18648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2" name="Ink 61">
                  <a:extLst>
                    <a:ext uri="{FF2B5EF4-FFF2-40B4-BE49-F238E27FC236}">
                      <a16:creationId xmlns:a16="http://schemas.microsoft.com/office/drawing/2014/main" id="{E72AB1E6-D0F0-3F50-76B3-C82206EDAB96}"/>
                    </a:ext>
                  </a:extLst>
                </p14:cNvPr>
                <p14:cNvContentPartPr/>
                <p14:nvPr/>
              </p14:nvContentPartPr>
              <p14:xfrm>
                <a:off x="631184" y="2770842"/>
                <a:ext cx="144720" cy="177840"/>
              </p14:xfrm>
            </p:contentPart>
          </mc:Choice>
          <mc:Fallback>
            <p:pic>
              <p:nvPicPr>
                <p:cNvPr id="62" name="Ink 61">
                  <a:extLst>
                    <a:ext uri="{FF2B5EF4-FFF2-40B4-BE49-F238E27FC236}">
                      <a16:creationId xmlns:a16="http://schemas.microsoft.com/office/drawing/2014/main" id="{E72AB1E6-D0F0-3F50-76B3-C82206EDAB96}"/>
                    </a:ext>
                  </a:extLst>
                </p:cNvPr>
                <p:cNvPicPr/>
                <p:nvPr/>
              </p:nvPicPr>
              <p:blipFill>
                <a:blip r:embed="rId111"/>
                <a:stretch>
                  <a:fillRect/>
                </a:stretch>
              </p:blipFill>
              <p:spPr>
                <a:xfrm>
                  <a:off x="622184" y="2762202"/>
                  <a:ext cx="16236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3" name="Ink 62">
                  <a:extLst>
                    <a:ext uri="{FF2B5EF4-FFF2-40B4-BE49-F238E27FC236}">
                      <a16:creationId xmlns:a16="http://schemas.microsoft.com/office/drawing/2014/main" id="{8F9BCBFC-B06A-0EFC-7AC2-511EA49D607A}"/>
                    </a:ext>
                  </a:extLst>
                </p14:cNvPr>
                <p14:cNvContentPartPr/>
                <p14:nvPr/>
              </p14:nvContentPartPr>
              <p14:xfrm>
                <a:off x="861224" y="2790642"/>
                <a:ext cx="136440" cy="83520"/>
              </p14:xfrm>
            </p:contentPart>
          </mc:Choice>
          <mc:Fallback>
            <p:pic>
              <p:nvPicPr>
                <p:cNvPr id="63" name="Ink 62">
                  <a:extLst>
                    <a:ext uri="{FF2B5EF4-FFF2-40B4-BE49-F238E27FC236}">
                      <a16:creationId xmlns:a16="http://schemas.microsoft.com/office/drawing/2014/main" id="{8F9BCBFC-B06A-0EFC-7AC2-511EA49D607A}"/>
                    </a:ext>
                  </a:extLst>
                </p:cNvPr>
                <p:cNvPicPr/>
                <p:nvPr/>
              </p:nvPicPr>
              <p:blipFill>
                <a:blip r:embed="rId113"/>
                <a:stretch>
                  <a:fillRect/>
                </a:stretch>
              </p:blipFill>
              <p:spPr>
                <a:xfrm>
                  <a:off x="852584" y="2782002"/>
                  <a:ext cx="15408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4" name="Ink 63">
                  <a:extLst>
                    <a:ext uri="{FF2B5EF4-FFF2-40B4-BE49-F238E27FC236}">
                      <a16:creationId xmlns:a16="http://schemas.microsoft.com/office/drawing/2014/main" id="{D398C5BE-1CCD-3B29-8041-0561682DBC5A}"/>
                    </a:ext>
                  </a:extLst>
                </p14:cNvPr>
                <p14:cNvContentPartPr/>
                <p14:nvPr/>
              </p14:nvContentPartPr>
              <p14:xfrm>
                <a:off x="1053464" y="2740242"/>
                <a:ext cx="91080" cy="175320"/>
              </p14:xfrm>
            </p:contentPart>
          </mc:Choice>
          <mc:Fallback>
            <p:pic>
              <p:nvPicPr>
                <p:cNvPr id="64" name="Ink 63">
                  <a:extLst>
                    <a:ext uri="{FF2B5EF4-FFF2-40B4-BE49-F238E27FC236}">
                      <a16:creationId xmlns:a16="http://schemas.microsoft.com/office/drawing/2014/main" id="{D398C5BE-1CCD-3B29-8041-0561682DBC5A}"/>
                    </a:ext>
                  </a:extLst>
                </p:cNvPr>
                <p:cNvPicPr/>
                <p:nvPr/>
              </p:nvPicPr>
              <p:blipFill>
                <a:blip r:embed="rId115"/>
                <a:stretch>
                  <a:fillRect/>
                </a:stretch>
              </p:blipFill>
              <p:spPr>
                <a:xfrm>
                  <a:off x="1044464" y="2731242"/>
                  <a:ext cx="10872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5" name="Ink 64">
                  <a:extLst>
                    <a:ext uri="{FF2B5EF4-FFF2-40B4-BE49-F238E27FC236}">
                      <a16:creationId xmlns:a16="http://schemas.microsoft.com/office/drawing/2014/main" id="{48778212-2999-E285-B22A-0857D2EEA9F1}"/>
                    </a:ext>
                  </a:extLst>
                </p14:cNvPr>
                <p14:cNvContentPartPr/>
                <p14:nvPr/>
              </p14:nvContentPartPr>
              <p14:xfrm>
                <a:off x="1224824" y="2625402"/>
                <a:ext cx="242280" cy="263160"/>
              </p14:xfrm>
            </p:contentPart>
          </mc:Choice>
          <mc:Fallback>
            <p:pic>
              <p:nvPicPr>
                <p:cNvPr id="65" name="Ink 64">
                  <a:extLst>
                    <a:ext uri="{FF2B5EF4-FFF2-40B4-BE49-F238E27FC236}">
                      <a16:creationId xmlns:a16="http://schemas.microsoft.com/office/drawing/2014/main" id="{48778212-2999-E285-B22A-0857D2EEA9F1}"/>
                    </a:ext>
                  </a:extLst>
                </p:cNvPr>
                <p:cNvPicPr/>
                <p:nvPr/>
              </p:nvPicPr>
              <p:blipFill>
                <a:blip r:embed="rId117"/>
                <a:stretch>
                  <a:fillRect/>
                </a:stretch>
              </p:blipFill>
              <p:spPr>
                <a:xfrm>
                  <a:off x="1215824" y="2616402"/>
                  <a:ext cx="25992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6" name="Ink 65">
                  <a:extLst>
                    <a:ext uri="{FF2B5EF4-FFF2-40B4-BE49-F238E27FC236}">
                      <a16:creationId xmlns:a16="http://schemas.microsoft.com/office/drawing/2014/main" id="{FDCA1FA0-5EB9-9C16-8523-80834ED1DE9C}"/>
                    </a:ext>
                  </a:extLst>
                </p14:cNvPr>
                <p14:cNvContentPartPr/>
                <p14:nvPr/>
              </p14:nvContentPartPr>
              <p14:xfrm>
                <a:off x="1414904" y="2725482"/>
                <a:ext cx="227160" cy="144360"/>
              </p14:xfrm>
            </p:contentPart>
          </mc:Choice>
          <mc:Fallback>
            <p:pic>
              <p:nvPicPr>
                <p:cNvPr id="66" name="Ink 65">
                  <a:extLst>
                    <a:ext uri="{FF2B5EF4-FFF2-40B4-BE49-F238E27FC236}">
                      <a16:creationId xmlns:a16="http://schemas.microsoft.com/office/drawing/2014/main" id="{FDCA1FA0-5EB9-9C16-8523-80834ED1DE9C}"/>
                    </a:ext>
                  </a:extLst>
                </p:cNvPr>
                <p:cNvPicPr/>
                <p:nvPr/>
              </p:nvPicPr>
              <p:blipFill>
                <a:blip r:embed="rId119"/>
                <a:stretch>
                  <a:fillRect/>
                </a:stretch>
              </p:blipFill>
              <p:spPr>
                <a:xfrm>
                  <a:off x="1406264" y="2716842"/>
                  <a:ext cx="24480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1" name="Ink 70">
                  <a:extLst>
                    <a:ext uri="{FF2B5EF4-FFF2-40B4-BE49-F238E27FC236}">
                      <a16:creationId xmlns:a16="http://schemas.microsoft.com/office/drawing/2014/main" id="{2A5E2532-1F03-C88E-D1FC-8B93F6B90C82}"/>
                    </a:ext>
                  </a:extLst>
                </p14:cNvPr>
                <p14:cNvContentPartPr/>
                <p14:nvPr/>
              </p14:nvContentPartPr>
              <p14:xfrm>
                <a:off x="1510304" y="3166842"/>
                <a:ext cx="132120" cy="317520"/>
              </p14:xfrm>
            </p:contentPart>
          </mc:Choice>
          <mc:Fallback>
            <p:pic>
              <p:nvPicPr>
                <p:cNvPr id="71" name="Ink 70">
                  <a:extLst>
                    <a:ext uri="{FF2B5EF4-FFF2-40B4-BE49-F238E27FC236}">
                      <a16:creationId xmlns:a16="http://schemas.microsoft.com/office/drawing/2014/main" id="{2A5E2532-1F03-C88E-D1FC-8B93F6B90C82}"/>
                    </a:ext>
                  </a:extLst>
                </p:cNvPr>
                <p:cNvPicPr/>
                <p:nvPr/>
              </p:nvPicPr>
              <p:blipFill>
                <a:blip r:embed="rId121"/>
                <a:stretch>
                  <a:fillRect/>
                </a:stretch>
              </p:blipFill>
              <p:spPr>
                <a:xfrm>
                  <a:off x="1501664" y="3158202"/>
                  <a:ext cx="149760" cy="3351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2" name="Ink 71">
                  <a:extLst>
                    <a:ext uri="{FF2B5EF4-FFF2-40B4-BE49-F238E27FC236}">
                      <a16:creationId xmlns:a16="http://schemas.microsoft.com/office/drawing/2014/main" id="{165D8E90-464D-E020-401D-4128380750DD}"/>
                    </a:ext>
                  </a:extLst>
                </p14:cNvPr>
                <p14:cNvContentPartPr/>
                <p14:nvPr/>
              </p14:nvContentPartPr>
              <p14:xfrm>
                <a:off x="1738184" y="3174042"/>
                <a:ext cx="152640" cy="157680"/>
              </p14:xfrm>
            </p:contentPart>
          </mc:Choice>
          <mc:Fallback>
            <p:pic>
              <p:nvPicPr>
                <p:cNvPr id="72" name="Ink 71">
                  <a:extLst>
                    <a:ext uri="{FF2B5EF4-FFF2-40B4-BE49-F238E27FC236}">
                      <a16:creationId xmlns:a16="http://schemas.microsoft.com/office/drawing/2014/main" id="{165D8E90-464D-E020-401D-4128380750DD}"/>
                    </a:ext>
                  </a:extLst>
                </p:cNvPr>
                <p:cNvPicPr/>
                <p:nvPr/>
              </p:nvPicPr>
              <p:blipFill>
                <a:blip r:embed="rId123"/>
                <a:stretch>
                  <a:fillRect/>
                </a:stretch>
              </p:blipFill>
              <p:spPr>
                <a:xfrm>
                  <a:off x="1729544" y="3165402"/>
                  <a:ext cx="17028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3" name="Ink 72">
                  <a:extLst>
                    <a:ext uri="{FF2B5EF4-FFF2-40B4-BE49-F238E27FC236}">
                      <a16:creationId xmlns:a16="http://schemas.microsoft.com/office/drawing/2014/main" id="{CE69CD62-2637-0B0D-8C79-D1219934BB61}"/>
                    </a:ext>
                  </a:extLst>
                </p14:cNvPr>
                <p14:cNvContentPartPr/>
                <p14:nvPr/>
              </p14:nvContentPartPr>
              <p14:xfrm>
                <a:off x="1946984" y="3081882"/>
                <a:ext cx="25920" cy="202320"/>
              </p14:xfrm>
            </p:contentPart>
          </mc:Choice>
          <mc:Fallback>
            <p:pic>
              <p:nvPicPr>
                <p:cNvPr id="73" name="Ink 72">
                  <a:extLst>
                    <a:ext uri="{FF2B5EF4-FFF2-40B4-BE49-F238E27FC236}">
                      <a16:creationId xmlns:a16="http://schemas.microsoft.com/office/drawing/2014/main" id="{CE69CD62-2637-0B0D-8C79-D1219934BB61}"/>
                    </a:ext>
                  </a:extLst>
                </p:cNvPr>
                <p:cNvPicPr/>
                <p:nvPr/>
              </p:nvPicPr>
              <p:blipFill>
                <a:blip r:embed="rId125"/>
                <a:stretch>
                  <a:fillRect/>
                </a:stretch>
              </p:blipFill>
              <p:spPr>
                <a:xfrm>
                  <a:off x="1938344" y="3073242"/>
                  <a:ext cx="4356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4" name="Ink 73">
                  <a:extLst>
                    <a:ext uri="{FF2B5EF4-FFF2-40B4-BE49-F238E27FC236}">
                      <a16:creationId xmlns:a16="http://schemas.microsoft.com/office/drawing/2014/main" id="{ACDA0697-9FB2-CF55-A3A6-C16BCD945FBD}"/>
                    </a:ext>
                  </a:extLst>
                </p14:cNvPr>
                <p14:cNvContentPartPr/>
                <p14:nvPr/>
              </p14:nvContentPartPr>
              <p14:xfrm>
                <a:off x="1953824" y="3232002"/>
                <a:ext cx="82080" cy="15120"/>
              </p14:xfrm>
            </p:contentPart>
          </mc:Choice>
          <mc:Fallback>
            <p:pic>
              <p:nvPicPr>
                <p:cNvPr id="74" name="Ink 73">
                  <a:extLst>
                    <a:ext uri="{FF2B5EF4-FFF2-40B4-BE49-F238E27FC236}">
                      <a16:creationId xmlns:a16="http://schemas.microsoft.com/office/drawing/2014/main" id="{ACDA0697-9FB2-CF55-A3A6-C16BCD945FBD}"/>
                    </a:ext>
                  </a:extLst>
                </p:cNvPr>
                <p:cNvPicPr/>
                <p:nvPr/>
              </p:nvPicPr>
              <p:blipFill>
                <a:blip r:embed="rId127"/>
                <a:stretch>
                  <a:fillRect/>
                </a:stretch>
              </p:blipFill>
              <p:spPr>
                <a:xfrm>
                  <a:off x="1945184" y="3223002"/>
                  <a:ext cx="997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5" name="Ink 74">
                  <a:extLst>
                    <a:ext uri="{FF2B5EF4-FFF2-40B4-BE49-F238E27FC236}">
                      <a16:creationId xmlns:a16="http://schemas.microsoft.com/office/drawing/2014/main" id="{6CA76542-1991-F7E8-3A20-75E4500EFEAF}"/>
                    </a:ext>
                  </a:extLst>
                </p14:cNvPr>
                <p14:cNvContentPartPr/>
                <p14:nvPr/>
              </p14:nvContentPartPr>
              <p14:xfrm>
                <a:off x="2117264" y="3252882"/>
                <a:ext cx="138600" cy="14400"/>
              </p14:xfrm>
            </p:contentPart>
          </mc:Choice>
          <mc:Fallback>
            <p:pic>
              <p:nvPicPr>
                <p:cNvPr id="75" name="Ink 74">
                  <a:extLst>
                    <a:ext uri="{FF2B5EF4-FFF2-40B4-BE49-F238E27FC236}">
                      <a16:creationId xmlns:a16="http://schemas.microsoft.com/office/drawing/2014/main" id="{6CA76542-1991-F7E8-3A20-75E4500EFEAF}"/>
                    </a:ext>
                  </a:extLst>
                </p:cNvPr>
                <p:cNvPicPr/>
                <p:nvPr/>
              </p:nvPicPr>
              <p:blipFill>
                <a:blip r:embed="rId129"/>
                <a:stretch>
                  <a:fillRect/>
                </a:stretch>
              </p:blipFill>
              <p:spPr>
                <a:xfrm>
                  <a:off x="2108264" y="3243882"/>
                  <a:ext cx="1562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6" name="Ink 75">
                  <a:extLst>
                    <a:ext uri="{FF2B5EF4-FFF2-40B4-BE49-F238E27FC236}">
                      <a16:creationId xmlns:a16="http://schemas.microsoft.com/office/drawing/2014/main" id="{49E2D51B-036E-8E9E-9643-BF712D3F771F}"/>
                    </a:ext>
                  </a:extLst>
                </p14:cNvPr>
                <p14:cNvContentPartPr/>
                <p14:nvPr/>
              </p14:nvContentPartPr>
              <p14:xfrm>
                <a:off x="2427944" y="3143442"/>
                <a:ext cx="45000" cy="155520"/>
              </p14:xfrm>
            </p:contentPart>
          </mc:Choice>
          <mc:Fallback>
            <p:pic>
              <p:nvPicPr>
                <p:cNvPr id="76" name="Ink 75">
                  <a:extLst>
                    <a:ext uri="{FF2B5EF4-FFF2-40B4-BE49-F238E27FC236}">
                      <a16:creationId xmlns:a16="http://schemas.microsoft.com/office/drawing/2014/main" id="{49E2D51B-036E-8E9E-9643-BF712D3F771F}"/>
                    </a:ext>
                  </a:extLst>
                </p:cNvPr>
                <p:cNvPicPr/>
                <p:nvPr/>
              </p:nvPicPr>
              <p:blipFill>
                <a:blip r:embed="rId131"/>
                <a:stretch>
                  <a:fillRect/>
                </a:stretch>
              </p:blipFill>
              <p:spPr>
                <a:xfrm>
                  <a:off x="2418944" y="3134442"/>
                  <a:ext cx="6264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7" name="Ink 76">
                  <a:extLst>
                    <a:ext uri="{FF2B5EF4-FFF2-40B4-BE49-F238E27FC236}">
                      <a16:creationId xmlns:a16="http://schemas.microsoft.com/office/drawing/2014/main" id="{13F79469-4935-3D7A-0FC5-9299740C2499}"/>
                    </a:ext>
                  </a:extLst>
                </p14:cNvPr>
                <p14:cNvContentPartPr/>
                <p14:nvPr/>
              </p14:nvContentPartPr>
              <p14:xfrm>
                <a:off x="2467904" y="3071442"/>
                <a:ext cx="10440" cy="36000"/>
              </p14:xfrm>
            </p:contentPart>
          </mc:Choice>
          <mc:Fallback>
            <p:pic>
              <p:nvPicPr>
                <p:cNvPr id="77" name="Ink 76">
                  <a:extLst>
                    <a:ext uri="{FF2B5EF4-FFF2-40B4-BE49-F238E27FC236}">
                      <a16:creationId xmlns:a16="http://schemas.microsoft.com/office/drawing/2014/main" id="{13F79469-4935-3D7A-0FC5-9299740C2499}"/>
                    </a:ext>
                  </a:extLst>
                </p:cNvPr>
                <p:cNvPicPr/>
                <p:nvPr/>
              </p:nvPicPr>
              <p:blipFill>
                <a:blip r:embed="rId133"/>
                <a:stretch>
                  <a:fillRect/>
                </a:stretch>
              </p:blipFill>
              <p:spPr>
                <a:xfrm>
                  <a:off x="2458904" y="3062802"/>
                  <a:ext cx="2808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8" name="Ink 77">
                  <a:extLst>
                    <a:ext uri="{FF2B5EF4-FFF2-40B4-BE49-F238E27FC236}">
                      <a16:creationId xmlns:a16="http://schemas.microsoft.com/office/drawing/2014/main" id="{4F27EC1C-3C16-4206-543C-1284076F6297}"/>
                    </a:ext>
                  </a:extLst>
                </p14:cNvPr>
                <p14:cNvContentPartPr/>
                <p14:nvPr/>
              </p14:nvContentPartPr>
              <p14:xfrm>
                <a:off x="2544224" y="3198522"/>
                <a:ext cx="162720" cy="100080"/>
              </p14:xfrm>
            </p:contentPart>
          </mc:Choice>
          <mc:Fallback>
            <p:pic>
              <p:nvPicPr>
                <p:cNvPr id="78" name="Ink 77">
                  <a:extLst>
                    <a:ext uri="{FF2B5EF4-FFF2-40B4-BE49-F238E27FC236}">
                      <a16:creationId xmlns:a16="http://schemas.microsoft.com/office/drawing/2014/main" id="{4F27EC1C-3C16-4206-543C-1284076F6297}"/>
                    </a:ext>
                  </a:extLst>
                </p:cNvPr>
                <p:cNvPicPr/>
                <p:nvPr/>
              </p:nvPicPr>
              <p:blipFill>
                <a:blip r:embed="rId135"/>
                <a:stretch>
                  <a:fillRect/>
                </a:stretch>
              </p:blipFill>
              <p:spPr>
                <a:xfrm>
                  <a:off x="2535584" y="3189522"/>
                  <a:ext cx="18036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9" name="Ink 78">
                  <a:extLst>
                    <a:ext uri="{FF2B5EF4-FFF2-40B4-BE49-F238E27FC236}">
                      <a16:creationId xmlns:a16="http://schemas.microsoft.com/office/drawing/2014/main" id="{4EDF51C3-1CC5-8E45-664A-EE0870CCC932}"/>
                    </a:ext>
                  </a:extLst>
                </p14:cNvPr>
                <p14:cNvContentPartPr/>
                <p14:nvPr/>
              </p14:nvContentPartPr>
              <p14:xfrm>
                <a:off x="2764904" y="3192762"/>
                <a:ext cx="91080" cy="147600"/>
              </p14:xfrm>
            </p:contentPart>
          </mc:Choice>
          <mc:Fallback>
            <p:pic>
              <p:nvPicPr>
                <p:cNvPr id="79" name="Ink 78">
                  <a:extLst>
                    <a:ext uri="{FF2B5EF4-FFF2-40B4-BE49-F238E27FC236}">
                      <a16:creationId xmlns:a16="http://schemas.microsoft.com/office/drawing/2014/main" id="{4EDF51C3-1CC5-8E45-664A-EE0870CCC932}"/>
                    </a:ext>
                  </a:extLst>
                </p:cNvPr>
                <p:cNvPicPr/>
                <p:nvPr/>
              </p:nvPicPr>
              <p:blipFill>
                <a:blip r:embed="rId137"/>
                <a:stretch>
                  <a:fillRect/>
                </a:stretch>
              </p:blipFill>
              <p:spPr>
                <a:xfrm>
                  <a:off x="2755904" y="3184122"/>
                  <a:ext cx="10872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0" name="Ink 79">
                  <a:extLst>
                    <a:ext uri="{FF2B5EF4-FFF2-40B4-BE49-F238E27FC236}">
                      <a16:creationId xmlns:a16="http://schemas.microsoft.com/office/drawing/2014/main" id="{09C13213-1951-9CF1-D328-FD32461725E8}"/>
                    </a:ext>
                  </a:extLst>
                </p14:cNvPr>
                <p14:cNvContentPartPr/>
                <p14:nvPr/>
              </p14:nvContentPartPr>
              <p14:xfrm>
                <a:off x="2904224" y="3095922"/>
                <a:ext cx="32040" cy="200160"/>
              </p14:xfrm>
            </p:contentPart>
          </mc:Choice>
          <mc:Fallback>
            <p:pic>
              <p:nvPicPr>
                <p:cNvPr id="80" name="Ink 79">
                  <a:extLst>
                    <a:ext uri="{FF2B5EF4-FFF2-40B4-BE49-F238E27FC236}">
                      <a16:creationId xmlns:a16="http://schemas.microsoft.com/office/drawing/2014/main" id="{09C13213-1951-9CF1-D328-FD32461725E8}"/>
                    </a:ext>
                  </a:extLst>
                </p:cNvPr>
                <p:cNvPicPr/>
                <p:nvPr/>
              </p:nvPicPr>
              <p:blipFill>
                <a:blip r:embed="rId139"/>
                <a:stretch>
                  <a:fillRect/>
                </a:stretch>
              </p:blipFill>
              <p:spPr>
                <a:xfrm>
                  <a:off x="2895584" y="3087282"/>
                  <a:ext cx="4968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1" name="Ink 80">
                  <a:extLst>
                    <a:ext uri="{FF2B5EF4-FFF2-40B4-BE49-F238E27FC236}">
                      <a16:creationId xmlns:a16="http://schemas.microsoft.com/office/drawing/2014/main" id="{A3E44D03-C126-D47E-240C-0002A1150356}"/>
                    </a:ext>
                  </a:extLst>
                </p14:cNvPr>
                <p14:cNvContentPartPr/>
                <p14:nvPr/>
              </p14:nvContentPartPr>
              <p14:xfrm>
                <a:off x="2884064" y="3179442"/>
                <a:ext cx="242640" cy="157320"/>
              </p14:xfrm>
            </p:contentPart>
          </mc:Choice>
          <mc:Fallback>
            <p:pic>
              <p:nvPicPr>
                <p:cNvPr id="81" name="Ink 80">
                  <a:extLst>
                    <a:ext uri="{FF2B5EF4-FFF2-40B4-BE49-F238E27FC236}">
                      <a16:creationId xmlns:a16="http://schemas.microsoft.com/office/drawing/2014/main" id="{A3E44D03-C126-D47E-240C-0002A1150356}"/>
                    </a:ext>
                  </a:extLst>
                </p:cNvPr>
                <p:cNvPicPr/>
                <p:nvPr/>
              </p:nvPicPr>
              <p:blipFill>
                <a:blip r:embed="rId141"/>
                <a:stretch>
                  <a:fillRect/>
                </a:stretch>
              </p:blipFill>
              <p:spPr>
                <a:xfrm>
                  <a:off x="2875064" y="3170442"/>
                  <a:ext cx="26028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2" name="Ink 81">
                  <a:extLst>
                    <a:ext uri="{FF2B5EF4-FFF2-40B4-BE49-F238E27FC236}">
                      <a16:creationId xmlns:a16="http://schemas.microsoft.com/office/drawing/2014/main" id="{C892B71E-5B1C-7A49-A6AA-2B70938E51DC}"/>
                    </a:ext>
                  </a:extLst>
                </p14:cNvPr>
                <p14:cNvContentPartPr/>
                <p14:nvPr/>
              </p14:nvContentPartPr>
              <p14:xfrm>
                <a:off x="3212744" y="3216162"/>
                <a:ext cx="105840" cy="120600"/>
              </p14:xfrm>
            </p:contentPart>
          </mc:Choice>
          <mc:Fallback>
            <p:pic>
              <p:nvPicPr>
                <p:cNvPr id="82" name="Ink 81">
                  <a:extLst>
                    <a:ext uri="{FF2B5EF4-FFF2-40B4-BE49-F238E27FC236}">
                      <a16:creationId xmlns:a16="http://schemas.microsoft.com/office/drawing/2014/main" id="{C892B71E-5B1C-7A49-A6AA-2B70938E51DC}"/>
                    </a:ext>
                  </a:extLst>
                </p:cNvPr>
                <p:cNvPicPr/>
                <p:nvPr/>
              </p:nvPicPr>
              <p:blipFill>
                <a:blip r:embed="rId143"/>
                <a:stretch>
                  <a:fillRect/>
                </a:stretch>
              </p:blipFill>
              <p:spPr>
                <a:xfrm>
                  <a:off x="3204104" y="3207162"/>
                  <a:ext cx="12348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3" name="Ink 82">
                  <a:extLst>
                    <a:ext uri="{FF2B5EF4-FFF2-40B4-BE49-F238E27FC236}">
                      <a16:creationId xmlns:a16="http://schemas.microsoft.com/office/drawing/2014/main" id="{0F4E6CF8-0F78-079A-7793-63F46C2F2AFD}"/>
                    </a:ext>
                  </a:extLst>
                </p14:cNvPr>
                <p14:cNvContentPartPr/>
                <p14:nvPr/>
              </p14:nvContentPartPr>
              <p14:xfrm>
                <a:off x="3354944" y="3178362"/>
                <a:ext cx="63360" cy="165960"/>
              </p14:xfrm>
            </p:contentPart>
          </mc:Choice>
          <mc:Fallback>
            <p:pic>
              <p:nvPicPr>
                <p:cNvPr id="83" name="Ink 82">
                  <a:extLst>
                    <a:ext uri="{FF2B5EF4-FFF2-40B4-BE49-F238E27FC236}">
                      <a16:creationId xmlns:a16="http://schemas.microsoft.com/office/drawing/2014/main" id="{0F4E6CF8-0F78-079A-7793-63F46C2F2AFD}"/>
                    </a:ext>
                  </a:extLst>
                </p:cNvPr>
                <p:cNvPicPr/>
                <p:nvPr/>
              </p:nvPicPr>
              <p:blipFill>
                <a:blip r:embed="rId145"/>
                <a:stretch>
                  <a:fillRect/>
                </a:stretch>
              </p:blipFill>
              <p:spPr>
                <a:xfrm>
                  <a:off x="3345944" y="3169362"/>
                  <a:ext cx="8100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4" name="Ink 83">
                  <a:extLst>
                    <a:ext uri="{FF2B5EF4-FFF2-40B4-BE49-F238E27FC236}">
                      <a16:creationId xmlns:a16="http://schemas.microsoft.com/office/drawing/2014/main" id="{A16F74C6-4938-7419-AEB7-E0031148E2B6}"/>
                    </a:ext>
                  </a:extLst>
                </p14:cNvPr>
                <p14:cNvContentPartPr/>
                <p14:nvPr/>
              </p14:nvContentPartPr>
              <p14:xfrm>
                <a:off x="3501824" y="3183042"/>
                <a:ext cx="150480" cy="137160"/>
              </p14:xfrm>
            </p:contentPart>
          </mc:Choice>
          <mc:Fallback>
            <p:pic>
              <p:nvPicPr>
                <p:cNvPr id="84" name="Ink 83">
                  <a:extLst>
                    <a:ext uri="{FF2B5EF4-FFF2-40B4-BE49-F238E27FC236}">
                      <a16:creationId xmlns:a16="http://schemas.microsoft.com/office/drawing/2014/main" id="{A16F74C6-4938-7419-AEB7-E0031148E2B6}"/>
                    </a:ext>
                  </a:extLst>
                </p:cNvPr>
                <p:cNvPicPr/>
                <p:nvPr/>
              </p:nvPicPr>
              <p:blipFill>
                <a:blip r:embed="rId147"/>
                <a:stretch>
                  <a:fillRect/>
                </a:stretch>
              </p:blipFill>
              <p:spPr>
                <a:xfrm>
                  <a:off x="3493184" y="3174402"/>
                  <a:ext cx="16812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5" name="Ink 84">
                  <a:extLst>
                    <a:ext uri="{FF2B5EF4-FFF2-40B4-BE49-F238E27FC236}">
                      <a16:creationId xmlns:a16="http://schemas.microsoft.com/office/drawing/2014/main" id="{ED229991-FFAD-F2A2-3B47-5387B368F1D7}"/>
                    </a:ext>
                  </a:extLst>
                </p14:cNvPr>
                <p14:cNvContentPartPr/>
                <p14:nvPr/>
              </p14:nvContentPartPr>
              <p14:xfrm>
                <a:off x="3776864" y="1745922"/>
                <a:ext cx="2309040" cy="1276200"/>
              </p14:xfrm>
            </p:contentPart>
          </mc:Choice>
          <mc:Fallback>
            <p:pic>
              <p:nvPicPr>
                <p:cNvPr id="85" name="Ink 84">
                  <a:extLst>
                    <a:ext uri="{FF2B5EF4-FFF2-40B4-BE49-F238E27FC236}">
                      <a16:creationId xmlns:a16="http://schemas.microsoft.com/office/drawing/2014/main" id="{ED229991-FFAD-F2A2-3B47-5387B368F1D7}"/>
                    </a:ext>
                  </a:extLst>
                </p:cNvPr>
                <p:cNvPicPr/>
                <p:nvPr/>
              </p:nvPicPr>
              <p:blipFill>
                <a:blip r:embed="rId149"/>
                <a:stretch>
                  <a:fillRect/>
                </a:stretch>
              </p:blipFill>
              <p:spPr>
                <a:xfrm>
                  <a:off x="3768224" y="1737282"/>
                  <a:ext cx="2326680" cy="12938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7" name="Ink 86">
                  <a:extLst>
                    <a:ext uri="{FF2B5EF4-FFF2-40B4-BE49-F238E27FC236}">
                      <a16:creationId xmlns:a16="http://schemas.microsoft.com/office/drawing/2014/main" id="{17309F3A-C416-7477-B2BF-5CE0B65504F3}"/>
                    </a:ext>
                  </a:extLst>
                </p14:cNvPr>
                <p14:cNvContentPartPr/>
                <p14:nvPr/>
              </p14:nvContentPartPr>
              <p14:xfrm>
                <a:off x="3797024" y="1788762"/>
                <a:ext cx="2385360" cy="1420200"/>
              </p14:xfrm>
            </p:contentPart>
          </mc:Choice>
          <mc:Fallback>
            <p:pic>
              <p:nvPicPr>
                <p:cNvPr id="87" name="Ink 86">
                  <a:extLst>
                    <a:ext uri="{FF2B5EF4-FFF2-40B4-BE49-F238E27FC236}">
                      <a16:creationId xmlns:a16="http://schemas.microsoft.com/office/drawing/2014/main" id="{17309F3A-C416-7477-B2BF-5CE0B65504F3}"/>
                    </a:ext>
                  </a:extLst>
                </p:cNvPr>
                <p:cNvPicPr/>
                <p:nvPr/>
              </p:nvPicPr>
              <p:blipFill>
                <a:blip r:embed="rId151"/>
                <a:stretch>
                  <a:fillRect/>
                </a:stretch>
              </p:blipFill>
              <p:spPr>
                <a:xfrm>
                  <a:off x="3788024" y="1779762"/>
                  <a:ext cx="2403000" cy="14378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89" name="Ink 88">
                  <a:extLst>
                    <a:ext uri="{FF2B5EF4-FFF2-40B4-BE49-F238E27FC236}">
                      <a16:creationId xmlns:a16="http://schemas.microsoft.com/office/drawing/2014/main" id="{0C77C7A8-D8CF-EAB9-C87D-0D9B416BB7B0}"/>
                    </a:ext>
                  </a:extLst>
                </p14:cNvPr>
                <p14:cNvContentPartPr/>
                <p14:nvPr/>
              </p14:nvContentPartPr>
              <p14:xfrm>
                <a:off x="3932744" y="3270162"/>
                <a:ext cx="20880" cy="6480"/>
              </p14:xfrm>
            </p:contentPart>
          </mc:Choice>
          <mc:Fallback>
            <p:pic>
              <p:nvPicPr>
                <p:cNvPr id="89" name="Ink 88">
                  <a:extLst>
                    <a:ext uri="{FF2B5EF4-FFF2-40B4-BE49-F238E27FC236}">
                      <a16:creationId xmlns:a16="http://schemas.microsoft.com/office/drawing/2014/main" id="{0C77C7A8-D8CF-EAB9-C87D-0D9B416BB7B0}"/>
                    </a:ext>
                  </a:extLst>
                </p:cNvPr>
                <p:cNvPicPr/>
                <p:nvPr/>
              </p:nvPicPr>
              <p:blipFill>
                <a:blip r:embed="rId153"/>
                <a:stretch>
                  <a:fillRect/>
                </a:stretch>
              </p:blipFill>
              <p:spPr>
                <a:xfrm>
                  <a:off x="3924104" y="3261162"/>
                  <a:ext cx="385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0" name="Ink 89">
                  <a:extLst>
                    <a:ext uri="{FF2B5EF4-FFF2-40B4-BE49-F238E27FC236}">
                      <a16:creationId xmlns:a16="http://schemas.microsoft.com/office/drawing/2014/main" id="{5C8A0803-6902-E0D0-5E8D-F25225B70230}"/>
                    </a:ext>
                  </a:extLst>
                </p14:cNvPr>
                <p14:cNvContentPartPr/>
                <p14:nvPr/>
              </p14:nvContentPartPr>
              <p14:xfrm>
                <a:off x="3875144" y="3326322"/>
                <a:ext cx="93960" cy="45000"/>
              </p14:xfrm>
            </p:contentPart>
          </mc:Choice>
          <mc:Fallback>
            <p:pic>
              <p:nvPicPr>
                <p:cNvPr id="90" name="Ink 89">
                  <a:extLst>
                    <a:ext uri="{FF2B5EF4-FFF2-40B4-BE49-F238E27FC236}">
                      <a16:creationId xmlns:a16="http://schemas.microsoft.com/office/drawing/2014/main" id="{5C8A0803-6902-E0D0-5E8D-F25225B70230}"/>
                    </a:ext>
                  </a:extLst>
                </p:cNvPr>
                <p:cNvPicPr/>
                <p:nvPr/>
              </p:nvPicPr>
              <p:blipFill>
                <a:blip r:embed="rId155"/>
                <a:stretch>
                  <a:fillRect/>
                </a:stretch>
              </p:blipFill>
              <p:spPr>
                <a:xfrm>
                  <a:off x="3866144" y="3317322"/>
                  <a:ext cx="11160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1" name="Ink 90">
                  <a:extLst>
                    <a:ext uri="{FF2B5EF4-FFF2-40B4-BE49-F238E27FC236}">
                      <a16:creationId xmlns:a16="http://schemas.microsoft.com/office/drawing/2014/main" id="{0A43FEAA-E0C7-743D-3C74-BC9520AA0B0C}"/>
                    </a:ext>
                  </a:extLst>
                </p14:cNvPr>
                <p14:cNvContentPartPr/>
                <p14:nvPr/>
              </p14:nvContentPartPr>
              <p14:xfrm>
                <a:off x="4279424" y="3286002"/>
                <a:ext cx="239040" cy="161640"/>
              </p14:xfrm>
            </p:contentPart>
          </mc:Choice>
          <mc:Fallback>
            <p:pic>
              <p:nvPicPr>
                <p:cNvPr id="91" name="Ink 90">
                  <a:extLst>
                    <a:ext uri="{FF2B5EF4-FFF2-40B4-BE49-F238E27FC236}">
                      <a16:creationId xmlns:a16="http://schemas.microsoft.com/office/drawing/2014/main" id="{0A43FEAA-E0C7-743D-3C74-BC9520AA0B0C}"/>
                    </a:ext>
                  </a:extLst>
                </p:cNvPr>
                <p:cNvPicPr/>
                <p:nvPr/>
              </p:nvPicPr>
              <p:blipFill>
                <a:blip r:embed="rId157"/>
                <a:stretch>
                  <a:fillRect/>
                </a:stretch>
              </p:blipFill>
              <p:spPr>
                <a:xfrm>
                  <a:off x="4270424" y="3277002"/>
                  <a:ext cx="25668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2" name="Ink 91">
                  <a:extLst>
                    <a:ext uri="{FF2B5EF4-FFF2-40B4-BE49-F238E27FC236}">
                      <a16:creationId xmlns:a16="http://schemas.microsoft.com/office/drawing/2014/main" id="{307F112C-7518-90EA-E025-07D6DD5DAD7B}"/>
                    </a:ext>
                  </a:extLst>
                </p14:cNvPr>
                <p14:cNvContentPartPr/>
                <p14:nvPr/>
              </p14:nvContentPartPr>
              <p14:xfrm>
                <a:off x="4491104" y="3112482"/>
                <a:ext cx="222120" cy="439560"/>
              </p14:xfrm>
            </p:contentPart>
          </mc:Choice>
          <mc:Fallback>
            <p:pic>
              <p:nvPicPr>
                <p:cNvPr id="92" name="Ink 91">
                  <a:extLst>
                    <a:ext uri="{FF2B5EF4-FFF2-40B4-BE49-F238E27FC236}">
                      <a16:creationId xmlns:a16="http://schemas.microsoft.com/office/drawing/2014/main" id="{307F112C-7518-90EA-E025-07D6DD5DAD7B}"/>
                    </a:ext>
                  </a:extLst>
                </p:cNvPr>
                <p:cNvPicPr/>
                <p:nvPr/>
              </p:nvPicPr>
              <p:blipFill>
                <a:blip r:embed="rId159"/>
                <a:stretch>
                  <a:fillRect/>
                </a:stretch>
              </p:blipFill>
              <p:spPr>
                <a:xfrm>
                  <a:off x="4482464" y="3103482"/>
                  <a:ext cx="239760" cy="4572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3" name="Ink 92">
                  <a:extLst>
                    <a:ext uri="{FF2B5EF4-FFF2-40B4-BE49-F238E27FC236}">
                      <a16:creationId xmlns:a16="http://schemas.microsoft.com/office/drawing/2014/main" id="{56C669C1-CD5A-6F73-A76E-D71611103217}"/>
                    </a:ext>
                  </a:extLst>
                </p14:cNvPr>
                <p14:cNvContentPartPr/>
                <p14:nvPr/>
              </p14:nvContentPartPr>
              <p14:xfrm>
                <a:off x="4618184" y="3066402"/>
                <a:ext cx="451080" cy="479520"/>
              </p14:xfrm>
            </p:contentPart>
          </mc:Choice>
          <mc:Fallback>
            <p:pic>
              <p:nvPicPr>
                <p:cNvPr id="93" name="Ink 92">
                  <a:extLst>
                    <a:ext uri="{FF2B5EF4-FFF2-40B4-BE49-F238E27FC236}">
                      <a16:creationId xmlns:a16="http://schemas.microsoft.com/office/drawing/2014/main" id="{56C669C1-CD5A-6F73-A76E-D71611103217}"/>
                    </a:ext>
                  </a:extLst>
                </p:cNvPr>
                <p:cNvPicPr/>
                <p:nvPr/>
              </p:nvPicPr>
              <p:blipFill>
                <a:blip r:embed="rId161"/>
                <a:stretch>
                  <a:fillRect/>
                </a:stretch>
              </p:blipFill>
              <p:spPr>
                <a:xfrm>
                  <a:off x="4609544" y="3057762"/>
                  <a:ext cx="468720" cy="4971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4" name="Ink 93">
                  <a:extLst>
                    <a:ext uri="{FF2B5EF4-FFF2-40B4-BE49-F238E27FC236}">
                      <a16:creationId xmlns:a16="http://schemas.microsoft.com/office/drawing/2014/main" id="{D917924E-2298-AC25-FBB6-7F7DEA2066DB}"/>
                    </a:ext>
                  </a:extLst>
                </p14:cNvPr>
                <p14:cNvContentPartPr/>
                <p14:nvPr/>
              </p14:nvContentPartPr>
              <p14:xfrm>
                <a:off x="5334584" y="3367362"/>
                <a:ext cx="113400" cy="126000"/>
              </p14:xfrm>
            </p:contentPart>
          </mc:Choice>
          <mc:Fallback>
            <p:pic>
              <p:nvPicPr>
                <p:cNvPr id="94" name="Ink 93">
                  <a:extLst>
                    <a:ext uri="{FF2B5EF4-FFF2-40B4-BE49-F238E27FC236}">
                      <a16:creationId xmlns:a16="http://schemas.microsoft.com/office/drawing/2014/main" id="{D917924E-2298-AC25-FBB6-7F7DEA2066DB}"/>
                    </a:ext>
                  </a:extLst>
                </p:cNvPr>
                <p:cNvPicPr/>
                <p:nvPr/>
              </p:nvPicPr>
              <p:blipFill>
                <a:blip r:embed="rId163"/>
                <a:stretch>
                  <a:fillRect/>
                </a:stretch>
              </p:blipFill>
              <p:spPr>
                <a:xfrm>
                  <a:off x="5325944" y="3358362"/>
                  <a:ext cx="13104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5" name="Ink 94">
                  <a:extLst>
                    <a:ext uri="{FF2B5EF4-FFF2-40B4-BE49-F238E27FC236}">
                      <a16:creationId xmlns:a16="http://schemas.microsoft.com/office/drawing/2014/main" id="{420C8C9F-2432-9D0E-8666-4860A6CAB08F}"/>
                    </a:ext>
                  </a:extLst>
                </p14:cNvPr>
                <p14:cNvContentPartPr/>
                <p14:nvPr/>
              </p14:nvContentPartPr>
              <p14:xfrm>
                <a:off x="5530424" y="3253242"/>
                <a:ext cx="119880" cy="221760"/>
              </p14:xfrm>
            </p:contentPart>
          </mc:Choice>
          <mc:Fallback>
            <p:pic>
              <p:nvPicPr>
                <p:cNvPr id="95" name="Ink 94">
                  <a:extLst>
                    <a:ext uri="{FF2B5EF4-FFF2-40B4-BE49-F238E27FC236}">
                      <a16:creationId xmlns:a16="http://schemas.microsoft.com/office/drawing/2014/main" id="{420C8C9F-2432-9D0E-8666-4860A6CAB08F}"/>
                    </a:ext>
                  </a:extLst>
                </p:cNvPr>
                <p:cNvPicPr/>
                <p:nvPr/>
              </p:nvPicPr>
              <p:blipFill>
                <a:blip r:embed="rId165"/>
                <a:stretch>
                  <a:fillRect/>
                </a:stretch>
              </p:blipFill>
              <p:spPr>
                <a:xfrm>
                  <a:off x="5521424" y="3244242"/>
                  <a:ext cx="13752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6" name="Ink 95">
                  <a:extLst>
                    <a:ext uri="{FF2B5EF4-FFF2-40B4-BE49-F238E27FC236}">
                      <a16:creationId xmlns:a16="http://schemas.microsoft.com/office/drawing/2014/main" id="{82B1543B-5CF0-A769-F8BE-C36EBF5DC49B}"/>
                    </a:ext>
                  </a:extLst>
                </p14:cNvPr>
                <p14:cNvContentPartPr/>
                <p14:nvPr/>
              </p14:nvContentPartPr>
              <p14:xfrm>
                <a:off x="5685224" y="3365562"/>
                <a:ext cx="73080" cy="199080"/>
              </p14:xfrm>
            </p:contentPart>
          </mc:Choice>
          <mc:Fallback>
            <p:pic>
              <p:nvPicPr>
                <p:cNvPr id="96" name="Ink 95">
                  <a:extLst>
                    <a:ext uri="{FF2B5EF4-FFF2-40B4-BE49-F238E27FC236}">
                      <a16:creationId xmlns:a16="http://schemas.microsoft.com/office/drawing/2014/main" id="{82B1543B-5CF0-A769-F8BE-C36EBF5DC49B}"/>
                    </a:ext>
                  </a:extLst>
                </p:cNvPr>
                <p:cNvPicPr/>
                <p:nvPr/>
              </p:nvPicPr>
              <p:blipFill>
                <a:blip r:embed="rId167"/>
                <a:stretch>
                  <a:fillRect/>
                </a:stretch>
              </p:blipFill>
              <p:spPr>
                <a:xfrm>
                  <a:off x="5676224" y="3356922"/>
                  <a:ext cx="9072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97" name="Ink 96">
                  <a:extLst>
                    <a:ext uri="{FF2B5EF4-FFF2-40B4-BE49-F238E27FC236}">
                      <a16:creationId xmlns:a16="http://schemas.microsoft.com/office/drawing/2014/main" id="{E7C8970E-407F-A122-B30F-6E769BECD7D9}"/>
                    </a:ext>
                  </a:extLst>
                </p14:cNvPr>
                <p14:cNvContentPartPr/>
                <p14:nvPr/>
              </p14:nvContentPartPr>
              <p14:xfrm>
                <a:off x="5704664" y="3223362"/>
                <a:ext cx="48240" cy="50040"/>
              </p14:xfrm>
            </p:contentPart>
          </mc:Choice>
          <mc:Fallback>
            <p:pic>
              <p:nvPicPr>
                <p:cNvPr id="97" name="Ink 96">
                  <a:extLst>
                    <a:ext uri="{FF2B5EF4-FFF2-40B4-BE49-F238E27FC236}">
                      <a16:creationId xmlns:a16="http://schemas.microsoft.com/office/drawing/2014/main" id="{E7C8970E-407F-A122-B30F-6E769BECD7D9}"/>
                    </a:ext>
                  </a:extLst>
                </p:cNvPr>
                <p:cNvPicPr/>
                <p:nvPr/>
              </p:nvPicPr>
              <p:blipFill>
                <a:blip r:embed="rId169"/>
                <a:stretch>
                  <a:fillRect/>
                </a:stretch>
              </p:blipFill>
              <p:spPr>
                <a:xfrm>
                  <a:off x="5696024" y="3214722"/>
                  <a:ext cx="6588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98" name="Ink 97">
                  <a:extLst>
                    <a:ext uri="{FF2B5EF4-FFF2-40B4-BE49-F238E27FC236}">
                      <a16:creationId xmlns:a16="http://schemas.microsoft.com/office/drawing/2014/main" id="{F8EEFCC8-8AE0-8F01-EBCB-6978DDBD1395}"/>
                    </a:ext>
                  </a:extLst>
                </p14:cNvPr>
                <p14:cNvContentPartPr/>
                <p14:nvPr/>
              </p14:nvContentPartPr>
              <p14:xfrm>
                <a:off x="5917064" y="3405522"/>
                <a:ext cx="10440" cy="8640"/>
              </p14:xfrm>
            </p:contentPart>
          </mc:Choice>
          <mc:Fallback>
            <p:pic>
              <p:nvPicPr>
                <p:cNvPr id="98" name="Ink 97">
                  <a:extLst>
                    <a:ext uri="{FF2B5EF4-FFF2-40B4-BE49-F238E27FC236}">
                      <a16:creationId xmlns:a16="http://schemas.microsoft.com/office/drawing/2014/main" id="{F8EEFCC8-8AE0-8F01-EBCB-6978DDBD1395}"/>
                    </a:ext>
                  </a:extLst>
                </p:cNvPr>
                <p:cNvPicPr/>
                <p:nvPr/>
              </p:nvPicPr>
              <p:blipFill>
                <a:blip r:embed="rId171"/>
                <a:stretch>
                  <a:fillRect/>
                </a:stretch>
              </p:blipFill>
              <p:spPr>
                <a:xfrm>
                  <a:off x="5908064" y="3396882"/>
                  <a:ext cx="280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3" name="Ink 102">
                  <a:extLst>
                    <a:ext uri="{FF2B5EF4-FFF2-40B4-BE49-F238E27FC236}">
                      <a16:creationId xmlns:a16="http://schemas.microsoft.com/office/drawing/2014/main" id="{0987A6C3-BF65-CAC0-6D7D-705ED7AC7ED1}"/>
                    </a:ext>
                  </a:extLst>
                </p14:cNvPr>
                <p14:cNvContentPartPr/>
                <p14:nvPr/>
              </p14:nvContentPartPr>
              <p14:xfrm>
                <a:off x="1517144" y="3665082"/>
                <a:ext cx="87840" cy="321120"/>
              </p14:xfrm>
            </p:contentPart>
          </mc:Choice>
          <mc:Fallback>
            <p:pic>
              <p:nvPicPr>
                <p:cNvPr id="103" name="Ink 102">
                  <a:extLst>
                    <a:ext uri="{FF2B5EF4-FFF2-40B4-BE49-F238E27FC236}">
                      <a16:creationId xmlns:a16="http://schemas.microsoft.com/office/drawing/2014/main" id="{0987A6C3-BF65-CAC0-6D7D-705ED7AC7ED1}"/>
                    </a:ext>
                  </a:extLst>
                </p:cNvPr>
                <p:cNvPicPr/>
                <p:nvPr/>
              </p:nvPicPr>
              <p:blipFill>
                <a:blip r:embed="rId173"/>
                <a:stretch>
                  <a:fillRect/>
                </a:stretch>
              </p:blipFill>
              <p:spPr>
                <a:xfrm>
                  <a:off x="1508504" y="3656442"/>
                  <a:ext cx="105480" cy="3387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4" name="Ink 103">
                  <a:extLst>
                    <a:ext uri="{FF2B5EF4-FFF2-40B4-BE49-F238E27FC236}">
                      <a16:creationId xmlns:a16="http://schemas.microsoft.com/office/drawing/2014/main" id="{BDDD7568-6B7E-80C1-ADD3-E2D0F9B232F6}"/>
                    </a:ext>
                  </a:extLst>
                </p14:cNvPr>
                <p14:cNvContentPartPr/>
                <p14:nvPr/>
              </p14:nvContentPartPr>
              <p14:xfrm>
                <a:off x="1695344" y="3830322"/>
                <a:ext cx="92160" cy="152640"/>
              </p14:xfrm>
            </p:contentPart>
          </mc:Choice>
          <mc:Fallback>
            <p:pic>
              <p:nvPicPr>
                <p:cNvPr id="104" name="Ink 103">
                  <a:extLst>
                    <a:ext uri="{FF2B5EF4-FFF2-40B4-BE49-F238E27FC236}">
                      <a16:creationId xmlns:a16="http://schemas.microsoft.com/office/drawing/2014/main" id="{BDDD7568-6B7E-80C1-ADD3-E2D0F9B232F6}"/>
                    </a:ext>
                  </a:extLst>
                </p:cNvPr>
                <p:cNvPicPr/>
                <p:nvPr/>
              </p:nvPicPr>
              <p:blipFill>
                <a:blip r:embed="rId175"/>
                <a:stretch>
                  <a:fillRect/>
                </a:stretch>
              </p:blipFill>
              <p:spPr>
                <a:xfrm>
                  <a:off x="1686704" y="3821682"/>
                  <a:ext cx="1098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5" name="Ink 104">
                  <a:extLst>
                    <a:ext uri="{FF2B5EF4-FFF2-40B4-BE49-F238E27FC236}">
                      <a16:creationId xmlns:a16="http://schemas.microsoft.com/office/drawing/2014/main" id="{83E4971E-AF39-DE55-E29F-4B874915C75B}"/>
                    </a:ext>
                  </a:extLst>
                </p14:cNvPr>
                <p14:cNvContentPartPr/>
                <p14:nvPr/>
              </p14:nvContentPartPr>
              <p14:xfrm>
                <a:off x="1849424" y="3968922"/>
                <a:ext cx="124560" cy="23400"/>
              </p14:xfrm>
            </p:contentPart>
          </mc:Choice>
          <mc:Fallback>
            <p:pic>
              <p:nvPicPr>
                <p:cNvPr id="105" name="Ink 104">
                  <a:extLst>
                    <a:ext uri="{FF2B5EF4-FFF2-40B4-BE49-F238E27FC236}">
                      <a16:creationId xmlns:a16="http://schemas.microsoft.com/office/drawing/2014/main" id="{83E4971E-AF39-DE55-E29F-4B874915C75B}"/>
                    </a:ext>
                  </a:extLst>
                </p:cNvPr>
                <p:cNvPicPr/>
                <p:nvPr/>
              </p:nvPicPr>
              <p:blipFill>
                <a:blip r:embed="rId177"/>
                <a:stretch>
                  <a:fillRect/>
                </a:stretch>
              </p:blipFill>
              <p:spPr>
                <a:xfrm>
                  <a:off x="1840784" y="3960282"/>
                  <a:ext cx="14220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6" name="Ink 105">
                  <a:extLst>
                    <a:ext uri="{FF2B5EF4-FFF2-40B4-BE49-F238E27FC236}">
                      <a16:creationId xmlns:a16="http://schemas.microsoft.com/office/drawing/2014/main" id="{132E00C6-F45C-8022-A4EE-F4F982426997}"/>
                    </a:ext>
                  </a:extLst>
                </p14:cNvPr>
                <p14:cNvContentPartPr/>
                <p14:nvPr/>
              </p14:nvContentPartPr>
              <p14:xfrm>
                <a:off x="2030864" y="3830322"/>
                <a:ext cx="134640" cy="138240"/>
              </p14:xfrm>
            </p:contentPart>
          </mc:Choice>
          <mc:Fallback>
            <p:pic>
              <p:nvPicPr>
                <p:cNvPr id="106" name="Ink 105">
                  <a:extLst>
                    <a:ext uri="{FF2B5EF4-FFF2-40B4-BE49-F238E27FC236}">
                      <a16:creationId xmlns:a16="http://schemas.microsoft.com/office/drawing/2014/main" id="{132E00C6-F45C-8022-A4EE-F4F982426997}"/>
                    </a:ext>
                  </a:extLst>
                </p:cNvPr>
                <p:cNvPicPr/>
                <p:nvPr/>
              </p:nvPicPr>
              <p:blipFill>
                <a:blip r:embed="rId179"/>
                <a:stretch>
                  <a:fillRect/>
                </a:stretch>
              </p:blipFill>
              <p:spPr>
                <a:xfrm>
                  <a:off x="2021864" y="3821322"/>
                  <a:ext cx="15228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7" name="Ink 106">
                  <a:extLst>
                    <a:ext uri="{FF2B5EF4-FFF2-40B4-BE49-F238E27FC236}">
                      <a16:creationId xmlns:a16="http://schemas.microsoft.com/office/drawing/2014/main" id="{212C20E2-C1CB-D9FB-675D-4E6A8C6CAAD0}"/>
                    </a:ext>
                  </a:extLst>
                </p14:cNvPr>
                <p14:cNvContentPartPr/>
                <p14:nvPr/>
              </p14:nvContentPartPr>
              <p14:xfrm>
                <a:off x="2260904" y="3697482"/>
                <a:ext cx="113400" cy="249120"/>
              </p14:xfrm>
            </p:contentPart>
          </mc:Choice>
          <mc:Fallback>
            <p:pic>
              <p:nvPicPr>
                <p:cNvPr id="107" name="Ink 106">
                  <a:extLst>
                    <a:ext uri="{FF2B5EF4-FFF2-40B4-BE49-F238E27FC236}">
                      <a16:creationId xmlns:a16="http://schemas.microsoft.com/office/drawing/2014/main" id="{212C20E2-C1CB-D9FB-675D-4E6A8C6CAAD0}"/>
                    </a:ext>
                  </a:extLst>
                </p:cNvPr>
                <p:cNvPicPr/>
                <p:nvPr/>
              </p:nvPicPr>
              <p:blipFill>
                <a:blip r:embed="rId181"/>
                <a:stretch>
                  <a:fillRect/>
                </a:stretch>
              </p:blipFill>
              <p:spPr>
                <a:xfrm>
                  <a:off x="2251904" y="3688842"/>
                  <a:ext cx="13104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8" name="Ink 107">
                  <a:extLst>
                    <a:ext uri="{FF2B5EF4-FFF2-40B4-BE49-F238E27FC236}">
                      <a16:creationId xmlns:a16="http://schemas.microsoft.com/office/drawing/2014/main" id="{F1C07E94-9C1B-54B9-CDAD-C59387D335D7}"/>
                    </a:ext>
                  </a:extLst>
                </p14:cNvPr>
                <p14:cNvContentPartPr/>
                <p14:nvPr/>
              </p14:nvContentPartPr>
              <p14:xfrm>
                <a:off x="2359544" y="3856242"/>
                <a:ext cx="156960" cy="201240"/>
              </p14:xfrm>
            </p:contentPart>
          </mc:Choice>
          <mc:Fallback>
            <p:pic>
              <p:nvPicPr>
                <p:cNvPr id="108" name="Ink 107">
                  <a:extLst>
                    <a:ext uri="{FF2B5EF4-FFF2-40B4-BE49-F238E27FC236}">
                      <a16:creationId xmlns:a16="http://schemas.microsoft.com/office/drawing/2014/main" id="{F1C07E94-9C1B-54B9-CDAD-C59387D335D7}"/>
                    </a:ext>
                  </a:extLst>
                </p:cNvPr>
                <p:cNvPicPr/>
                <p:nvPr/>
              </p:nvPicPr>
              <p:blipFill>
                <a:blip r:embed="rId183"/>
                <a:stretch>
                  <a:fillRect/>
                </a:stretch>
              </p:blipFill>
              <p:spPr>
                <a:xfrm>
                  <a:off x="2350904" y="3847242"/>
                  <a:ext cx="17460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9" name="Ink 108">
                  <a:extLst>
                    <a:ext uri="{FF2B5EF4-FFF2-40B4-BE49-F238E27FC236}">
                      <a16:creationId xmlns:a16="http://schemas.microsoft.com/office/drawing/2014/main" id="{04EA460C-7510-F1BF-852D-67096ED9936C}"/>
                    </a:ext>
                  </a:extLst>
                </p14:cNvPr>
                <p14:cNvContentPartPr/>
                <p14:nvPr/>
              </p14:nvContentPartPr>
              <p14:xfrm>
                <a:off x="2471504" y="3739962"/>
                <a:ext cx="25560" cy="14760"/>
              </p14:xfrm>
            </p:contentPart>
          </mc:Choice>
          <mc:Fallback>
            <p:pic>
              <p:nvPicPr>
                <p:cNvPr id="109" name="Ink 108">
                  <a:extLst>
                    <a:ext uri="{FF2B5EF4-FFF2-40B4-BE49-F238E27FC236}">
                      <a16:creationId xmlns:a16="http://schemas.microsoft.com/office/drawing/2014/main" id="{04EA460C-7510-F1BF-852D-67096ED9936C}"/>
                    </a:ext>
                  </a:extLst>
                </p:cNvPr>
                <p:cNvPicPr/>
                <p:nvPr/>
              </p:nvPicPr>
              <p:blipFill>
                <a:blip r:embed="rId185"/>
                <a:stretch>
                  <a:fillRect/>
                </a:stretch>
              </p:blipFill>
              <p:spPr>
                <a:xfrm>
                  <a:off x="2462504" y="3731322"/>
                  <a:ext cx="4320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0" name="Ink 109">
                  <a:extLst>
                    <a:ext uri="{FF2B5EF4-FFF2-40B4-BE49-F238E27FC236}">
                      <a16:creationId xmlns:a16="http://schemas.microsoft.com/office/drawing/2014/main" id="{5CC78191-C1BC-1F11-1D07-EB42E5540247}"/>
                    </a:ext>
                  </a:extLst>
                </p14:cNvPr>
                <p14:cNvContentPartPr/>
                <p14:nvPr/>
              </p14:nvContentPartPr>
              <p14:xfrm>
                <a:off x="2667704" y="3828882"/>
                <a:ext cx="194400" cy="28080"/>
              </p14:xfrm>
            </p:contentPart>
          </mc:Choice>
          <mc:Fallback>
            <p:pic>
              <p:nvPicPr>
                <p:cNvPr id="110" name="Ink 109">
                  <a:extLst>
                    <a:ext uri="{FF2B5EF4-FFF2-40B4-BE49-F238E27FC236}">
                      <a16:creationId xmlns:a16="http://schemas.microsoft.com/office/drawing/2014/main" id="{5CC78191-C1BC-1F11-1D07-EB42E5540247}"/>
                    </a:ext>
                  </a:extLst>
                </p:cNvPr>
                <p:cNvPicPr/>
                <p:nvPr/>
              </p:nvPicPr>
              <p:blipFill>
                <a:blip r:embed="rId187"/>
                <a:stretch>
                  <a:fillRect/>
                </a:stretch>
              </p:blipFill>
              <p:spPr>
                <a:xfrm>
                  <a:off x="2659064" y="3819882"/>
                  <a:ext cx="21204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1" name="Ink 110">
                  <a:extLst>
                    <a:ext uri="{FF2B5EF4-FFF2-40B4-BE49-F238E27FC236}">
                      <a16:creationId xmlns:a16="http://schemas.microsoft.com/office/drawing/2014/main" id="{4F7BE654-9BD7-23AE-B7FC-C09B912BF25D}"/>
                    </a:ext>
                  </a:extLst>
                </p14:cNvPr>
                <p14:cNvContentPartPr/>
                <p14:nvPr/>
              </p14:nvContentPartPr>
              <p14:xfrm>
                <a:off x="2811344" y="3762282"/>
                <a:ext cx="147600" cy="193680"/>
              </p14:xfrm>
            </p:contentPart>
          </mc:Choice>
          <mc:Fallback>
            <p:pic>
              <p:nvPicPr>
                <p:cNvPr id="111" name="Ink 110">
                  <a:extLst>
                    <a:ext uri="{FF2B5EF4-FFF2-40B4-BE49-F238E27FC236}">
                      <a16:creationId xmlns:a16="http://schemas.microsoft.com/office/drawing/2014/main" id="{4F7BE654-9BD7-23AE-B7FC-C09B912BF25D}"/>
                    </a:ext>
                  </a:extLst>
                </p:cNvPr>
                <p:cNvPicPr/>
                <p:nvPr/>
              </p:nvPicPr>
              <p:blipFill>
                <a:blip r:embed="rId189"/>
                <a:stretch>
                  <a:fillRect/>
                </a:stretch>
              </p:blipFill>
              <p:spPr>
                <a:xfrm>
                  <a:off x="2802704" y="3753282"/>
                  <a:ext cx="16524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2" name="Ink 111">
                  <a:extLst>
                    <a:ext uri="{FF2B5EF4-FFF2-40B4-BE49-F238E27FC236}">
                      <a16:creationId xmlns:a16="http://schemas.microsoft.com/office/drawing/2014/main" id="{CB68102C-B099-CE09-F51E-EB4E722A6B2D}"/>
                    </a:ext>
                  </a:extLst>
                </p14:cNvPr>
                <p14:cNvContentPartPr/>
                <p14:nvPr/>
              </p14:nvContentPartPr>
              <p14:xfrm>
                <a:off x="3188624" y="3842562"/>
                <a:ext cx="111240" cy="164880"/>
              </p14:xfrm>
            </p:contentPart>
          </mc:Choice>
          <mc:Fallback>
            <p:pic>
              <p:nvPicPr>
                <p:cNvPr id="112" name="Ink 111">
                  <a:extLst>
                    <a:ext uri="{FF2B5EF4-FFF2-40B4-BE49-F238E27FC236}">
                      <a16:creationId xmlns:a16="http://schemas.microsoft.com/office/drawing/2014/main" id="{CB68102C-B099-CE09-F51E-EB4E722A6B2D}"/>
                    </a:ext>
                  </a:extLst>
                </p:cNvPr>
                <p:cNvPicPr/>
                <p:nvPr/>
              </p:nvPicPr>
              <p:blipFill>
                <a:blip r:embed="rId191"/>
                <a:stretch>
                  <a:fillRect/>
                </a:stretch>
              </p:blipFill>
              <p:spPr>
                <a:xfrm>
                  <a:off x="3179984" y="3833562"/>
                  <a:ext cx="12888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3" name="Ink 112">
                  <a:extLst>
                    <a:ext uri="{FF2B5EF4-FFF2-40B4-BE49-F238E27FC236}">
                      <a16:creationId xmlns:a16="http://schemas.microsoft.com/office/drawing/2014/main" id="{16FAE2D9-18C0-C348-B12D-2342809C93C3}"/>
                    </a:ext>
                  </a:extLst>
                </p14:cNvPr>
                <p14:cNvContentPartPr/>
                <p14:nvPr/>
              </p14:nvContentPartPr>
              <p14:xfrm>
                <a:off x="3399584" y="3845082"/>
                <a:ext cx="212400" cy="123840"/>
              </p14:xfrm>
            </p:contentPart>
          </mc:Choice>
          <mc:Fallback>
            <p:pic>
              <p:nvPicPr>
                <p:cNvPr id="113" name="Ink 112">
                  <a:extLst>
                    <a:ext uri="{FF2B5EF4-FFF2-40B4-BE49-F238E27FC236}">
                      <a16:creationId xmlns:a16="http://schemas.microsoft.com/office/drawing/2014/main" id="{16FAE2D9-18C0-C348-B12D-2342809C93C3}"/>
                    </a:ext>
                  </a:extLst>
                </p:cNvPr>
                <p:cNvPicPr/>
                <p:nvPr/>
              </p:nvPicPr>
              <p:blipFill>
                <a:blip r:embed="rId193"/>
                <a:stretch>
                  <a:fillRect/>
                </a:stretch>
              </p:blipFill>
              <p:spPr>
                <a:xfrm>
                  <a:off x="3390944" y="3836082"/>
                  <a:ext cx="23004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4" name="Ink 113">
                  <a:extLst>
                    <a:ext uri="{FF2B5EF4-FFF2-40B4-BE49-F238E27FC236}">
                      <a16:creationId xmlns:a16="http://schemas.microsoft.com/office/drawing/2014/main" id="{ECCBCAE0-072D-FA8E-D919-1BA7DA92EB29}"/>
                    </a:ext>
                  </a:extLst>
                </p14:cNvPr>
                <p14:cNvContentPartPr/>
                <p14:nvPr/>
              </p14:nvContentPartPr>
              <p14:xfrm>
                <a:off x="3664184" y="3838602"/>
                <a:ext cx="138960" cy="157680"/>
              </p14:xfrm>
            </p:contentPart>
          </mc:Choice>
          <mc:Fallback>
            <p:pic>
              <p:nvPicPr>
                <p:cNvPr id="114" name="Ink 113">
                  <a:extLst>
                    <a:ext uri="{FF2B5EF4-FFF2-40B4-BE49-F238E27FC236}">
                      <a16:creationId xmlns:a16="http://schemas.microsoft.com/office/drawing/2014/main" id="{ECCBCAE0-072D-FA8E-D919-1BA7DA92EB29}"/>
                    </a:ext>
                  </a:extLst>
                </p:cNvPr>
                <p:cNvPicPr/>
                <p:nvPr/>
              </p:nvPicPr>
              <p:blipFill>
                <a:blip r:embed="rId195"/>
                <a:stretch>
                  <a:fillRect/>
                </a:stretch>
              </p:blipFill>
              <p:spPr>
                <a:xfrm>
                  <a:off x="3655184" y="3829602"/>
                  <a:ext cx="1566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6" name="Ink 115">
                  <a:extLst>
                    <a:ext uri="{FF2B5EF4-FFF2-40B4-BE49-F238E27FC236}">
                      <a16:creationId xmlns:a16="http://schemas.microsoft.com/office/drawing/2014/main" id="{AAA7019A-C44D-AC8F-386F-BA6A2B5B2749}"/>
                    </a:ext>
                  </a:extLst>
                </p14:cNvPr>
                <p14:cNvContentPartPr/>
                <p14:nvPr/>
              </p14:nvContentPartPr>
              <p14:xfrm>
                <a:off x="3871544" y="3775962"/>
                <a:ext cx="212760" cy="190080"/>
              </p14:xfrm>
            </p:contentPart>
          </mc:Choice>
          <mc:Fallback>
            <p:pic>
              <p:nvPicPr>
                <p:cNvPr id="116" name="Ink 115">
                  <a:extLst>
                    <a:ext uri="{FF2B5EF4-FFF2-40B4-BE49-F238E27FC236}">
                      <a16:creationId xmlns:a16="http://schemas.microsoft.com/office/drawing/2014/main" id="{AAA7019A-C44D-AC8F-386F-BA6A2B5B2749}"/>
                    </a:ext>
                  </a:extLst>
                </p:cNvPr>
                <p:cNvPicPr/>
                <p:nvPr/>
              </p:nvPicPr>
              <p:blipFill>
                <a:blip r:embed="rId197"/>
                <a:stretch>
                  <a:fillRect/>
                </a:stretch>
              </p:blipFill>
              <p:spPr>
                <a:xfrm>
                  <a:off x="3862544" y="3766962"/>
                  <a:ext cx="23040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7" name="Ink 116">
                  <a:extLst>
                    <a:ext uri="{FF2B5EF4-FFF2-40B4-BE49-F238E27FC236}">
                      <a16:creationId xmlns:a16="http://schemas.microsoft.com/office/drawing/2014/main" id="{C610A861-5DBE-33BD-A6E6-5FD52CF249FB}"/>
                    </a:ext>
                  </a:extLst>
                </p14:cNvPr>
                <p14:cNvContentPartPr/>
                <p14:nvPr/>
              </p14:nvContentPartPr>
              <p14:xfrm>
                <a:off x="4085384" y="3837522"/>
                <a:ext cx="240120" cy="146520"/>
              </p14:xfrm>
            </p:contentPart>
          </mc:Choice>
          <mc:Fallback>
            <p:pic>
              <p:nvPicPr>
                <p:cNvPr id="117" name="Ink 116">
                  <a:extLst>
                    <a:ext uri="{FF2B5EF4-FFF2-40B4-BE49-F238E27FC236}">
                      <a16:creationId xmlns:a16="http://schemas.microsoft.com/office/drawing/2014/main" id="{C610A861-5DBE-33BD-A6E6-5FD52CF249FB}"/>
                    </a:ext>
                  </a:extLst>
                </p:cNvPr>
                <p:cNvPicPr/>
                <p:nvPr/>
              </p:nvPicPr>
              <p:blipFill>
                <a:blip r:embed="rId199"/>
                <a:stretch>
                  <a:fillRect/>
                </a:stretch>
              </p:blipFill>
              <p:spPr>
                <a:xfrm>
                  <a:off x="4076384" y="3828882"/>
                  <a:ext cx="25776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8" name="Ink 117">
                  <a:extLst>
                    <a:ext uri="{FF2B5EF4-FFF2-40B4-BE49-F238E27FC236}">
                      <a16:creationId xmlns:a16="http://schemas.microsoft.com/office/drawing/2014/main" id="{3AA90621-47F3-9B92-9491-CE693F61507F}"/>
                    </a:ext>
                  </a:extLst>
                </p14:cNvPr>
                <p14:cNvContentPartPr/>
                <p14:nvPr/>
              </p14:nvContentPartPr>
              <p14:xfrm>
                <a:off x="4443584" y="3810162"/>
                <a:ext cx="76680" cy="236520"/>
              </p14:xfrm>
            </p:contentPart>
          </mc:Choice>
          <mc:Fallback>
            <p:pic>
              <p:nvPicPr>
                <p:cNvPr id="118" name="Ink 117">
                  <a:extLst>
                    <a:ext uri="{FF2B5EF4-FFF2-40B4-BE49-F238E27FC236}">
                      <a16:creationId xmlns:a16="http://schemas.microsoft.com/office/drawing/2014/main" id="{3AA90621-47F3-9B92-9491-CE693F61507F}"/>
                    </a:ext>
                  </a:extLst>
                </p:cNvPr>
                <p:cNvPicPr/>
                <p:nvPr/>
              </p:nvPicPr>
              <p:blipFill>
                <a:blip r:embed="rId201"/>
                <a:stretch>
                  <a:fillRect/>
                </a:stretch>
              </p:blipFill>
              <p:spPr>
                <a:xfrm>
                  <a:off x="4434944" y="3801522"/>
                  <a:ext cx="9432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9" name="Ink 118">
                  <a:extLst>
                    <a:ext uri="{FF2B5EF4-FFF2-40B4-BE49-F238E27FC236}">
                      <a16:creationId xmlns:a16="http://schemas.microsoft.com/office/drawing/2014/main" id="{6AB4FF5F-50E2-2657-B6B2-B9FA70534053}"/>
                    </a:ext>
                  </a:extLst>
                </p14:cNvPr>
                <p14:cNvContentPartPr/>
                <p14:nvPr/>
              </p14:nvContentPartPr>
              <p14:xfrm>
                <a:off x="4705664" y="3826722"/>
                <a:ext cx="168120" cy="230400"/>
              </p14:xfrm>
            </p:contentPart>
          </mc:Choice>
          <mc:Fallback>
            <p:pic>
              <p:nvPicPr>
                <p:cNvPr id="119" name="Ink 118">
                  <a:extLst>
                    <a:ext uri="{FF2B5EF4-FFF2-40B4-BE49-F238E27FC236}">
                      <a16:creationId xmlns:a16="http://schemas.microsoft.com/office/drawing/2014/main" id="{6AB4FF5F-50E2-2657-B6B2-B9FA70534053}"/>
                    </a:ext>
                  </a:extLst>
                </p:cNvPr>
                <p:cNvPicPr/>
                <p:nvPr/>
              </p:nvPicPr>
              <p:blipFill>
                <a:blip r:embed="rId203"/>
                <a:stretch>
                  <a:fillRect/>
                </a:stretch>
              </p:blipFill>
              <p:spPr>
                <a:xfrm>
                  <a:off x="4697024" y="3817722"/>
                  <a:ext cx="18576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1" name="Ink 120">
                  <a:extLst>
                    <a:ext uri="{FF2B5EF4-FFF2-40B4-BE49-F238E27FC236}">
                      <a16:creationId xmlns:a16="http://schemas.microsoft.com/office/drawing/2014/main" id="{8488CDDF-C107-45F9-5531-84B0DE96F02A}"/>
                    </a:ext>
                  </a:extLst>
                </p14:cNvPr>
                <p14:cNvContentPartPr/>
                <p14:nvPr/>
              </p14:nvContentPartPr>
              <p14:xfrm>
                <a:off x="5035784" y="3918162"/>
                <a:ext cx="173160" cy="18000"/>
              </p14:xfrm>
            </p:contentPart>
          </mc:Choice>
          <mc:Fallback>
            <p:pic>
              <p:nvPicPr>
                <p:cNvPr id="121" name="Ink 120">
                  <a:extLst>
                    <a:ext uri="{FF2B5EF4-FFF2-40B4-BE49-F238E27FC236}">
                      <a16:creationId xmlns:a16="http://schemas.microsoft.com/office/drawing/2014/main" id="{8488CDDF-C107-45F9-5531-84B0DE96F02A}"/>
                    </a:ext>
                  </a:extLst>
                </p:cNvPr>
                <p:cNvPicPr/>
                <p:nvPr/>
              </p:nvPicPr>
              <p:blipFill>
                <a:blip r:embed="rId205"/>
                <a:stretch>
                  <a:fillRect/>
                </a:stretch>
              </p:blipFill>
              <p:spPr>
                <a:xfrm>
                  <a:off x="5026784" y="3909162"/>
                  <a:ext cx="19080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2" name="Ink 121">
                  <a:extLst>
                    <a:ext uri="{FF2B5EF4-FFF2-40B4-BE49-F238E27FC236}">
                      <a16:creationId xmlns:a16="http://schemas.microsoft.com/office/drawing/2014/main" id="{AFC4F091-33B3-A541-2396-3C341C5144AB}"/>
                    </a:ext>
                  </a:extLst>
                </p14:cNvPr>
                <p14:cNvContentPartPr/>
                <p14:nvPr/>
              </p14:nvContentPartPr>
              <p14:xfrm>
                <a:off x="5168264" y="3851562"/>
                <a:ext cx="52920" cy="110520"/>
              </p14:xfrm>
            </p:contentPart>
          </mc:Choice>
          <mc:Fallback>
            <p:pic>
              <p:nvPicPr>
                <p:cNvPr id="122" name="Ink 121">
                  <a:extLst>
                    <a:ext uri="{FF2B5EF4-FFF2-40B4-BE49-F238E27FC236}">
                      <a16:creationId xmlns:a16="http://schemas.microsoft.com/office/drawing/2014/main" id="{AFC4F091-33B3-A541-2396-3C341C5144AB}"/>
                    </a:ext>
                  </a:extLst>
                </p:cNvPr>
                <p:cNvPicPr/>
                <p:nvPr/>
              </p:nvPicPr>
              <p:blipFill>
                <a:blip r:embed="rId207"/>
                <a:stretch>
                  <a:fillRect/>
                </a:stretch>
              </p:blipFill>
              <p:spPr>
                <a:xfrm>
                  <a:off x="5159624" y="3842922"/>
                  <a:ext cx="7056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3" name="Ink 122">
                  <a:extLst>
                    <a:ext uri="{FF2B5EF4-FFF2-40B4-BE49-F238E27FC236}">
                      <a16:creationId xmlns:a16="http://schemas.microsoft.com/office/drawing/2014/main" id="{120B0C4C-D02B-F4CC-7EC9-7587F5B0B95A}"/>
                    </a:ext>
                  </a:extLst>
                </p14:cNvPr>
                <p14:cNvContentPartPr/>
                <p14:nvPr/>
              </p14:nvContentPartPr>
              <p14:xfrm>
                <a:off x="5388224" y="3856602"/>
                <a:ext cx="137520" cy="199800"/>
              </p14:xfrm>
            </p:contentPart>
          </mc:Choice>
          <mc:Fallback>
            <p:pic>
              <p:nvPicPr>
                <p:cNvPr id="123" name="Ink 122">
                  <a:extLst>
                    <a:ext uri="{FF2B5EF4-FFF2-40B4-BE49-F238E27FC236}">
                      <a16:creationId xmlns:a16="http://schemas.microsoft.com/office/drawing/2014/main" id="{120B0C4C-D02B-F4CC-7EC9-7587F5B0B95A}"/>
                    </a:ext>
                  </a:extLst>
                </p:cNvPr>
                <p:cNvPicPr/>
                <p:nvPr/>
              </p:nvPicPr>
              <p:blipFill>
                <a:blip r:embed="rId209"/>
                <a:stretch>
                  <a:fillRect/>
                </a:stretch>
              </p:blipFill>
              <p:spPr>
                <a:xfrm>
                  <a:off x="5379584" y="3847602"/>
                  <a:ext cx="15516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4" name="Ink 123">
                  <a:extLst>
                    <a:ext uri="{FF2B5EF4-FFF2-40B4-BE49-F238E27FC236}">
                      <a16:creationId xmlns:a16="http://schemas.microsoft.com/office/drawing/2014/main" id="{ABCCBF6A-7729-5FC1-ABF7-8F70387ADEDB}"/>
                    </a:ext>
                  </a:extLst>
                </p14:cNvPr>
                <p14:cNvContentPartPr/>
                <p14:nvPr/>
              </p14:nvContentPartPr>
              <p14:xfrm>
                <a:off x="5605664" y="3917082"/>
                <a:ext cx="114120" cy="103680"/>
              </p14:xfrm>
            </p:contentPart>
          </mc:Choice>
          <mc:Fallback>
            <p:pic>
              <p:nvPicPr>
                <p:cNvPr id="124" name="Ink 123">
                  <a:extLst>
                    <a:ext uri="{FF2B5EF4-FFF2-40B4-BE49-F238E27FC236}">
                      <a16:creationId xmlns:a16="http://schemas.microsoft.com/office/drawing/2014/main" id="{ABCCBF6A-7729-5FC1-ABF7-8F70387ADEDB}"/>
                    </a:ext>
                  </a:extLst>
                </p:cNvPr>
                <p:cNvPicPr/>
                <p:nvPr/>
              </p:nvPicPr>
              <p:blipFill>
                <a:blip r:embed="rId211"/>
                <a:stretch>
                  <a:fillRect/>
                </a:stretch>
              </p:blipFill>
              <p:spPr>
                <a:xfrm>
                  <a:off x="5596664" y="3908442"/>
                  <a:ext cx="13176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5" name="Ink 124">
                  <a:extLst>
                    <a:ext uri="{FF2B5EF4-FFF2-40B4-BE49-F238E27FC236}">
                      <a16:creationId xmlns:a16="http://schemas.microsoft.com/office/drawing/2014/main" id="{BDF800D8-375B-679F-460F-D827B4C7F63F}"/>
                    </a:ext>
                  </a:extLst>
                </p14:cNvPr>
                <p14:cNvContentPartPr/>
                <p14:nvPr/>
              </p14:nvContentPartPr>
              <p14:xfrm>
                <a:off x="5770544" y="3894402"/>
                <a:ext cx="146880" cy="126000"/>
              </p14:xfrm>
            </p:contentPart>
          </mc:Choice>
          <mc:Fallback>
            <p:pic>
              <p:nvPicPr>
                <p:cNvPr id="125" name="Ink 124">
                  <a:extLst>
                    <a:ext uri="{FF2B5EF4-FFF2-40B4-BE49-F238E27FC236}">
                      <a16:creationId xmlns:a16="http://schemas.microsoft.com/office/drawing/2014/main" id="{BDF800D8-375B-679F-460F-D827B4C7F63F}"/>
                    </a:ext>
                  </a:extLst>
                </p:cNvPr>
                <p:cNvPicPr/>
                <p:nvPr/>
              </p:nvPicPr>
              <p:blipFill>
                <a:blip r:embed="rId213"/>
                <a:stretch>
                  <a:fillRect/>
                </a:stretch>
              </p:blipFill>
              <p:spPr>
                <a:xfrm>
                  <a:off x="5761904" y="3885402"/>
                  <a:ext cx="1645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6" name="Ink 125">
                  <a:extLst>
                    <a:ext uri="{FF2B5EF4-FFF2-40B4-BE49-F238E27FC236}">
                      <a16:creationId xmlns:a16="http://schemas.microsoft.com/office/drawing/2014/main" id="{8574EB72-689F-F3F2-8BC1-6E6B3F668210}"/>
                    </a:ext>
                  </a:extLst>
                </p14:cNvPr>
                <p14:cNvContentPartPr/>
                <p14:nvPr/>
              </p14:nvContentPartPr>
              <p14:xfrm>
                <a:off x="6069344" y="3958122"/>
                <a:ext cx="164880" cy="4320"/>
              </p14:xfrm>
            </p:contentPart>
          </mc:Choice>
          <mc:Fallback>
            <p:pic>
              <p:nvPicPr>
                <p:cNvPr id="126" name="Ink 125">
                  <a:extLst>
                    <a:ext uri="{FF2B5EF4-FFF2-40B4-BE49-F238E27FC236}">
                      <a16:creationId xmlns:a16="http://schemas.microsoft.com/office/drawing/2014/main" id="{8574EB72-689F-F3F2-8BC1-6E6B3F668210}"/>
                    </a:ext>
                  </a:extLst>
                </p:cNvPr>
                <p:cNvPicPr/>
                <p:nvPr/>
              </p:nvPicPr>
              <p:blipFill>
                <a:blip r:embed="rId215"/>
                <a:stretch>
                  <a:fillRect/>
                </a:stretch>
              </p:blipFill>
              <p:spPr>
                <a:xfrm>
                  <a:off x="6060704" y="3949482"/>
                  <a:ext cx="18252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7" name="Ink 126">
                  <a:extLst>
                    <a:ext uri="{FF2B5EF4-FFF2-40B4-BE49-F238E27FC236}">
                      <a16:creationId xmlns:a16="http://schemas.microsoft.com/office/drawing/2014/main" id="{63F41638-E3B0-3AB8-F887-56BD8E7476AB}"/>
                    </a:ext>
                  </a:extLst>
                </p14:cNvPr>
                <p14:cNvContentPartPr/>
                <p14:nvPr/>
              </p14:nvContentPartPr>
              <p14:xfrm>
                <a:off x="6175544" y="3885762"/>
                <a:ext cx="106200" cy="151200"/>
              </p14:xfrm>
            </p:contentPart>
          </mc:Choice>
          <mc:Fallback>
            <p:pic>
              <p:nvPicPr>
                <p:cNvPr id="127" name="Ink 126">
                  <a:extLst>
                    <a:ext uri="{FF2B5EF4-FFF2-40B4-BE49-F238E27FC236}">
                      <a16:creationId xmlns:a16="http://schemas.microsoft.com/office/drawing/2014/main" id="{63F41638-E3B0-3AB8-F887-56BD8E7476AB}"/>
                    </a:ext>
                  </a:extLst>
                </p:cNvPr>
                <p:cNvPicPr/>
                <p:nvPr/>
              </p:nvPicPr>
              <p:blipFill>
                <a:blip r:embed="rId217"/>
                <a:stretch>
                  <a:fillRect/>
                </a:stretch>
              </p:blipFill>
              <p:spPr>
                <a:xfrm>
                  <a:off x="6166544" y="3877122"/>
                  <a:ext cx="12384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9" name="Ink 128">
                  <a:extLst>
                    <a:ext uri="{FF2B5EF4-FFF2-40B4-BE49-F238E27FC236}">
                      <a16:creationId xmlns:a16="http://schemas.microsoft.com/office/drawing/2014/main" id="{30CB3B84-25A9-D384-3774-8E0237AFBEC7}"/>
                    </a:ext>
                  </a:extLst>
                </p14:cNvPr>
                <p14:cNvContentPartPr/>
                <p14:nvPr/>
              </p14:nvContentPartPr>
              <p14:xfrm>
                <a:off x="6507104" y="3783162"/>
                <a:ext cx="1888920" cy="603360"/>
              </p14:xfrm>
            </p:contentPart>
          </mc:Choice>
          <mc:Fallback>
            <p:pic>
              <p:nvPicPr>
                <p:cNvPr id="129" name="Ink 128">
                  <a:extLst>
                    <a:ext uri="{FF2B5EF4-FFF2-40B4-BE49-F238E27FC236}">
                      <a16:creationId xmlns:a16="http://schemas.microsoft.com/office/drawing/2014/main" id="{30CB3B84-25A9-D384-3774-8E0237AFBEC7}"/>
                    </a:ext>
                  </a:extLst>
                </p:cNvPr>
                <p:cNvPicPr/>
                <p:nvPr/>
              </p:nvPicPr>
              <p:blipFill>
                <a:blip r:embed="rId219"/>
                <a:stretch>
                  <a:fillRect/>
                </a:stretch>
              </p:blipFill>
              <p:spPr>
                <a:xfrm>
                  <a:off x="6498464" y="3774162"/>
                  <a:ext cx="1906560" cy="6210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0" name="Ink 129">
                  <a:extLst>
                    <a:ext uri="{FF2B5EF4-FFF2-40B4-BE49-F238E27FC236}">
                      <a16:creationId xmlns:a16="http://schemas.microsoft.com/office/drawing/2014/main" id="{EC17DC6C-6F3A-B61C-69C3-4B3A12D0824F}"/>
                    </a:ext>
                  </a:extLst>
                </p14:cNvPr>
                <p14:cNvContentPartPr/>
                <p14:nvPr/>
              </p14:nvContentPartPr>
              <p14:xfrm>
                <a:off x="6890504" y="3836442"/>
                <a:ext cx="83160" cy="325440"/>
              </p14:xfrm>
            </p:contentPart>
          </mc:Choice>
          <mc:Fallback>
            <p:pic>
              <p:nvPicPr>
                <p:cNvPr id="130" name="Ink 129">
                  <a:extLst>
                    <a:ext uri="{FF2B5EF4-FFF2-40B4-BE49-F238E27FC236}">
                      <a16:creationId xmlns:a16="http://schemas.microsoft.com/office/drawing/2014/main" id="{EC17DC6C-6F3A-B61C-69C3-4B3A12D0824F}"/>
                    </a:ext>
                  </a:extLst>
                </p:cNvPr>
                <p:cNvPicPr/>
                <p:nvPr/>
              </p:nvPicPr>
              <p:blipFill>
                <a:blip r:embed="rId221"/>
                <a:stretch>
                  <a:fillRect/>
                </a:stretch>
              </p:blipFill>
              <p:spPr>
                <a:xfrm>
                  <a:off x="6881864" y="3827442"/>
                  <a:ext cx="10080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1" name="Ink 130">
                  <a:extLst>
                    <a:ext uri="{FF2B5EF4-FFF2-40B4-BE49-F238E27FC236}">
                      <a16:creationId xmlns:a16="http://schemas.microsoft.com/office/drawing/2014/main" id="{305AF081-D426-D7DA-BF50-BBCB99F210F7}"/>
                    </a:ext>
                  </a:extLst>
                </p14:cNvPr>
                <p14:cNvContentPartPr/>
                <p14:nvPr/>
              </p14:nvContentPartPr>
              <p14:xfrm>
                <a:off x="7378304" y="3886482"/>
                <a:ext cx="55800" cy="339840"/>
              </p14:xfrm>
            </p:contentPart>
          </mc:Choice>
          <mc:Fallback>
            <p:pic>
              <p:nvPicPr>
                <p:cNvPr id="131" name="Ink 130">
                  <a:extLst>
                    <a:ext uri="{FF2B5EF4-FFF2-40B4-BE49-F238E27FC236}">
                      <a16:creationId xmlns:a16="http://schemas.microsoft.com/office/drawing/2014/main" id="{305AF081-D426-D7DA-BF50-BBCB99F210F7}"/>
                    </a:ext>
                  </a:extLst>
                </p:cNvPr>
                <p:cNvPicPr/>
                <p:nvPr/>
              </p:nvPicPr>
              <p:blipFill>
                <a:blip r:embed="rId223"/>
                <a:stretch>
                  <a:fillRect/>
                </a:stretch>
              </p:blipFill>
              <p:spPr>
                <a:xfrm>
                  <a:off x="7369304" y="3877482"/>
                  <a:ext cx="7344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3" name="Ink 132">
                  <a:extLst>
                    <a:ext uri="{FF2B5EF4-FFF2-40B4-BE49-F238E27FC236}">
                      <a16:creationId xmlns:a16="http://schemas.microsoft.com/office/drawing/2014/main" id="{A87DFE76-3983-B4D7-142C-DAE69706EA26}"/>
                    </a:ext>
                  </a:extLst>
                </p14:cNvPr>
                <p14:cNvContentPartPr/>
                <p14:nvPr/>
              </p14:nvContentPartPr>
              <p14:xfrm>
                <a:off x="6605744" y="3589482"/>
                <a:ext cx="145080" cy="110520"/>
              </p14:xfrm>
            </p:contentPart>
          </mc:Choice>
          <mc:Fallback>
            <p:pic>
              <p:nvPicPr>
                <p:cNvPr id="133" name="Ink 132">
                  <a:extLst>
                    <a:ext uri="{FF2B5EF4-FFF2-40B4-BE49-F238E27FC236}">
                      <a16:creationId xmlns:a16="http://schemas.microsoft.com/office/drawing/2014/main" id="{A87DFE76-3983-B4D7-142C-DAE69706EA26}"/>
                    </a:ext>
                  </a:extLst>
                </p:cNvPr>
                <p:cNvPicPr/>
                <p:nvPr/>
              </p:nvPicPr>
              <p:blipFill>
                <a:blip r:embed="rId225"/>
                <a:stretch>
                  <a:fillRect/>
                </a:stretch>
              </p:blipFill>
              <p:spPr>
                <a:xfrm>
                  <a:off x="6597104" y="3580842"/>
                  <a:ext cx="16272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4" name="Ink 133">
                  <a:extLst>
                    <a:ext uri="{FF2B5EF4-FFF2-40B4-BE49-F238E27FC236}">
                      <a16:creationId xmlns:a16="http://schemas.microsoft.com/office/drawing/2014/main" id="{C63FE2C1-62B1-E915-1377-2F2B6B87F4B2}"/>
                    </a:ext>
                  </a:extLst>
                </p14:cNvPr>
                <p14:cNvContentPartPr/>
                <p14:nvPr/>
              </p14:nvContentPartPr>
              <p14:xfrm>
                <a:off x="6766664" y="3612882"/>
                <a:ext cx="48240" cy="137160"/>
              </p14:xfrm>
            </p:contentPart>
          </mc:Choice>
          <mc:Fallback>
            <p:pic>
              <p:nvPicPr>
                <p:cNvPr id="134" name="Ink 133">
                  <a:extLst>
                    <a:ext uri="{FF2B5EF4-FFF2-40B4-BE49-F238E27FC236}">
                      <a16:creationId xmlns:a16="http://schemas.microsoft.com/office/drawing/2014/main" id="{C63FE2C1-62B1-E915-1377-2F2B6B87F4B2}"/>
                    </a:ext>
                  </a:extLst>
                </p:cNvPr>
                <p:cNvPicPr/>
                <p:nvPr/>
              </p:nvPicPr>
              <p:blipFill>
                <a:blip r:embed="rId227"/>
                <a:stretch>
                  <a:fillRect/>
                </a:stretch>
              </p:blipFill>
              <p:spPr>
                <a:xfrm>
                  <a:off x="6758024" y="3604242"/>
                  <a:ext cx="6588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5" name="Ink 134">
                  <a:extLst>
                    <a:ext uri="{FF2B5EF4-FFF2-40B4-BE49-F238E27FC236}">
                      <a16:creationId xmlns:a16="http://schemas.microsoft.com/office/drawing/2014/main" id="{9A184A76-AB39-E820-40F7-C7CF5F221E18}"/>
                    </a:ext>
                  </a:extLst>
                </p14:cNvPr>
                <p14:cNvContentPartPr/>
                <p14:nvPr/>
              </p14:nvContentPartPr>
              <p14:xfrm>
                <a:off x="6850544" y="3659322"/>
                <a:ext cx="27000" cy="90720"/>
              </p14:xfrm>
            </p:contentPart>
          </mc:Choice>
          <mc:Fallback>
            <p:pic>
              <p:nvPicPr>
                <p:cNvPr id="135" name="Ink 134">
                  <a:extLst>
                    <a:ext uri="{FF2B5EF4-FFF2-40B4-BE49-F238E27FC236}">
                      <a16:creationId xmlns:a16="http://schemas.microsoft.com/office/drawing/2014/main" id="{9A184A76-AB39-E820-40F7-C7CF5F221E18}"/>
                    </a:ext>
                  </a:extLst>
                </p:cNvPr>
                <p:cNvPicPr/>
                <p:nvPr/>
              </p:nvPicPr>
              <p:blipFill>
                <a:blip r:embed="rId229"/>
                <a:stretch>
                  <a:fillRect/>
                </a:stretch>
              </p:blipFill>
              <p:spPr>
                <a:xfrm>
                  <a:off x="6841904" y="3650682"/>
                  <a:ext cx="4464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6" name="Ink 135">
                  <a:extLst>
                    <a:ext uri="{FF2B5EF4-FFF2-40B4-BE49-F238E27FC236}">
                      <a16:creationId xmlns:a16="http://schemas.microsoft.com/office/drawing/2014/main" id="{58869B97-BCDD-2D78-ADD3-1BFE9418AAD5}"/>
                    </a:ext>
                  </a:extLst>
                </p14:cNvPr>
                <p14:cNvContentPartPr/>
                <p14:nvPr/>
              </p14:nvContentPartPr>
              <p14:xfrm>
                <a:off x="6900584" y="3577962"/>
                <a:ext cx="3960" cy="1440"/>
              </p14:xfrm>
            </p:contentPart>
          </mc:Choice>
          <mc:Fallback>
            <p:pic>
              <p:nvPicPr>
                <p:cNvPr id="136" name="Ink 135">
                  <a:extLst>
                    <a:ext uri="{FF2B5EF4-FFF2-40B4-BE49-F238E27FC236}">
                      <a16:creationId xmlns:a16="http://schemas.microsoft.com/office/drawing/2014/main" id="{58869B97-BCDD-2D78-ADD3-1BFE9418AAD5}"/>
                    </a:ext>
                  </a:extLst>
                </p:cNvPr>
                <p:cNvPicPr/>
                <p:nvPr/>
              </p:nvPicPr>
              <p:blipFill>
                <a:blip r:embed="rId231"/>
                <a:stretch>
                  <a:fillRect/>
                </a:stretch>
              </p:blipFill>
              <p:spPr>
                <a:xfrm>
                  <a:off x="6891584" y="3569322"/>
                  <a:ext cx="216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7" name="Ink 136">
                  <a:extLst>
                    <a:ext uri="{FF2B5EF4-FFF2-40B4-BE49-F238E27FC236}">
                      <a16:creationId xmlns:a16="http://schemas.microsoft.com/office/drawing/2014/main" id="{3C8CF535-F307-5386-4687-9E8ACA6E4F00}"/>
                    </a:ext>
                  </a:extLst>
                </p14:cNvPr>
                <p14:cNvContentPartPr/>
                <p14:nvPr/>
              </p14:nvContentPartPr>
              <p14:xfrm>
                <a:off x="6905264" y="3597402"/>
                <a:ext cx="104760" cy="153000"/>
              </p14:xfrm>
            </p:contentPart>
          </mc:Choice>
          <mc:Fallback>
            <p:pic>
              <p:nvPicPr>
                <p:cNvPr id="137" name="Ink 136">
                  <a:extLst>
                    <a:ext uri="{FF2B5EF4-FFF2-40B4-BE49-F238E27FC236}">
                      <a16:creationId xmlns:a16="http://schemas.microsoft.com/office/drawing/2014/main" id="{3C8CF535-F307-5386-4687-9E8ACA6E4F00}"/>
                    </a:ext>
                  </a:extLst>
                </p:cNvPr>
                <p:cNvPicPr/>
                <p:nvPr/>
              </p:nvPicPr>
              <p:blipFill>
                <a:blip r:embed="rId233"/>
                <a:stretch>
                  <a:fillRect/>
                </a:stretch>
              </p:blipFill>
              <p:spPr>
                <a:xfrm>
                  <a:off x="6896264" y="3588402"/>
                  <a:ext cx="12240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8" name="Ink 137">
                  <a:extLst>
                    <a:ext uri="{FF2B5EF4-FFF2-40B4-BE49-F238E27FC236}">
                      <a16:creationId xmlns:a16="http://schemas.microsoft.com/office/drawing/2014/main" id="{C64AA42D-6014-6B86-1A5A-268D1CA44758}"/>
                    </a:ext>
                  </a:extLst>
                </p14:cNvPr>
                <p14:cNvContentPartPr/>
                <p14:nvPr/>
              </p14:nvContentPartPr>
              <p14:xfrm>
                <a:off x="7116224" y="3685242"/>
                <a:ext cx="127440" cy="117360"/>
              </p14:xfrm>
            </p:contentPart>
          </mc:Choice>
          <mc:Fallback>
            <p:pic>
              <p:nvPicPr>
                <p:cNvPr id="138" name="Ink 137">
                  <a:extLst>
                    <a:ext uri="{FF2B5EF4-FFF2-40B4-BE49-F238E27FC236}">
                      <a16:creationId xmlns:a16="http://schemas.microsoft.com/office/drawing/2014/main" id="{C64AA42D-6014-6B86-1A5A-268D1CA44758}"/>
                    </a:ext>
                  </a:extLst>
                </p:cNvPr>
                <p:cNvPicPr/>
                <p:nvPr/>
              </p:nvPicPr>
              <p:blipFill>
                <a:blip r:embed="rId235"/>
                <a:stretch>
                  <a:fillRect/>
                </a:stretch>
              </p:blipFill>
              <p:spPr>
                <a:xfrm>
                  <a:off x="7107224" y="3676242"/>
                  <a:ext cx="14508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39" name="Ink 138">
                  <a:extLst>
                    <a:ext uri="{FF2B5EF4-FFF2-40B4-BE49-F238E27FC236}">
                      <a16:creationId xmlns:a16="http://schemas.microsoft.com/office/drawing/2014/main" id="{C9E77421-E91C-88F2-4D5C-6F55894337DB}"/>
                    </a:ext>
                  </a:extLst>
                </p14:cNvPr>
                <p14:cNvContentPartPr/>
                <p14:nvPr/>
              </p14:nvContentPartPr>
              <p14:xfrm>
                <a:off x="7278224" y="3697482"/>
                <a:ext cx="113760" cy="111960"/>
              </p14:xfrm>
            </p:contentPart>
          </mc:Choice>
          <mc:Fallback>
            <p:pic>
              <p:nvPicPr>
                <p:cNvPr id="139" name="Ink 138">
                  <a:extLst>
                    <a:ext uri="{FF2B5EF4-FFF2-40B4-BE49-F238E27FC236}">
                      <a16:creationId xmlns:a16="http://schemas.microsoft.com/office/drawing/2014/main" id="{C9E77421-E91C-88F2-4D5C-6F55894337DB}"/>
                    </a:ext>
                  </a:extLst>
                </p:cNvPr>
                <p:cNvPicPr/>
                <p:nvPr/>
              </p:nvPicPr>
              <p:blipFill>
                <a:blip r:embed="rId237"/>
                <a:stretch>
                  <a:fillRect/>
                </a:stretch>
              </p:blipFill>
              <p:spPr>
                <a:xfrm>
                  <a:off x="7269224" y="3688482"/>
                  <a:ext cx="13140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1" name="Ink 140">
                  <a:extLst>
                    <a:ext uri="{FF2B5EF4-FFF2-40B4-BE49-F238E27FC236}">
                      <a16:creationId xmlns:a16="http://schemas.microsoft.com/office/drawing/2014/main" id="{CEDF5849-C717-772D-388A-D85B595A50C5}"/>
                    </a:ext>
                  </a:extLst>
                </p14:cNvPr>
                <p14:cNvContentPartPr/>
                <p14:nvPr/>
              </p14:nvContentPartPr>
              <p14:xfrm>
                <a:off x="7626704" y="3729522"/>
                <a:ext cx="116640" cy="143640"/>
              </p14:xfrm>
            </p:contentPart>
          </mc:Choice>
          <mc:Fallback>
            <p:pic>
              <p:nvPicPr>
                <p:cNvPr id="141" name="Ink 140">
                  <a:extLst>
                    <a:ext uri="{FF2B5EF4-FFF2-40B4-BE49-F238E27FC236}">
                      <a16:creationId xmlns:a16="http://schemas.microsoft.com/office/drawing/2014/main" id="{CEDF5849-C717-772D-388A-D85B595A50C5}"/>
                    </a:ext>
                  </a:extLst>
                </p:cNvPr>
                <p:cNvPicPr/>
                <p:nvPr/>
              </p:nvPicPr>
              <p:blipFill>
                <a:blip r:embed="rId239"/>
                <a:stretch>
                  <a:fillRect/>
                </a:stretch>
              </p:blipFill>
              <p:spPr>
                <a:xfrm>
                  <a:off x="7617704" y="3720882"/>
                  <a:ext cx="13428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2" name="Ink 141">
                  <a:extLst>
                    <a:ext uri="{FF2B5EF4-FFF2-40B4-BE49-F238E27FC236}">
                      <a16:creationId xmlns:a16="http://schemas.microsoft.com/office/drawing/2014/main" id="{A566C811-03EE-8759-CBEF-29A20F2A8129}"/>
                    </a:ext>
                  </a:extLst>
                </p14:cNvPr>
                <p14:cNvContentPartPr/>
                <p14:nvPr/>
              </p14:nvContentPartPr>
              <p14:xfrm>
                <a:off x="7785464" y="3777762"/>
                <a:ext cx="7560" cy="111600"/>
              </p14:xfrm>
            </p:contentPart>
          </mc:Choice>
          <mc:Fallback>
            <p:pic>
              <p:nvPicPr>
                <p:cNvPr id="142" name="Ink 141">
                  <a:extLst>
                    <a:ext uri="{FF2B5EF4-FFF2-40B4-BE49-F238E27FC236}">
                      <a16:creationId xmlns:a16="http://schemas.microsoft.com/office/drawing/2014/main" id="{A566C811-03EE-8759-CBEF-29A20F2A8129}"/>
                    </a:ext>
                  </a:extLst>
                </p:cNvPr>
                <p:cNvPicPr/>
                <p:nvPr/>
              </p:nvPicPr>
              <p:blipFill>
                <a:blip r:embed="rId241"/>
                <a:stretch>
                  <a:fillRect/>
                </a:stretch>
              </p:blipFill>
              <p:spPr>
                <a:xfrm>
                  <a:off x="7776824" y="3769122"/>
                  <a:ext cx="252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3" name="Ink 142">
                  <a:extLst>
                    <a:ext uri="{FF2B5EF4-FFF2-40B4-BE49-F238E27FC236}">
                      <a16:creationId xmlns:a16="http://schemas.microsoft.com/office/drawing/2014/main" id="{B0DCA608-31CD-5DDB-AD72-FA05A174BB8C}"/>
                    </a:ext>
                  </a:extLst>
                </p14:cNvPr>
                <p14:cNvContentPartPr/>
                <p14:nvPr/>
              </p14:nvContentPartPr>
              <p14:xfrm>
                <a:off x="7858184" y="3926442"/>
                <a:ext cx="40680" cy="310680"/>
              </p14:xfrm>
            </p:contentPart>
          </mc:Choice>
          <mc:Fallback>
            <p:pic>
              <p:nvPicPr>
                <p:cNvPr id="143" name="Ink 142">
                  <a:extLst>
                    <a:ext uri="{FF2B5EF4-FFF2-40B4-BE49-F238E27FC236}">
                      <a16:creationId xmlns:a16="http://schemas.microsoft.com/office/drawing/2014/main" id="{B0DCA608-31CD-5DDB-AD72-FA05A174BB8C}"/>
                    </a:ext>
                  </a:extLst>
                </p:cNvPr>
                <p:cNvPicPr/>
                <p:nvPr/>
              </p:nvPicPr>
              <p:blipFill>
                <a:blip r:embed="rId243"/>
                <a:stretch>
                  <a:fillRect/>
                </a:stretch>
              </p:blipFill>
              <p:spPr>
                <a:xfrm>
                  <a:off x="7849184" y="3917442"/>
                  <a:ext cx="5832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4" name="Ink 143">
                  <a:extLst>
                    <a:ext uri="{FF2B5EF4-FFF2-40B4-BE49-F238E27FC236}">
                      <a16:creationId xmlns:a16="http://schemas.microsoft.com/office/drawing/2014/main" id="{A27C27E8-5853-F6B2-1E11-2F549BB05D40}"/>
                    </a:ext>
                  </a:extLst>
                </p14:cNvPr>
                <p14:cNvContentPartPr/>
                <p14:nvPr/>
              </p14:nvContentPartPr>
              <p14:xfrm>
                <a:off x="7994264" y="3755082"/>
                <a:ext cx="82080" cy="136800"/>
              </p14:xfrm>
            </p:contentPart>
          </mc:Choice>
          <mc:Fallback>
            <p:pic>
              <p:nvPicPr>
                <p:cNvPr id="144" name="Ink 143">
                  <a:extLst>
                    <a:ext uri="{FF2B5EF4-FFF2-40B4-BE49-F238E27FC236}">
                      <a16:creationId xmlns:a16="http://schemas.microsoft.com/office/drawing/2014/main" id="{A27C27E8-5853-F6B2-1E11-2F549BB05D40}"/>
                    </a:ext>
                  </a:extLst>
                </p:cNvPr>
                <p:cNvPicPr/>
                <p:nvPr/>
              </p:nvPicPr>
              <p:blipFill>
                <a:blip r:embed="rId245"/>
                <a:stretch>
                  <a:fillRect/>
                </a:stretch>
              </p:blipFill>
              <p:spPr>
                <a:xfrm>
                  <a:off x="7985624" y="3746442"/>
                  <a:ext cx="997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5" name="Ink 144">
                  <a:extLst>
                    <a:ext uri="{FF2B5EF4-FFF2-40B4-BE49-F238E27FC236}">
                      <a16:creationId xmlns:a16="http://schemas.microsoft.com/office/drawing/2014/main" id="{92604A96-CDFB-25E2-083C-2275CF53EA44}"/>
                    </a:ext>
                  </a:extLst>
                </p14:cNvPr>
                <p14:cNvContentPartPr/>
                <p14:nvPr/>
              </p14:nvContentPartPr>
              <p14:xfrm>
                <a:off x="8136824" y="3816642"/>
                <a:ext cx="125640" cy="107280"/>
              </p14:xfrm>
            </p:contentPart>
          </mc:Choice>
          <mc:Fallback>
            <p:pic>
              <p:nvPicPr>
                <p:cNvPr id="145" name="Ink 144">
                  <a:extLst>
                    <a:ext uri="{FF2B5EF4-FFF2-40B4-BE49-F238E27FC236}">
                      <a16:creationId xmlns:a16="http://schemas.microsoft.com/office/drawing/2014/main" id="{92604A96-CDFB-25E2-083C-2275CF53EA44}"/>
                    </a:ext>
                  </a:extLst>
                </p:cNvPr>
                <p:cNvPicPr/>
                <p:nvPr/>
              </p:nvPicPr>
              <p:blipFill>
                <a:blip r:embed="rId247"/>
                <a:stretch>
                  <a:fillRect/>
                </a:stretch>
              </p:blipFill>
              <p:spPr>
                <a:xfrm>
                  <a:off x="8127824" y="3807642"/>
                  <a:ext cx="14328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0" name="Ink 149">
                  <a:extLst>
                    <a:ext uri="{FF2B5EF4-FFF2-40B4-BE49-F238E27FC236}">
                      <a16:creationId xmlns:a16="http://schemas.microsoft.com/office/drawing/2014/main" id="{288FCF1B-425A-E0BC-B5FE-899BAD73BFF6}"/>
                    </a:ext>
                  </a:extLst>
                </p14:cNvPr>
                <p14:cNvContentPartPr/>
                <p14:nvPr/>
              </p14:nvContentPartPr>
              <p14:xfrm>
                <a:off x="1372784" y="4361322"/>
                <a:ext cx="225360" cy="126720"/>
              </p14:xfrm>
            </p:contentPart>
          </mc:Choice>
          <mc:Fallback>
            <p:pic>
              <p:nvPicPr>
                <p:cNvPr id="150" name="Ink 149">
                  <a:extLst>
                    <a:ext uri="{FF2B5EF4-FFF2-40B4-BE49-F238E27FC236}">
                      <a16:creationId xmlns:a16="http://schemas.microsoft.com/office/drawing/2014/main" id="{288FCF1B-425A-E0BC-B5FE-899BAD73BFF6}"/>
                    </a:ext>
                  </a:extLst>
                </p:cNvPr>
                <p:cNvPicPr/>
                <p:nvPr/>
              </p:nvPicPr>
              <p:blipFill>
                <a:blip r:embed="rId249"/>
                <a:stretch>
                  <a:fillRect/>
                </a:stretch>
              </p:blipFill>
              <p:spPr>
                <a:xfrm>
                  <a:off x="1364144" y="4352322"/>
                  <a:ext cx="24300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1" name="Ink 150">
                  <a:extLst>
                    <a:ext uri="{FF2B5EF4-FFF2-40B4-BE49-F238E27FC236}">
                      <a16:creationId xmlns:a16="http://schemas.microsoft.com/office/drawing/2014/main" id="{638AF475-0330-B3B9-6D8E-D64A5847D5F8}"/>
                    </a:ext>
                  </a:extLst>
                </p14:cNvPr>
                <p14:cNvContentPartPr/>
                <p14:nvPr/>
              </p14:nvContentPartPr>
              <p14:xfrm>
                <a:off x="1675904" y="4351602"/>
                <a:ext cx="309960" cy="205200"/>
              </p14:xfrm>
            </p:contentPart>
          </mc:Choice>
          <mc:Fallback>
            <p:pic>
              <p:nvPicPr>
                <p:cNvPr id="151" name="Ink 150">
                  <a:extLst>
                    <a:ext uri="{FF2B5EF4-FFF2-40B4-BE49-F238E27FC236}">
                      <a16:creationId xmlns:a16="http://schemas.microsoft.com/office/drawing/2014/main" id="{638AF475-0330-B3B9-6D8E-D64A5847D5F8}"/>
                    </a:ext>
                  </a:extLst>
                </p:cNvPr>
                <p:cNvPicPr/>
                <p:nvPr/>
              </p:nvPicPr>
              <p:blipFill>
                <a:blip r:embed="rId251"/>
                <a:stretch>
                  <a:fillRect/>
                </a:stretch>
              </p:blipFill>
              <p:spPr>
                <a:xfrm>
                  <a:off x="1667264" y="4342602"/>
                  <a:ext cx="32760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2" name="Ink 151">
                  <a:extLst>
                    <a:ext uri="{FF2B5EF4-FFF2-40B4-BE49-F238E27FC236}">
                      <a16:creationId xmlns:a16="http://schemas.microsoft.com/office/drawing/2014/main" id="{C9AF1CAD-3DBC-B715-E686-2BD0E1EBEE1F}"/>
                    </a:ext>
                  </a:extLst>
                </p14:cNvPr>
                <p14:cNvContentPartPr/>
                <p14:nvPr/>
              </p14:nvContentPartPr>
              <p14:xfrm>
                <a:off x="2080184" y="4472562"/>
                <a:ext cx="105120" cy="27000"/>
              </p14:xfrm>
            </p:contentPart>
          </mc:Choice>
          <mc:Fallback>
            <p:pic>
              <p:nvPicPr>
                <p:cNvPr id="152" name="Ink 151">
                  <a:extLst>
                    <a:ext uri="{FF2B5EF4-FFF2-40B4-BE49-F238E27FC236}">
                      <a16:creationId xmlns:a16="http://schemas.microsoft.com/office/drawing/2014/main" id="{C9AF1CAD-3DBC-B715-E686-2BD0E1EBEE1F}"/>
                    </a:ext>
                  </a:extLst>
                </p:cNvPr>
                <p:cNvPicPr/>
                <p:nvPr/>
              </p:nvPicPr>
              <p:blipFill>
                <a:blip r:embed="rId253"/>
                <a:stretch>
                  <a:fillRect/>
                </a:stretch>
              </p:blipFill>
              <p:spPr>
                <a:xfrm>
                  <a:off x="2071544" y="4463922"/>
                  <a:ext cx="12276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3" name="Ink 152">
                  <a:extLst>
                    <a:ext uri="{FF2B5EF4-FFF2-40B4-BE49-F238E27FC236}">
                      <a16:creationId xmlns:a16="http://schemas.microsoft.com/office/drawing/2014/main" id="{C18DDE24-4C26-BB93-30C7-98F19AB1679E}"/>
                    </a:ext>
                  </a:extLst>
                </p14:cNvPr>
                <p14:cNvContentPartPr/>
                <p14:nvPr/>
              </p14:nvContentPartPr>
              <p14:xfrm>
                <a:off x="2325704" y="4366002"/>
                <a:ext cx="198720" cy="118080"/>
              </p14:xfrm>
            </p:contentPart>
          </mc:Choice>
          <mc:Fallback>
            <p:pic>
              <p:nvPicPr>
                <p:cNvPr id="153" name="Ink 152">
                  <a:extLst>
                    <a:ext uri="{FF2B5EF4-FFF2-40B4-BE49-F238E27FC236}">
                      <a16:creationId xmlns:a16="http://schemas.microsoft.com/office/drawing/2014/main" id="{C18DDE24-4C26-BB93-30C7-98F19AB1679E}"/>
                    </a:ext>
                  </a:extLst>
                </p:cNvPr>
                <p:cNvPicPr/>
                <p:nvPr/>
              </p:nvPicPr>
              <p:blipFill>
                <a:blip r:embed="rId255"/>
                <a:stretch>
                  <a:fillRect/>
                </a:stretch>
              </p:blipFill>
              <p:spPr>
                <a:xfrm>
                  <a:off x="2316704" y="4357362"/>
                  <a:ext cx="21636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4" name="Ink 153">
                  <a:extLst>
                    <a:ext uri="{FF2B5EF4-FFF2-40B4-BE49-F238E27FC236}">
                      <a16:creationId xmlns:a16="http://schemas.microsoft.com/office/drawing/2014/main" id="{1B13CF8F-C3B5-83DE-1E66-E3C6F3F643BC}"/>
                    </a:ext>
                  </a:extLst>
                </p14:cNvPr>
                <p14:cNvContentPartPr/>
                <p14:nvPr/>
              </p14:nvContentPartPr>
              <p14:xfrm>
                <a:off x="2549624" y="4380762"/>
                <a:ext cx="118800" cy="127080"/>
              </p14:xfrm>
            </p:contentPart>
          </mc:Choice>
          <mc:Fallback>
            <p:pic>
              <p:nvPicPr>
                <p:cNvPr id="154" name="Ink 153">
                  <a:extLst>
                    <a:ext uri="{FF2B5EF4-FFF2-40B4-BE49-F238E27FC236}">
                      <a16:creationId xmlns:a16="http://schemas.microsoft.com/office/drawing/2014/main" id="{1B13CF8F-C3B5-83DE-1E66-E3C6F3F643BC}"/>
                    </a:ext>
                  </a:extLst>
                </p:cNvPr>
                <p:cNvPicPr/>
                <p:nvPr/>
              </p:nvPicPr>
              <p:blipFill>
                <a:blip r:embed="rId257"/>
                <a:stretch>
                  <a:fillRect/>
                </a:stretch>
              </p:blipFill>
              <p:spPr>
                <a:xfrm>
                  <a:off x="2540624" y="4371762"/>
                  <a:ext cx="13644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5" name="Ink 154">
                  <a:extLst>
                    <a:ext uri="{FF2B5EF4-FFF2-40B4-BE49-F238E27FC236}">
                      <a16:creationId xmlns:a16="http://schemas.microsoft.com/office/drawing/2014/main" id="{BDFF4818-3FE6-208B-D9F9-FF62A6E147A1}"/>
                    </a:ext>
                  </a:extLst>
                </p14:cNvPr>
                <p14:cNvContentPartPr/>
                <p14:nvPr/>
              </p14:nvContentPartPr>
              <p14:xfrm>
                <a:off x="2717024" y="4355922"/>
                <a:ext cx="79920" cy="124560"/>
              </p14:xfrm>
            </p:contentPart>
          </mc:Choice>
          <mc:Fallback>
            <p:pic>
              <p:nvPicPr>
                <p:cNvPr id="155" name="Ink 154">
                  <a:extLst>
                    <a:ext uri="{FF2B5EF4-FFF2-40B4-BE49-F238E27FC236}">
                      <a16:creationId xmlns:a16="http://schemas.microsoft.com/office/drawing/2014/main" id="{BDFF4818-3FE6-208B-D9F9-FF62A6E147A1}"/>
                    </a:ext>
                  </a:extLst>
                </p:cNvPr>
                <p:cNvPicPr/>
                <p:nvPr/>
              </p:nvPicPr>
              <p:blipFill>
                <a:blip r:embed="rId259"/>
                <a:stretch>
                  <a:fillRect/>
                </a:stretch>
              </p:blipFill>
              <p:spPr>
                <a:xfrm>
                  <a:off x="2708384" y="4346922"/>
                  <a:ext cx="9756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6" name="Ink 155">
                  <a:extLst>
                    <a:ext uri="{FF2B5EF4-FFF2-40B4-BE49-F238E27FC236}">
                      <a16:creationId xmlns:a16="http://schemas.microsoft.com/office/drawing/2014/main" id="{8B861C50-2364-D066-3DBC-8991017C9382}"/>
                    </a:ext>
                  </a:extLst>
                </p14:cNvPr>
                <p14:cNvContentPartPr/>
                <p14:nvPr/>
              </p14:nvContentPartPr>
              <p14:xfrm>
                <a:off x="2852384" y="4359162"/>
                <a:ext cx="77400" cy="121320"/>
              </p14:xfrm>
            </p:contentPart>
          </mc:Choice>
          <mc:Fallback>
            <p:pic>
              <p:nvPicPr>
                <p:cNvPr id="156" name="Ink 155">
                  <a:extLst>
                    <a:ext uri="{FF2B5EF4-FFF2-40B4-BE49-F238E27FC236}">
                      <a16:creationId xmlns:a16="http://schemas.microsoft.com/office/drawing/2014/main" id="{8B861C50-2364-D066-3DBC-8991017C9382}"/>
                    </a:ext>
                  </a:extLst>
                </p:cNvPr>
                <p:cNvPicPr/>
                <p:nvPr/>
              </p:nvPicPr>
              <p:blipFill>
                <a:blip r:embed="rId261"/>
                <a:stretch>
                  <a:fillRect/>
                </a:stretch>
              </p:blipFill>
              <p:spPr>
                <a:xfrm>
                  <a:off x="2843384" y="4350162"/>
                  <a:ext cx="9504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7" name="Ink 156">
                  <a:extLst>
                    <a:ext uri="{FF2B5EF4-FFF2-40B4-BE49-F238E27FC236}">
                      <a16:creationId xmlns:a16="http://schemas.microsoft.com/office/drawing/2014/main" id="{541B3FAB-29DF-A454-9695-B8EE6F5C4ED6}"/>
                    </a:ext>
                  </a:extLst>
                </p14:cNvPr>
                <p14:cNvContentPartPr/>
                <p14:nvPr/>
              </p14:nvContentPartPr>
              <p14:xfrm>
                <a:off x="2949584" y="4371402"/>
                <a:ext cx="219960" cy="253440"/>
              </p14:xfrm>
            </p:contentPart>
          </mc:Choice>
          <mc:Fallback>
            <p:pic>
              <p:nvPicPr>
                <p:cNvPr id="157" name="Ink 156">
                  <a:extLst>
                    <a:ext uri="{FF2B5EF4-FFF2-40B4-BE49-F238E27FC236}">
                      <a16:creationId xmlns:a16="http://schemas.microsoft.com/office/drawing/2014/main" id="{541B3FAB-29DF-A454-9695-B8EE6F5C4ED6}"/>
                    </a:ext>
                  </a:extLst>
                </p:cNvPr>
                <p:cNvPicPr/>
                <p:nvPr/>
              </p:nvPicPr>
              <p:blipFill>
                <a:blip r:embed="rId263"/>
                <a:stretch>
                  <a:fillRect/>
                </a:stretch>
              </p:blipFill>
              <p:spPr>
                <a:xfrm>
                  <a:off x="2940944" y="4362762"/>
                  <a:ext cx="23760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58" name="Ink 157">
                  <a:extLst>
                    <a:ext uri="{FF2B5EF4-FFF2-40B4-BE49-F238E27FC236}">
                      <a16:creationId xmlns:a16="http://schemas.microsoft.com/office/drawing/2014/main" id="{594FD367-DCF2-7457-3F3D-B07CE1B4CA48}"/>
                    </a:ext>
                  </a:extLst>
                </p14:cNvPr>
                <p14:cNvContentPartPr/>
                <p14:nvPr/>
              </p14:nvContentPartPr>
              <p14:xfrm>
                <a:off x="3239384" y="4366002"/>
                <a:ext cx="102960" cy="120960"/>
              </p14:xfrm>
            </p:contentPart>
          </mc:Choice>
          <mc:Fallback>
            <p:pic>
              <p:nvPicPr>
                <p:cNvPr id="158" name="Ink 157">
                  <a:extLst>
                    <a:ext uri="{FF2B5EF4-FFF2-40B4-BE49-F238E27FC236}">
                      <a16:creationId xmlns:a16="http://schemas.microsoft.com/office/drawing/2014/main" id="{594FD367-DCF2-7457-3F3D-B07CE1B4CA48}"/>
                    </a:ext>
                  </a:extLst>
                </p:cNvPr>
                <p:cNvPicPr/>
                <p:nvPr/>
              </p:nvPicPr>
              <p:blipFill>
                <a:blip r:embed="rId265"/>
                <a:stretch>
                  <a:fillRect/>
                </a:stretch>
              </p:blipFill>
              <p:spPr>
                <a:xfrm>
                  <a:off x="3230744" y="4357002"/>
                  <a:ext cx="12060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59" name="Ink 158">
                  <a:extLst>
                    <a:ext uri="{FF2B5EF4-FFF2-40B4-BE49-F238E27FC236}">
                      <a16:creationId xmlns:a16="http://schemas.microsoft.com/office/drawing/2014/main" id="{10643FB4-EA09-5437-BB36-1962086BB921}"/>
                    </a:ext>
                  </a:extLst>
                </p14:cNvPr>
                <p14:cNvContentPartPr/>
                <p14:nvPr/>
              </p14:nvContentPartPr>
              <p14:xfrm>
                <a:off x="3422264" y="4357362"/>
                <a:ext cx="66600" cy="142920"/>
              </p14:xfrm>
            </p:contentPart>
          </mc:Choice>
          <mc:Fallback>
            <p:pic>
              <p:nvPicPr>
                <p:cNvPr id="159" name="Ink 158">
                  <a:extLst>
                    <a:ext uri="{FF2B5EF4-FFF2-40B4-BE49-F238E27FC236}">
                      <a16:creationId xmlns:a16="http://schemas.microsoft.com/office/drawing/2014/main" id="{10643FB4-EA09-5437-BB36-1962086BB921}"/>
                    </a:ext>
                  </a:extLst>
                </p:cNvPr>
                <p:cNvPicPr/>
                <p:nvPr/>
              </p:nvPicPr>
              <p:blipFill>
                <a:blip r:embed="rId267"/>
                <a:stretch>
                  <a:fillRect/>
                </a:stretch>
              </p:blipFill>
              <p:spPr>
                <a:xfrm>
                  <a:off x="3413264" y="4348362"/>
                  <a:ext cx="8424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1" name="Ink 160">
                  <a:extLst>
                    <a:ext uri="{FF2B5EF4-FFF2-40B4-BE49-F238E27FC236}">
                      <a16:creationId xmlns:a16="http://schemas.microsoft.com/office/drawing/2014/main" id="{7D613569-D8D3-9B8D-EA3F-5FA8FCEC51F0}"/>
                    </a:ext>
                  </a:extLst>
                </p14:cNvPr>
                <p14:cNvContentPartPr/>
                <p14:nvPr/>
              </p14:nvContentPartPr>
              <p14:xfrm>
                <a:off x="3694064" y="4386522"/>
                <a:ext cx="266760" cy="165960"/>
              </p14:xfrm>
            </p:contentPart>
          </mc:Choice>
          <mc:Fallback>
            <p:pic>
              <p:nvPicPr>
                <p:cNvPr id="161" name="Ink 160">
                  <a:extLst>
                    <a:ext uri="{FF2B5EF4-FFF2-40B4-BE49-F238E27FC236}">
                      <a16:creationId xmlns:a16="http://schemas.microsoft.com/office/drawing/2014/main" id="{7D613569-D8D3-9B8D-EA3F-5FA8FCEC51F0}"/>
                    </a:ext>
                  </a:extLst>
                </p:cNvPr>
                <p:cNvPicPr/>
                <p:nvPr/>
              </p:nvPicPr>
              <p:blipFill>
                <a:blip r:embed="rId269"/>
                <a:stretch>
                  <a:fillRect/>
                </a:stretch>
              </p:blipFill>
              <p:spPr>
                <a:xfrm>
                  <a:off x="3685424" y="4377882"/>
                  <a:ext cx="28440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2" name="Ink 161">
                  <a:extLst>
                    <a:ext uri="{FF2B5EF4-FFF2-40B4-BE49-F238E27FC236}">
                      <a16:creationId xmlns:a16="http://schemas.microsoft.com/office/drawing/2014/main" id="{EA6DDBE8-0F73-0CB3-AF9B-7BC1DF67DF3E}"/>
                    </a:ext>
                  </a:extLst>
                </p14:cNvPr>
                <p14:cNvContentPartPr/>
                <p14:nvPr/>
              </p14:nvContentPartPr>
              <p14:xfrm>
                <a:off x="4159544" y="4329282"/>
                <a:ext cx="204840" cy="230760"/>
              </p14:xfrm>
            </p:contentPart>
          </mc:Choice>
          <mc:Fallback>
            <p:pic>
              <p:nvPicPr>
                <p:cNvPr id="162" name="Ink 161">
                  <a:extLst>
                    <a:ext uri="{FF2B5EF4-FFF2-40B4-BE49-F238E27FC236}">
                      <a16:creationId xmlns:a16="http://schemas.microsoft.com/office/drawing/2014/main" id="{EA6DDBE8-0F73-0CB3-AF9B-7BC1DF67DF3E}"/>
                    </a:ext>
                  </a:extLst>
                </p:cNvPr>
                <p:cNvPicPr/>
                <p:nvPr/>
              </p:nvPicPr>
              <p:blipFill>
                <a:blip r:embed="rId271"/>
                <a:stretch>
                  <a:fillRect/>
                </a:stretch>
              </p:blipFill>
              <p:spPr>
                <a:xfrm>
                  <a:off x="4150904" y="4320282"/>
                  <a:ext cx="22248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4" name="Ink 163">
                  <a:extLst>
                    <a:ext uri="{FF2B5EF4-FFF2-40B4-BE49-F238E27FC236}">
                      <a16:creationId xmlns:a16="http://schemas.microsoft.com/office/drawing/2014/main" id="{7D65CF29-78D8-9A32-2668-C100B6A85A86}"/>
                    </a:ext>
                  </a:extLst>
                </p14:cNvPr>
                <p14:cNvContentPartPr/>
                <p14:nvPr/>
              </p14:nvContentPartPr>
              <p14:xfrm>
                <a:off x="4412624" y="4418562"/>
                <a:ext cx="402480" cy="205200"/>
              </p14:xfrm>
            </p:contentPart>
          </mc:Choice>
          <mc:Fallback>
            <p:pic>
              <p:nvPicPr>
                <p:cNvPr id="164" name="Ink 163">
                  <a:extLst>
                    <a:ext uri="{FF2B5EF4-FFF2-40B4-BE49-F238E27FC236}">
                      <a16:creationId xmlns:a16="http://schemas.microsoft.com/office/drawing/2014/main" id="{7D65CF29-78D8-9A32-2668-C100B6A85A86}"/>
                    </a:ext>
                  </a:extLst>
                </p:cNvPr>
                <p:cNvPicPr/>
                <p:nvPr/>
              </p:nvPicPr>
              <p:blipFill>
                <a:blip r:embed="rId273"/>
                <a:stretch>
                  <a:fillRect/>
                </a:stretch>
              </p:blipFill>
              <p:spPr>
                <a:xfrm>
                  <a:off x="4403984" y="4409922"/>
                  <a:ext cx="42012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6" name="Ink 165">
                  <a:extLst>
                    <a:ext uri="{FF2B5EF4-FFF2-40B4-BE49-F238E27FC236}">
                      <a16:creationId xmlns:a16="http://schemas.microsoft.com/office/drawing/2014/main" id="{C0CAF5B8-1340-88C1-F7F4-8B522B298BA3}"/>
                    </a:ext>
                  </a:extLst>
                </p14:cNvPr>
                <p14:cNvContentPartPr/>
                <p14:nvPr/>
              </p14:nvContentPartPr>
              <p14:xfrm>
                <a:off x="6369944" y="3551682"/>
                <a:ext cx="2117880" cy="915480"/>
              </p14:xfrm>
            </p:contentPart>
          </mc:Choice>
          <mc:Fallback>
            <p:pic>
              <p:nvPicPr>
                <p:cNvPr id="166" name="Ink 165">
                  <a:extLst>
                    <a:ext uri="{FF2B5EF4-FFF2-40B4-BE49-F238E27FC236}">
                      <a16:creationId xmlns:a16="http://schemas.microsoft.com/office/drawing/2014/main" id="{C0CAF5B8-1340-88C1-F7F4-8B522B298BA3}"/>
                    </a:ext>
                  </a:extLst>
                </p:cNvPr>
                <p:cNvPicPr/>
                <p:nvPr/>
              </p:nvPicPr>
              <p:blipFill>
                <a:blip r:embed="rId275"/>
                <a:stretch>
                  <a:fillRect/>
                </a:stretch>
              </p:blipFill>
              <p:spPr>
                <a:xfrm>
                  <a:off x="6361304" y="3542682"/>
                  <a:ext cx="2135520" cy="93312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7" name="Ink 166">
                  <a:extLst>
                    <a:ext uri="{FF2B5EF4-FFF2-40B4-BE49-F238E27FC236}">
                      <a16:creationId xmlns:a16="http://schemas.microsoft.com/office/drawing/2014/main" id="{8CAA362A-AF11-1253-99A5-BD149C44A228}"/>
                    </a:ext>
                  </a:extLst>
                </p14:cNvPr>
                <p14:cNvContentPartPr/>
                <p14:nvPr/>
              </p14:nvContentPartPr>
              <p14:xfrm>
                <a:off x="5785304" y="4234242"/>
                <a:ext cx="1003320" cy="265320"/>
              </p14:xfrm>
            </p:contentPart>
          </mc:Choice>
          <mc:Fallback>
            <p:pic>
              <p:nvPicPr>
                <p:cNvPr id="167" name="Ink 166">
                  <a:extLst>
                    <a:ext uri="{FF2B5EF4-FFF2-40B4-BE49-F238E27FC236}">
                      <a16:creationId xmlns:a16="http://schemas.microsoft.com/office/drawing/2014/main" id="{8CAA362A-AF11-1253-99A5-BD149C44A228}"/>
                    </a:ext>
                  </a:extLst>
                </p:cNvPr>
                <p:cNvPicPr/>
                <p:nvPr/>
              </p:nvPicPr>
              <p:blipFill>
                <a:blip r:embed="rId277"/>
                <a:stretch>
                  <a:fillRect/>
                </a:stretch>
              </p:blipFill>
              <p:spPr>
                <a:xfrm>
                  <a:off x="5776304" y="4225242"/>
                  <a:ext cx="102096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8" name="Ink 167">
                  <a:extLst>
                    <a:ext uri="{FF2B5EF4-FFF2-40B4-BE49-F238E27FC236}">
                      <a16:creationId xmlns:a16="http://schemas.microsoft.com/office/drawing/2014/main" id="{5FAAF21E-0CC7-5A94-6878-3967BC9B61E6}"/>
                    </a:ext>
                  </a:extLst>
                </p14:cNvPr>
                <p14:cNvContentPartPr/>
                <p14:nvPr/>
              </p14:nvContentPartPr>
              <p14:xfrm>
                <a:off x="5771264" y="4465722"/>
                <a:ext cx="149400" cy="32760"/>
              </p14:xfrm>
            </p:contentPart>
          </mc:Choice>
          <mc:Fallback>
            <p:pic>
              <p:nvPicPr>
                <p:cNvPr id="168" name="Ink 167">
                  <a:extLst>
                    <a:ext uri="{FF2B5EF4-FFF2-40B4-BE49-F238E27FC236}">
                      <a16:creationId xmlns:a16="http://schemas.microsoft.com/office/drawing/2014/main" id="{5FAAF21E-0CC7-5A94-6878-3967BC9B61E6}"/>
                    </a:ext>
                  </a:extLst>
                </p:cNvPr>
                <p:cNvPicPr/>
                <p:nvPr/>
              </p:nvPicPr>
              <p:blipFill>
                <a:blip r:embed="rId279"/>
                <a:stretch>
                  <a:fillRect/>
                </a:stretch>
              </p:blipFill>
              <p:spPr>
                <a:xfrm>
                  <a:off x="5762264" y="4456722"/>
                  <a:ext cx="16704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9" name="Ink 168">
                  <a:extLst>
                    <a:ext uri="{FF2B5EF4-FFF2-40B4-BE49-F238E27FC236}">
                      <a16:creationId xmlns:a16="http://schemas.microsoft.com/office/drawing/2014/main" id="{0680F1BC-B383-D6CD-F78C-50CDF53C1F5A}"/>
                    </a:ext>
                  </a:extLst>
                </p14:cNvPr>
                <p14:cNvContentPartPr/>
                <p14:nvPr/>
              </p14:nvContentPartPr>
              <p14:xfrm>
                <a:off x="5050184" y="4617642"/>
                <a:ext cx="2230200" cy="498240"/>
              </p14:xfrm>
            </p:contentPart>
          </mc:Choice>
          <mc:Fallback>
            <p:pic>
              <p:nvPicPr>
                <p:cNvPr id="169" name="Ink 168">
                  <a:extLst>
                    <a:ext uri="{FF2B5EF4-FFF2-40B4-BE49-F238E27FC236}">
                      <a16:creationId xmlns:a16="http://schemas.microsoft.com/office/drawing/2014/main" id="{0680F1BC-B383-D6CD-F78C-50CDF53C1F5A}"/>
                    </a:ext>
                  </a:extLst>
                </p:cNvPr>
                <p:cNvPicPr/>
                <p:nvPr/>
              </p:nvPicPr>
              <p:blipFill>
                <a:blip r:embed="rId281"/>
                <a:stretch>
                  <a:fillRect/>
                </a:stretch>
              </p:blipFill>
              <p:spPr>
                <a:xfrm>
                  <a:off x="5041184" y="4609002"/>
                  <a:ext cx="2247840" cy="51588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0" name="Ink 169">
                  <a:extLst>
                    <a:ext uri="{FF2B5EF4-FFF2-40B4-BE49-F238E27FC236}">
                      <a16:creationId xmlns:a16="http://schemas.microsoft.com/office/drawing/2014/main" id="{09295397-2C01-18EB-3A32-610D9E1A48C5}"/>
                    </a:ext>
                  </a:extLst>
                </p14:cNvPr>
                <p14:cNvContentPartPr/>
                <p14:nvPr/>
              </p14:nvContentPartPr>
              <p14:xfrm>
                <a:off x="5135144" y="4737522"/>
                <a:ext cx="1839960" cy="100080"/>
              </p14:xfrm>
            </p:contentPart>
          </mc:Choice>
          <mc:Fallback>
            <p:pic>
              <p:nvPicPr>
                <p:cNvPr id="170" name="Ink 169">
                  <a:extLst>
                    <a:ext uri="{FF2B5EF4-FFF2-40B4-BE49-F238E27FC236}">
                      <a16:creationId xmlns:a16="http://schemas.microsoft.com/office/drawing/2014/main" id="{09295397-2C01-18EB-3A32-610D9E1A48C5}"/>
                    </a:ext>
                  </a:extLst>
                </p:cNvPr>
                <p:cNvPicPr/>
                <p:nvPr/>
              </p:nvPicPr>
              <p:blipFill>
                <a:blip r:embed="rId283"/>
                <a:stretch>
                  <a:fillRect/>
                </a:stretch>
              </p:blipFill>
              <p:spPr>
                <a:xfrm>
                  <a:off x="5126504" y="4728882"/>
                  <a:ext cx="18576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1" name="Ink 170">
                  <a:extLst>
                    <a:ext uri="{FF2B5EF4-FFF2-40B4-BE49-F238E27FC236}">
                      <a16:creationId xmlns:a16="http://schemas.microsoft.com/office/drawing/2014/main" id="{9DE9B9A6-7C75-73DF-2635-4EB199EB0E43}"/>
                    </a:ext>
                  </a:extLst>
                </p14:cNvPr>
                <p14:cNvContentPartPr/>
                <p14:nvPr/>
              </p14:nvContentPartPr>
              <p14:xfrm>
                <a:off x="5234504" y="4856682"/>
                <a:ext cx="2016360" cy="146160"/>
              </p14:xfrm>
            </p:contentPart>
          </mc:Choice>
          <mc:Fallback>
            <p:pic>
              <p:nvPicPr>
                <p:cNvPr id="171" name="Ink 170">
                  <a:extLst>
                    <a:ext uri="{FF2B5EF4-FFF2-40B4-BE49-F238E27FC236}">
                      <a16:creationId xmlns:a16="http://schemas.microsoft.com/office/drawing/2014/main" id="{9DE9B9A6-7C75-73DF-2635-4EB199EB0E43}"/>
                    </a:ext>
                  </a:extLst>
                </p:cNvPr>
                <p:cNvPicPr/>
                <p:nvPr/>
              </p:nvPicPr>
              <p:blipFill>
                <a:blip r:embed="rId285"/>
                <a:stretch>
                  <a:fillRect/>
                </a:stretch>
              </p:blipFill>
              <p:spPr>
                <a:xfrm>
                  <a:off x="5225504" y="4848042"/>
                  <a:ext cx="203400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2" name="Ink 171">
                  <a:extLst>
                    <a:ext uri="{FF2B5EF4-FFF2-40B4-BE49-F238E27FC236}">
                      <a16:creationId xmlns:a16="http://schemas.microsoft.com/office/drawing/2014/main" id="{A54B3A95-124D-C33D-5D20-57D88E6D6277}"/>
                    </a:ext>
                  </a:extLst>
                </p14:cNvPr>
                <p14:cNvContentPartPr/>
                <p14:nvPr/>
              </p14:nvContentPartPr>
              <p14:xfrm>
                <a:off x="5622584" y="4654722"/>
                <a:ext cx="16920" cy="283320"/>
              </p14:xfrm>
            </p:contentPart>
          </mc:Choice>
          <mc:Fallback>
            <p:pic>
              <p:nvPicPr>
                <p:cNvPr id="172" name="Ink 171">
                  <a:extLst>
                    <a:ext uri="{FF2B5EF4-FFF2-40B4-BE49-F238E27FC236}">
                      <a16:creationId xmlns:a16="http://schemas.microsoft.com/office/drawing/2014/main" id="{A54B3A95-124D-C33D-5D20-57D88E6D6277}"/>
                    </a:ext>
                  </a:extLst>
                </p:cNvPr>
                <p:cNvPicPr/>
                <p:nvPr/>
              </p:nvPicPr>
              <p:blipFill>
                <a:blip r:embed="rId287"/>
                <a:stretch>
                  <a:fillRect/>
                </a:stretch>
              </p:blipFill>
              <p:spPr>
                <a:xfrm>
                  <a:off x="5613944" y="4646082"/>
                  <a:ext cx="3456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3" name="Ink 172">
                  <a:extLst>
                    <a:ext uri="{FF2B5EF4-FFF2-40B4-BE49-F238E27FC236}">
                      <a16:creationId xmlns:a16="http://schemas.microsoft.com/office/drawing/2014/main" id="{92298B86-96E9-76F7-B9FE-997F29DB6E1B}"/>
                    </a:ext>
                  </a:extLst>
                </p14:cNvPr>
                <p14:cNvContentPartPr/>
                <p14:nvPr/>
              </p14:nvContentPartPr>
              <p14:xfrm>
                <a:off x="5142344" y="4451682"/>
                <a:ext cx="106200" cy="139680"/>
              </p14:xfrm>
            </p:contentPart>
          </mc:Choice>
          <mc:Fallback>
            <p:pic>
              <p:nvPicPr>
                <p:cNvPr id="173" name="Ink 172">
                  <a:extLst>
                    <a:ext uri="{FF2B5EF4-FFF2-40B4-BE49-F238E27FC236}">
                      <a16:creationId xmlns:a16="http://schemas.microsoft.com/office/drawing/2014/main" id="{92298B86-96E9-76F7-B9FE-997F29DB6E1B}"/>
                    </a:ext>
                  </a:extLst>
                </p:cNvPr>
                <p:cNvPicPr/>
                <p:nvPr/>
              </p:nvPicPr>
              <p:blipFill>
                <a:blip r:embed="rId289"/>
                <a:stretch>
                  <a:fillRect/>
                </a:stretch>
              </p:blipFill>
              <p:spPr>
                <a:xfrm>
                  <a:off x="5133704" y="4443042"/>
                  <a:ext cx="12384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4" name="Ink 173">
                  <a:extLst>
                    <a:ext uri="{FF2B5EF4-FFF2-40B4-BE49-F238E27FC236}">
                      <a16:creationId xmlns:a16="http://schemas.microsoft.com/office/drawing/2014/main" id="{6FB557B2-6A86-010B-899D-870B713AC297}"/>
                    </a:ext>
                  </a:extLst>
                </p14:cNvPr>
                <p14:cNvContentPartPr/>
                <p14:nvPr/>
              </p14:nvContentPartPr>
              <p14:xfrm>
                <a:off x="5252144" y="4508202"/>
                <a:ext cx="103680" cy="86040"/>
              </p14:xfrm>
            </p:contentPart>
          </mc:Choice>
          <mc:Fallback>
            <p:pic>
              <p:nvPicPr>
                <p:cNvPr id="174" name="Ink 173">
                  <a:extLst>
                    <a:ext uri="{FF2B5EF4-FFF2-40B4-BE49-F238E27FC236}">
                      <a16:creationId xmlns:a16="http://schemas.microsoft.com/office/drawing/2014/main" id="{6FB557B2-6A86-010B-899D-870B713AC297}"/>
                    </a:ext>
                  </a:extLst>
                </p:cNvPr>
                <p:cNvPicPr/>
                <p:nvPr/>
              </p:nvPicPr>
              <p:blipFill>
                <a:blip r:embed="rId291"/>
                <a:stretch>
                  <a:fillRect/>
                </a:stretch>
              </p:blipFill>
              <p:spPr>
                <a:xfrm>
                  <a:off x="5243504" y="4499562"/>
                  <a:ext cx="12132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5" name="Ink 174">
                  <a:extLst>
                    <a:ext uri="{FF2B5EF4-FFF2-40B4-BE49-F238E27FC236}">
                      <a16:creationId xmlns:a16="http://schemas.microsoft.com/office/drawing/2014/main" id="{79CA677C-A3EE-1BE3-8CDF-AE0C9782B599}"/>
                    </a:ext>
                  </a:extLst>
                </p14:cNvPr>
                <p14:cNvContentPartPr/>
                <p14:nvPr/>
              </p14:nvContentPartPr>
              <p14:xfrm>
                <a:off x="5366984" y="4467522"/>
                <a:ext cx="14760" cy="131400"/>
              </p14:xfrm>
            </p:contentPart>
          </mc:Choice>
          <mc:Fallback>
            <p:pic>
              <p:nvPicPr>
                <p:cNvPr id="175" name="Ink 174">
                  <a:extLst>
                    <a:ext uri="{FF2B5EF4-FFF2-40B4-BE49-F238E27FC236}">
                      <a16:creationId xmlns:a16="http://schemas.microsoft.com/office/drawing/2014/main" id="{79CA677C-A3EE-1BE3-8CDF-AE0C9782B599}"/>
                    </a:ext>
                  </a:extLst>
                </p:cNvPr>
                <p:cNvPicPr/>
                <p:nvPr/>
              </p:nvPicPr>
              <p:blipFill>
                <a:blip r:embed="rId293"/>
                <a:stretch>
                  <a:fillRect/>
                </a:stretch>
              </p:blipFill>
              <p:spPr>
                <a:xfrm>
                  <a:off x="5358344" y="4458882"/>
                  <a:ext cx="3240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6" name="Ink 175">
                  <a:extLst>
                    <a:ext uri="{FF2B5EF4-FFF2-40B4-BE49-F238E27FC236}">
                      <a16:creationId xmlns:a16="http://schemas.microsoft.com/office/drawing/2014/main" id="{FF68AA4F-A2F2-8D73-2BA9-D13BC4E1D564}"/>
                    </a:ext>
                  </a:extLst>
                </p14:cNvPr>
                <p14:cNvContentPartPr/>
                <p14:nvPr/>
              </p14:nvContentPartPr>
              <p14:xfrm>
                <a:off x="5406944" y="4519002"/>
                <a:ext cx="57600" cy="33480"/>
              </p14:xfrm>
            </p:contentPart>
          </mc:Choice>
          <mc:Fallback>
            <p:pic>
              <p:nvPicPr>
                <p:cNvPr id="176" name="Ink 175">
                  <a:extLst>
                    <a:ext uri="{FF2B5EF4-FFF2-40B4-BE49-F238E27FC236}">
                      <a16:creationId xmlns:a16="http://schemas.microsoft.com/office/drawing/2014/main" id="{FF68AA4F-A2F2-8D73-2BA9-D13BC4E1D564}"/>
                    </a:ext>
                  </a:extLst>
                </p:cNvPr>
                <p:cNvPicPr/>
                <p:nvPr/>
              </p:nvPicPr>
              <p:blipFill>
                <a:blip r:embed="rId295"/>
                <a:stretch>
                  <a:fillRect/>
                </a:stretch>
              </p:blipFill>
              <p:spPr>
                <a:xfrm>
                  <a:off x="5397944" y="4510002"/>
                  <a:ext cx="7524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78" name="Ink 177">
                  <a:extLst>
                    <a:ext uri="{FF2B5EF4-FFF2-40B4-BE49-F238E27FC236}">
                      <a16:creationId xmlns:a16="http://schemas.microsoft.com/office/drawing/2014/main" id="{0B2D3FA0-7718-0D7F-2027-1D02B7947A4E}"/>
                    </a:ext>
                  </a:extLst>
                </p14:cNvPr>
                <p14:cNvContentPartPr/>
                <p14:nvPr/>
              </p14:nvContentPartPr>
              <p14:xfrm>
                <a:off x="5923904" y="4523322"/>
                <a:ext cx="155520" cy="91800"/>
              </p14:xfrm>
            </p:contentPart>
          </mc:Choice>
          <mc:Fallback>
            <p:pic>
              <p:nvPicPr>
                <p:cNvPr id="178" name="Ink 177">
                  <a:extLst>
                    <a:ext uri="{FF2B5EF4-FFF2-40B4-BE49-F238E27FC236}">
                      <a16:creationId xmlns:a16="http://schemas.microsoft.com/office/drawing/2014/main" id="{0B2D3FA0-7718-0D7F-2027-1D02B7947A4E}"/>
                    </a:ext>
                  </a:extLst>
                </p:cNvPr>
                <p:cNvPicPr/>
                <p:nvPr/>
              </p:nvPicPr>
              <p:blipFill>
                <a:blip r:embed="rId297"/>
                <a:stretch>
                  <a:fillRect/>
                </a:stretch>
              </p:blipFill>
              <p:spPr>
                <a:xfrm>
                  <a:off x="5914904" y="4514322"/>
                  <a:ext cx="17316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79" name="Ink 178">
                  <a:extLst>
                    <a:ext uri="{FF2B5EF4-FFF2-40B4-BE49-F238E27FC236}">
                      <a16:creationId xmlns:a16="http://schemas.microsoft.com/office/drawing/2014/main" id="{BB42B4FF-77FB-CCD3-20A3-014279F778C0}"/>
                    </a:ext>
                  </a:extLst>
                </p14:cNvPr>
                <p14:cNvContentPartPr/>
                <p14:nvPr/>
              </p14:nvContentPartPr>
              <p14:xfrm>
                <a:off x="6137024" y="4531242"/>
                <a:ext cx="79560" cy="95040"/>
              </p14:xfrm>
            </p:contentPart>
          </mc:Choice>
          <mc:Fallback>
            <p:pic>
              <p:nvPicPr>
                <p:cNvPr id="179" name="Ink 178">
                  <a:extLst>
                    <a:ext uri="{FF2B5EF4-FFF2-40B4-BE49-F238E27FC236}">
                      <a16:creationId xmlns:a16="http://schemas.microsoft.com/office/drawing/2014/main" id="{BB42B4FF-77FB-CCD3-20A3-014279F778C0}"/>
                    </a:ext>
                  </a:extLst>
                </p:cNvPr>
                <p:cNvPicPr/>
                <p:nvPr/>
              </p:nvPicPr>
              <p:blipFill>
                <a:blip r:embed="rId299"/>
                <a:stretch>
                  <a:fillRect/>
                </a:stretch>
              </p:blipFill>
              <p:spPr>
                <a:xfrm>
                  <a:off x="6128024" y="4522602"/>
                  <a:ext cx="9720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0" name="Ink 179">
                  <a:extLst>
                    <a:ext uri="{FF2B5EF4-FFF2-40B4-BE49-F238E27FC236}">
                      <a16:creationId xmlns:a16="http://schemas.microsoft.com/office/drawing/2014/main" id="{BC4079A7-9F36-E0B9-64D4-9AAF7A497F7A}"/>
                    </a:ext>
                  </a:extLst>
                </p14:cNvPr>
                <p14:cNvContentPartPr/>
                <p14:nvPr/>
              </p14:nvContentPartPr>
              <p14:xfrm>
                <a:off x="6301184" y="4554642"/>
                <a:ext cx="145080" cy="142920"/>
              </p14:xfrm>
            </p:contentPart>
          </mc:Choice>
          <mc:Fallback>
            <p:pic>
              <p:nvPicPr>
                <p:cNvPr id="180" name="Ink 179">
                  <a:extLst>
                    <a:ext uri="{FF2B5EF4-FFF2-40B4-BE49-F238E27FC236}">
                      <a16:creationId xmlns:a16="http://schemas.microsoft.com/office/drawing/2014/main" id="{BC4079A7-9F36-E0B9-64D4-9AAF7A497F7A}"/>
                    </a:ext>
                  </a:extLst>
                </p:cNvPr>
                <p:cNvPicPr/>
                <p:nvPr/>
              </p:nvPicPr>
              <p:blipFill>
                <a:blip r:embed="rId301"/>
                <a:stretch>
                  <a:fillRect/>
                </a:stretch>
              </p:blipFill>
              <p:spPr>
                <a:xfrm>
                  <a:off x="6292544" y="4545642"/>
                  <a:ext cx="16272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1" name="Ink 180">
                  <a:extLst>
                    <a:ext uri="{FF2B5EF4-FFF2-40B4-BE49-F238E27FC236}">
                      <a16:creationId xmlns:a16="http://schemas.microsoft.com/office/drawing/2014/main" id="{85D6DD15-A990-9478-10E6-E89BBA950861}"/>
                    </a:ext>
                  </a:extLst>
                </p14:cNvPr>
                <p14:cNvContentPartPr/>
                <p14:nvPr/>
              </p14:nvContentPartPr>
              <p14:xfrm>
                <a:off x="5354024" y="4671642"/>
                <a:ext cx="119520" cy="12960"/>
              </p14:xfrm>
            </p:contentPart>
          </mc:Choice>
          <mc:Fallback>
            <p:pic>
              <p:nvPicPr>
                <p:cNvPr id="181" name="Ink 180">
                  <a:extLst>
                    <a:ext uri="{FF2B5EF4-FFF2-40B4-BE49-F238E27FC236}">
                      <a16:creationId xmlns:a16="http://schemas.microsoft.com/office/drawing/2014/main" id="{85D6DD15-A990-9478-10E6-E89BBA950861}"/>
                    </a:ext>
                  </a:extLst>
                </p:cNvPr>
                <p:cNvPicPr/>
                <p:nvPr/>
              </p:nvPicPr>
              <p:blipFill>
                <a:blip r:embed="rId303"/>
                <a:stretch>
                  <a:fillRect/>
                </a:stretch>
              </p:blipFill>
              <p:spPr>
                <a:xfrm>
                  <a:off x="5345024" y="4662642"/>
                  <a:ext cx="13716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2" name="Ink 181">
                  <a:extLst>
                    <a:ext uri="{FF2B5EF4-FFF2-40B4-BE49-F238E27FC236}">
                      <a16:creationId xmlns:a16="http://schemas.microsoft.com/office/drawing/2014/main" id="{A0E427E4-00B9-5698-DCA4-D5C735928056}"/>
                    </a:ext>
                  </a:extLst>
                </p14:cNvPr>
                <p14:cNvContentPartPr/>
                <p14:nvPr/>
              </p14:nvContentPartPr>
              <p14:xfrm>
                <a:off x="5425304" y="4671282"/>
                <a:ext cx="16560" cy="62280"/>
              </p14:xfrm>
            </p:contentPart>
          </mc:Choice>
          <mc:Fallback>
            <p:pic>
              <p:nvPicPr>
                <p:cNvPr id="182" name="Ink 181">
                  <a:extLst>
                    <a:ext uri="{FF2B5EF4-FFF2-40B4-BE49-F238E27FC236}">
                      <a16:creationId xmlns:a16="http://schemas.microsoft.com/office/drawing/2014/main" id="{A0E427E4-00B9-5698-DCA4-D5C735928056}"/>
                    </a:ext>
                  </a:extLst>
                </p:cNvPr>
                <p:cNvPicPr/>
                <p:nvPr/>
              </p:nvPicPr>
              <p:blipFill>
                <a:blip r:embed="rId305"/>
                <a:stretch>
                  <a:fillRect/>
                </a:stretch>
              </p:blipFill>
              <p:spPr>
                <a:xfrm>
                  <a:off x="5416304" y="4662282"/>
                  <a:ext cx="3420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4" name="Ink 183">
                  <a:extLst>
                    <a:ext uri="{FF2B5EF4-FFF2-40B4-BE49-F238E27FC236}">
                      <a16:creationId xmlns:a16="http://schemas.microsoft.com/office/drawing/2014/main" id="{59BC596C-286A-1F22-1653-B2ACB2C5FE32}"/>
                    </a:ext>
                  </a:extLst>
                </p14:cNvPr>
                <p14:cNvContentPartPr/>
                <p14:nvPr/>
              </p14:nvContentPartPr>
              <p14:xfrm>
                <a:off x="6425384" y="4128042"/>
                <a:ext cx="592920" cy="586440"/>
              </p14:xfrm>
            </p:contentPart>
          </mc:Choice>
          <mc:Fallback>
            <p:pic>
              <p:nvPicPr>
                <p:cNvPr id="184" name="Ink 183">
                  <a:extLst>
                    <a:ext uri="{FF2B5EF4-FFF2-40B4-BE49-F238E27FC236}">
                      <a16:creationId xmlns:a16="http://schemas.microsoft.com/office/drawing/2014/main" id="{59BC596C-286A-1F22-1653-B2ACB2C5FE32}"/>
                    </a:ext>
                  </a:extLst>
                </p:cNvPr>
                <p:cNvPicPr/>
                <p:nvPr/>
              </p:nvPicPr>
              <p:blipFill>
                <a:blip r:embed="rId307"/>
                <a:stretch>
                  <a:fillRect/>
                </a:stretch>
              </p:blipFill>
              <p:spPr>
                <a:xfrm>
                  <a:off x="6416384" y="4119042"/>
                  <a:ext cx="610560" cy="60408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85" name="Ink 184">
                  <a:extLst>
                    <a:ext uri="{FF2B5EF4-FFF2-40B4-BE49-F238E27FC236}">
                      <a16:creationId xmlns:a16="http://schemas.microsoft.com/office/drawing/2014/main" id="{935D2599-79BB-8F63-93EB-A80477E0826B}"/>
                    </a:ext>
                  </a:extLst>
                </p14:cNvPr>
                <p14:cNvContentPartPr/>
                <p14:nvPr/>
              </p14:nvContentPartPr>
              <p14:xfrm>
                <a:off x="6407024" y="4681722"/>
                <a:ext cx="72720" cy="50040"/>
              </p14:xfrm>
            </p:contentPart>
          </mc:Choice>
          <mc:Fallback>
            <p:pic>
              <p:nvPicPr>
                <p:cNvPr id="185" name="Ink 184">
                  <a:extLst>
                    <a:ext uri="{FF2B5EF4-FFF2-40B4-BE49-F238E27FC236}">
                      <a16:creationId xmlns:a16="http://schemas.microsoft.com/office/drawing/2014/main" id="{935D2599-79BB-8F63-93EB-A80477E0826B}"/>
                    </a:ext>
                  </a:extLst>
                </p:cNvPr>
                <p:cNvPicPr/>
                <p:nvPr/>
              </p:nvPicPr>
              <p:blipFill>
                <a:blip r:embed="rId309"/>
                <a:stretch>
                  <a:fillRect/>
                </a:stretch>
              </p:blipFill>
              <p:spPr>
                <a:xfrm>
                  <a:off x="6398024" y="4673082"/>
                  <a:ext cx="9036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87" name="Ink 186">
                  <a:extLst>
                    <a:ext uri="{FF2B5EF4-FFF2-40B4-BE49-F238E27FC236}">
                      <a16:creationId xmlns:a16="http://schemas.microsoft.com/office/drawing/2014/main" id="{8D47572B-F6EF-9015-5AB4-121A8ED89FB8}"/>
                    </a:ext>
                  </a:extLst>
                </p14:cNvPr>
                <p14:cNvContentPartPr/>
                <p14:nvPr/>
              </p14:nvContentPartPr>
              <p14:xfrm>
                <a:off x="5826344" y="4704762"/>
                <a:ext cx="92520" cy="85680"/>
              </p14:xfrm>
            </p:contentPart>
          </mc:Choice>
          <mc:Fallback>
            <p:pic>
              <p:nvPicPr>
                <p:cNvPr id="187" name="Ink 186">
                  <a:extLst>
                    <a:ext uri="{FF2B5EF4-FFF2-40B4-BE49-F238E27FC236}">
                      <a16:creationId xmlns:a16="http://schemas.microsoft.com/office/drawing/2014/main" id="{8D47572B-F6EF-9015-5AB4-121A8ED89FB8}"/>
                    </a:ext>
                  </a:extLst>
                </p:cNvPr>
                <p:cNvPicPr/>
                <p:nvPr/>
              </p:nvPicPr>
              <p:blipFill>
                <a:blip r:embed="rId311"/>
                <a:stretch>
                  <a:fillRect/>
                </a:stretch>
              </p:blipFill>
              <p:spPr>
                <a:xfrm>
                  <a:off x="5817704" y="4696122"/>
                  <a:ext cx="11016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88" name="Ink 187">
                  <a:extLst>
                    <a:ext uri="{FF2B5EF4-FFF2-40B4-BE49-F238E27FC236}">
                      <a16:creationId xmlns:a16="http://schemas.microsoft.com/office/drawing/2014/main" id="{57186BF3-6AE7-8858-6701-FFA3782E1A92}"/>
                    </a:ext>
                  </a:extLst>
                </p14:cNvPr>
                <p14:cNvContentPartPr/>
                <p14:nvPr/>
              </p14:nvContentPartPr>
              <p14:xfrm>
                <a:off x="6136664" y="4717722"/>
                <a:ext cx="98640" cy="67320"/>
              </p14:xfrm>
            </p:contentPart>
          </mc:Choice>
          <mc:Fallback>
            <p:pic>
              <p:nvPicPr>
                <p:cNvPr id="188" name="Ink 187">
                  <a:extLst>
                    <a:ext uri="{FF2B5EF4-FFF2-40B4-BE49-F238E27FC236}">
                      <a16:creationId xmlns:a16="http://schemas.microsoft.com/office/drawing/2014/main" id="{57186BF3-6AE7-8858-6701-FFA3782E1A92}"/>
                    </a:ext>
                  </a:extLst>
                </p:cNvPr>
                <p:cNvPicPr/>
                <p:nvPr/>
              </p:nvPicPr>
              <p:blipFill>
                <a:blip r:embed="rId313"/>
                <a:stretch>
                  <a:fillRect/>
                </a:stretch>
              </p:blipFill>
              <p:spPr>
                <a:xfrm>
                  <a:off x="6127664" y="4708722"/>
                  <a:ext cx="11628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93" name="Ink 192">
                  <a:extLst>
                    <a:ext uri="{FF2B5EF4-FFF2-40B4-BE49-F238E27FC236}">
                      <a16:creationId xmlns:a16="http://schemas.microsoft.com/office/drawing/2014/main" id="{F5142F09-070F-7265-6F20-DAEAE7266188}"/>
                    </a:ext>
                  </a:extLst>
                </p14:cNvPr>
                <p14:cNvContentPartPr/>
                <p14:nvPr/>
              </p14:nvContentPartPr>
              <p14:xfrm>
                <a:off x="1430384" y="4790082"/>
                <a:ext cx="164880" cy="326880"/>
              </p14:xfrm>
            </p:contentPart>
          </mc:Choice>
          <mc:Fallback>
            <p:pic>
              <p:nvPicPr>
                <p:cNvPr id="193" name="Ink 192">
                  <a:extLst>
                    <a:ext uri="{FF2B5EF4-FFF2-40B4-BE49-F238E27FC236}">
                      <a16:creationId xmlns:a16="http://schemas.microsoft.com/office/drawing/2014/main" id="{F5142F09-070F-7265-6F20-DAEAE7266188}"/>
                    </a:ext>
                  </a:extLst>
                </p:cNvPr>
                <p:cNvPicPr/>
                <p:nvPr/>
              </p:nvPicPr>
              <p:blipFill>
                <a:blip r:embed="rId315"/>
                <a:stretch>
                  <a:fillRect/>
                </a:stretch>
              </p:blipFill>
              <p:spPr>
                <a:xfrm>
                  <a:off x="1421744" y="4781082"/>
                  <a:ext cx="182520" cy="34452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94" name="Ink 193">
                  <a:extLst>
                    <a:ext uri="{FF2B5EF4-FFF2-40B4-BE49-F238E27FC236}">
                      <a16:creationId xmlns:a16="http://schemas.microsoft.com/office/drawing/2014/main" id="{AC7080C8-E4DC-22DD-8C81-70F23B410D5E}"/>
                    </a:ext>
                  </a:extLst>
                </p14:cNvPr>
                <p14:cNvContentPartPr/>
                <p14:nvPr/>
              </p14:nvContentPartPr>
              <p14:xfrm>
                <a:off x="1642424" y="4936962"/>
                <a:ext cx="108720" cy="140760"/>
              </p14:xfrm>
            </p:contentPart>
          </mc:Choice>
          <mc:Fallback>
            <p:pic>
              <p:nvPicPr>
                <p:cNvPr id="194" name="Ink 193">
                  <a:extLst>
                    <a:ext uri="{FF2B5EF4-FFF2-40B4-BE49-F238E27FC236}">
                      <a16:creationId xmlns:a16="http://schemas.microsoft.com/office/drawing/2014/main" id="{AC7080C8-E4DC-22DD-8C81-70F23B410D5E}"/>
                    </a:ext>
                  </a:extLst>
                </p:cNvPr>
                <p:cNvPicPr/>
                <p:nvPr/>
              </p:nvPicPr>
              <p:blipFill>
                <a:blip r:embed="rId317"/>
                <a:stretch>
                  <a:fillRect/>
                </a:stretch>
              </p:blipFill>
              <p:spPr>
                <a:xfrm>
                  <a:off x="1633424" y="4927962"/>
                  <a:ext cx="12636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95" name="Ink 194">
                  <a:extLst>
                    <a:ext uri="{FF2B5EF4-FFF2-40B4-BE49-F238E27FC236}">
                      <a16:creationId xmlns:a16="http://schemas.microsoft.com/office/drawing/2014/main" id="{F244F124-A01B-3A88-3A2C-D8FF86D7FF8E}"/>
                    </a:ext>
                  </a:extLst>
                </p14:cNvPr>
                <p14:cNvContentPartPr/>
                <p14:nvPr/>
              </p14:nvContentPartPr>
              <p14:xfrm>
                <a:off x="1834664" y="4867482"/>
                <a:ext cx="9360" cy="225360"/>
              </p14:xfrm>
            </p:contentPart>
          </mc:Choice>
          <mc:Fallback>
            <p:pic>
              <p:nvPicPr>
                <p:cNvPr id="195" name="Ink 194">
                  <a:extLst>
                    <a:ext uri="{FF2B5EF4-FFF2-40B4-BE49-F238E27FC236}">
                      <a16:creationId xmlns:a16="http://schemas.microsoft.com/office/drawing/2014/main" id="{F244F124-A01B-3A88-3A2C-D8FF86D7FF8E}"/>
                    </a:ext>
                  </a:extLst>
                </p:cNvPr>
                <p:cNvPicPr/>
                <p:nvPr/>
              </p:nvPicPr>
              <p:blipFill>
                <a:blip r:embed="rId319"/>
                <a:stretch>
                  <a:fillRect/>
                </a:stretch>
              </p:blipFill>
              <p:spPr>
                <a:xfrm>
                  <a:off x="1826024" y="4858842"/>
                  <a:ext cx="2700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96" name="Ink 195">
                  <a:extLst>
                    <a:ext uri="{FF2B5EF4-FFF2-40B4-BE49-F238E27FC236}">
                      <a16:creationId xmlns:a16="http://schemas.microsoft.com/office/drawing/2014/main" id="{C2C4D34E-1450-0CE4-33BB-FB9DFC58AB56}"/>
                    </a:ext>
                  </a:extLst>
                </p14:cNvPr>
                <p14:cNvContentPartPr/>
                <p14:nvPr/>
              </p14:nvContentPartPr>
              <p14:xfrm>
                <a:off x="1835024" y="4937322"/>
                <a:ext cx="258840" cy="181440"/>
              </p14:xfrm>
            </p:contentPart>
          </mc:Choice>
          <mc:Fallback>
            <p:pic>
              <p:nvPicPr>
                <p:cNvPr id="196" name="Ink 195">
                  <a:extLst>
                    <a:ext uri="{FF2B5EF4-FFF2-40B4-BE49-F238E27FC236}">
                      <a16:creationId xmlns:a16="http://schemas.microsoft.com/office/drawing/2014/main" id="{C2C4D34E-1450-0CE4-33BB-FB9DFC58AB56}"/>
                    </a:ext>
                  </a:extLst>
                </p:cNvPr>
                <p:cNvPicPr/>
                <p:nvPr/>
              </p:nvPicPr>
              <p:blipFill>
                <a:blip r:embed="rId321"/>
                <a:stretch>
                  <a:fillRect/>
                </a:stretch>
              </p:blipFill>
              <p:spPr>
                <a:xfrm>
                  <a:off x="1826384" y="4928682"/>
                  <a:ext cx="27648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197" name="Ink 196">
                  <a:extLst>
                    <a:ext uri="{FF2B5EF4-FFF2-40B4-BE49-F238E27FC236}">
                      <a16:creationId xmlns:a16="http://schemas.microsoft.com/office/drawing/2014/main" id="{3D563364-F02E-4352-21BD-576ECE882A9F}"/>
                    </a:ext>
                  </a:extLst>
                </p14:cNvPr>
                <p14:cNvContentPartPr/>
                <p14:nvPr/>
              </p14:nvContentPartPr>
              <p14:xfrm>
                <a:off x="2133104" y="4962162"/>
                <a:ext cx="127800" cy="109800"/>
              </p14:xfrm>
            </p:contentPart>
          </mc:Choice>
          <mc:Fallback>
            <p:pic>
              <p:nvPicPr>
                <p:cNvPr id="197" name="Ink 196">
                  <a:extLst>
                    <a:ext uri="{FF2B5EF4-FFF2-40B4-BE49-F238E27FC236}">
                      <a16:creationId xmlns:a16="http://schemas.microsoft.com/office/drawing/2014/main" id="{3D563364-F02E-4352-21BD-576ECE882A9F}"/>
                    </a:ext>
                  </a:extLst>
                </p:cNvPr>
                <p:cNvPicPr/>
                <p:nvPr/>
              </p:nvPicPr>
              <p:blipFill>
                <a:blip r:embed="rId323"/>
                <a:stretch>
                  <a:fillRect/>
                </a:stretch>
              </p:blipFill>
              <p:spPr>
                <a:xfrm>
                  <a:off x="2124464" y="4953162"/>
                  <a:ext cx="14544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98" name="Ink 197">
                  <a:extLst>
                    <a:ext uri="{FF2B5EF4-FFF2-40B4-BE49-F238E27FC236}">
                      <a16:creationId xmlns:a16="http://schemas.microsoft.com/office/drawing/2014/main" id="{E8689EF0-538C-109E-73A2-D623EDB8C5F0}"/>
                    </a:ext>
                  </a:extLst>
                </p14:cNvPr>
                <p14:cNvContentPartPr/>
                <p14:nvPr/>
              </p14:nvContentPartPr>
              <p14:xfrm>
                <a:off x="2338664" y="4950642"/>
                <a:ext cx="167040" cy="133920"/>
              </p14:xfrm>
            </p:contentPart>
          </mc:Choice>
          <mc:Fallback>
            <p:pic>
              <p:nvPicPr>
                <p:cNvPr id="198" name="Ink 197">
                  <a:extLst>
                    <a:ext uri="{FF2B5EF4-FFF2-40B4-BE49-F238E27FC236}">
                      <a16:creationId xmlns:a16="http://schemas.microsoft.com/office/drawing/2014/main" id="{E8689EF0-538C-109E-73A2-D623EDB8C5F0}"/>
                    </a:ext>
                  </a:extLst>
                </p:cNvPr>
                <p:cNvPicPr/>
                <p:nvPr/>
              </p:nvPicPr>
              <p:blipFill>
                <a:blip r:embed="rId325"/>
                <a:stretch>
                  <a:fillRect/>
                </a:stretch>
              </p:blipFill>
              <p:spPr>
                <a:xfrm>
                  <a:off x="2330024" y="4941642"/>
                  <a:ext cx="18468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199" name="Ink 198">
                  <a:extLst>
                    <a:ext uri="{FF2B5EF4-FFF2-40B4-BE49-F238E27FC236}">
                      <a16:creationId xmlns:a16="http://schemas.microsoft.com/office/drawing/2014/main" id="{FD6E370F-DF1A-BAB9-854E-4ED9947C6416}"/>
                    </a:ext>
                  </a:extLst>
                </p14:cNvPr>
                <p14:cNvContentPartPr/>
                <p14:nvPr/>
              </p14:nvContentPartPr>
              <p14:xfrm>
                <a:off x="2693984" y="4926882"/>
                <a:ext cx="255960" cy="129600"/>
              </p14:xfrm>
            </p:contentPart>
          </mc:Choice>
          <mc:Fallback>
            <p:pic>
              <p:nvPicPr>
                <p:cNvPr id="199" name="Ink 198">
                  <a:extLst>
                    <a:ext uri="{FF2B5EF4-FFF2-40B4-BE49-F238E27FC236}">
                      <a16:creationId xmlns:a16="http://schemas.microsoft.com/office/drawing/2014/main" id="{FD6E370F-DF1A-BAB9-854E-4ED9947C6416}"/>
                    </a:ext>
                  </a:extLst>
                </p:cNvPr>
                <p:cNvPicPr/>
                <p:nvPr/>
              </p:nvPicPr>
              <p:blipFill>
                <a:blip r:embed="rId327"/>
                <a:stretch>
                  <a:fillRect/>
                </a:stretch>
              </p:blipFill>
              <p:spPr>
                <a:xfrm>
                  <a:off x="2684984" y="4917882"/>
                  <a:ext cx="27360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00" name="Ink 199">
                  <a:extLst>
                    <a:ext uri="{FF2B5EF4-FFF2-40B4-BE49-F238E27FC236}">
                      <a16:creationId xmlns:a16="http://schemas.microsoft.com/office/drawing/2014/main" id="{2F1E3F87-77B2-5962-0D10-93B00902114F}"/>
                    </a:ext>
                  </a:extLst>
                </p14:cNvPr>
                <p14:cNvContentPartPr/>
                <p14:nvPr/>
              </p14:nvContentPartPr>
              <p14:xfrm>
                <a:off x="2600024" y="5044242"/>
                <a:ext cx="393480" cy="382320"/>
              </p14:xfrm>
            </p:contentPart>
          </mc:Choice>
          <mc:Fallback>
            <p:pic>
              <p:nvPicPr>
                <p:cNvPr id="200" name="Ink 199">
                  <a:extLst>
                    <a:ext uri="{FF2B5EF4-FFF2-40B4-BE49-F238E27FC236}">
                      <a16:creationId xmlns:a16="http://schemas.microsoft.com/office/drawing/2014/main" id="{2F1E3F87-77B2-5962-0D10-93B00902114F}"/>
                    </a:ext>
                  </a:extLst>
                </p:cNvPr>
                <p:cNvPicPr/>
                <p:nvPr/>
              </p:nvPicPr>
              <p:blipFill>
                <a:blip r:embed="rId329"/>
                <a:stretch>
                  <a:fillRect/>
                </a:stretch>
              </p:blipFill>
              <p:spPr>
                <a:xfrm>
                  <a:off x="2591384" y="5035602"/>
                  <a:ext cx="411120" cy="39996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04" name="Ink 203">
                  <a:extLst>
                    <a:ext uri="{FF2B5EF4-FFF2-40B4-BE49-F238E27FC236}">
                      <a16:creationId xmlns:a16="http://schemas.microsoft.com/office/drawing/2014/main" id="{41410108-3FF9-4A62-4716-A997A0BE0F8A}"/>
                    </a:ext>
                  </a:extLst>
                </p14:cNvPr>
                <p14:cNvContentPartPr/>
                <p14:nvPr/>
              </p14:nvContentPartPr>
              <p14:xfrm>
                <a:off x="3259904" y="4830402"/>
                <a:ext cx="360" cy="11880"/>
              </p14:xfrm>
            </p:contentPart>
          </mc:Choice>
          <mc:Fallback>
            <p:pic>
              <p:nvPicPr>
                <p:cNvPr id="204" name="Ink 203">
                  <a:extLst>
                    <a:ext uri="{FF2B5EF4-FFF2-40B4-BE49-F238E27FC236}">
                      <a16:creationId xmlns:a16="http://schemas.microsoft.com/office/drawing/2014/main" id="{41410108-3FF9-4A62-4716-A997A0BE0F8A}"/>
                    </a:ext>
                  </a:extLst>
                </p:cNvPr>
                <p:cNvPicPr/>
                <p:nvPr/>
              </p:nvPicPr>
              <p:blipFill>
                <a:blip r:embed="rId331"/>
                <a:stretch>
                  <a:fillRect/>
                </a:stretch>
              </p:blipFill>
              <p:spPr>
                <a:xfrm>
                  <a:off x="3251264" y="4821762"/>
                  <a:ext cx="1800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05" name="Ink 204">
                  <a:extLst>
                    <a:ext uri="{FF2B5EF4-FFF2-40B4-BE49-F238E27FC236}">
                      <a16:creationId xmlns:a16="http://schemas.microsoft.com/office/drawing/2014/main" id="{90D3D2F2-DF8F-B330-9FE2-50C32AE8DE55}"/>
                    </a:ext>
                  </a:extLst>
                </p14:cNvPr>
                <p14:cNvContentPartPr/>
                <p14:nvPr/>
              </p14:nvContentPartPr>
              <p14:xfrm>
                <a:off x="3141824" y="4830042"/>
                <a:ext cx="154800" cy="213480"/>
              </p14:xfrm>
            </p:contentPart>
          </mc:Choice>
          <mc:Fallback>
            <p:pic>
              <p:nvPicPr>
                <p:cNvPr id="205" name="Ink 204">
                  <a:extLst>
                    <a:ext uri="{FF2B5EF4-FFF2-40B4-BE49-F238E27FC236}">
                      <a16:creationId xmlns:a16="http://schemas.microsoft.com/office/drawing/2014/main" id="{90D3D2F2-DF8F-B330-9FE2-50C32AE8DE55}"/>
                    </a:ext>
                  </a:extLst>
                </p:cNvPr>
                <p:cNvPicPr/>
                <p:nvPr/>
              </p:nvPicPr>
              <p:blipFill>
                <a:blip r:embed="rId333"/>
                <a:stretch>
                  <a:fillRect/>
                </a:stretch>
              </p:blipFill>
              <p:spPr>
                <a:xfrm>
                  <a:off x="3133184" y="4821402"/>
                  <a:ext cx="17244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06" name="Ink 205">
                  <a:extLst>
                    <a:ext uri="{FF2B5EF4-FFF2-40B4-BE49-F238E27FC236}">
                      <a16:creationId xmlns:a16="http://schemas.microsoft.com/office/drawing/2014/main" id="{ECB2CE35-D7EA-0FF4-FF08-05CB02E83267}"/>
                    </a:ext>
                  </a:extLst>
                </p14:cNvPr>
                <p14:cNvContentPartPr/>
                <p14:nvPr/>
              </p14:nvContentPartPr>
              <p14:xfrm>
                <a:off x="3308864" y="4869282"/>
                <a:ext cx="541800" cy="142560"/>
              </p14:xfrm>
            </p:contentPart>
          </mc:Choice>
          <mc:Fallback>
            <p:pic>
              <p:nvPicPr>
                <p:cNvPr id="206" name="Ink 205">
                  <a:extLst>
                    <a:ext uri="{FF2B5EF4-FFF2-40B4-BE49-F238E27FC236}">
                      <a16:creationId xmlns:a16="http://schemas.microsoft.com/office/drawing/2014/main" id="{ECB2CE35-D7EA-0FF4-FF08-05CB02E83267}"/>
                    </a:ext>
                  </a:extLst>
                </p:cNvPr>
                <p:cNvPicPr/>
                <p:nvPr/>
              </p:nvPicPr>
              <p:blipFill>
                <a:blip r:embed="rId335"/>
                <a:stretch>
                  <a:fillRect/>
                </a:stretch>
              </p:blipFill>
              <p:spPr>
                <a:xfrm>
                  <a:off x="3300224" y="4860642"/>
                  <a:ext cx="55944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07" name="Ink 206">
                  <a:extLst>
                    <a:ext uri="{FF2B5EF4-FFF2-40B4-BE49-F238E27FC236}">
                      <a16:creationId xmlns:a16="http://schemas.microsoft.com/office/drawing/2014/main" id="{DF512914-D710-A15D-7C4C-8E4E27CDCE8C}"/>
                    </a:ext>
                  </a:extLst>
                </p14:cNvPr>
                <p14:cNvContentPartPr/>
                <p14:nvPr/>
              </p14:nvContentPartPr>
              <p14:xfrm>
                <a:off x="3140024" y="5150442"/>
                <a:ext cx="137520" cy="281160"/>
              </p14:xfrm>
            </p:contentPart>
          </mc:Choice>
          <mc:Fallback>
            <p:pic>
              <p:nvPicPr>
                <p:cNvPr id="207" name="Ink 206">
                  <a:extLst>
                    <a:ext uri="{FF2B5EF4-FFF2-40B4-BE49-F238E27FC236}">
                      <a16:creationId xmlns:a16="http://schemas.microsoft.com/office/drawing/2014/main" id="{DF512914-D710-A15D-7C4C-8E4E27CDCE8C}"/>
                    </a:ext>
                  </a:extLst>
                </p:cNvPr>
                <p:cNvPicPr/>
                <p:nvPr/>
              </p:nvPicPr>
              <p:blipFill>
                <a:blip r:embed="rId337"/>
                <a:stretch>
                  <a:fillRect/>
                </a:stretch>
              </p:blipFill>
              <p:spPr>
                <a:xfrm>
                  <a:off x="3131024" y="5141442"/>
                  <a:ext cx="15516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08" name="Ink 207">
                  <a:extLst>
                    <a:ext uri="{FF2B5EF4-FFF2-40B4-BE49-F238E27FC236}">
                      <a16:creationId xmlns:a16="http://schemas.microsoft.com/office/drawing/2014/main" id="{7E4694F2-F206-DB33-912F-D3178E314F4D}"/>
                    </a:ext>
                  </a:extLst>
                </p14:cNvPr>
                <p14:cNvContentPartPr/>
                <p14:nvPr/>
              </p14:nvContentPartPr>
              <p14:xfrm>
                <a:off x="3295544" y="5262762"/>
                <a:ext cx="122760" cy="159840"/>
              </p14:xfrm>
            </p:contentPart>
          </mc:Choice>
          <mc:Fallback>
            <p:pic>
              <p:nvPicPr>
                <p:cNvPr id="208" name="Ink 207">
                  <a:extLst>
                    <a:ext uri="{FF2B5EF4-FFF2-40B4-BE49-F238E27FC236}">
                      <a16:creationId xmlns:a16="http://schemas.microsoft.com/office/drawing/2014/main" id="{7E4694F2-F206-DB33-912F-D3178E314F4D}"/>
                    </a:ext>
                  </a:extLst>
                </p:cNvPr>
                <p:cNvPicPr/>
                <p:nvPr/>
              </p:nvPicPr>
              <p:blipFill>
                <a:blip r:embed="rId339"/>
                <a:stretch>
                  <a:fillRect/>
                </a:stretch>
              </p:blipFill>
              <p:spPr>
                <a:xfrm>
                  <a:off x="3286544" y="5253762"/>
                  <a:ext cx="14040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09" name="Ink 208">
                  <a:extLst>
                    <a:ext uri="{FF2B5EF4-FFF2-40B4-BE49-F238E27FC236}">
                      <a16:creationId xmlns:a16="http://schemas.microsoft.com/office/drawing/2014/main" id="{8957A35A-D748-B740-AFA7-1E528B21D39B}"/>
                    </a:ext>
                  </a:extLst>
                </p14:cNvPr>
                <p14:cNvContentPartPr/>
                <p14:nvPr/>
              </p14:nvContentPartPr>
              <p14:xfrm>
                <a:off x="3456464" y="5294802"/>
                <a:ext cx="127080" cy="185040"/>
              </p14:xfrm>
            </p:contentPart>
          </mc:Choice>
          <mc:Fallback>
            <p:pic>
              <p:nvPicPr>
                <p:cNvPr id="209" name="Ink 208">
                  <a:extLst>
                    <a:ext uri="{FF2B5EF4-FFF2-40B4-BE49-F238E27FC236}">
                      <a16:creationId xmlns:a16="http://schemas.microsoft.com/office/drawing/2014/main" id="{8957A35A-D748-B740-AFA7-1E528B21D39B}"/>
                    </a:ext>
                  </a:extLst>
                </p:cNvPr>
                <p:cNvPicPr/>
                <p:nvPr/>
              </p:nvPicPr>
              <p:blipFill>
                <a:blip r:embed="rId341"/>
                <a:stretch>
                  <a:fillRect/>
                </a:stretch>
              </p:blipFill>
              <p:spPr>
                <a:xfrm>
                  <a:off x="3447824" y="5285802"/>
                  <a:ext cx="14472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10" name="Ink 209">
                  <a:extLst>
                    <a:ext uri="{FF2B5EF4-FFF2-40B4-BE49-F238E27FC236}">
                      <a16:creationId xmlns:a16="http://schemas.microsoft.com/office/drawing/2014/main" id="{DF54AA39-E791-2275-DBB5-81B32179DA19}"/>
                    </a:ext>
                  </a:extLst>
                </p14:cNvPr>
                <p14:cNvContentPartPr/>
                <p14:nvPr/>
              </p14:nvContentPartPr>
              <p14:xfrm>
                <a:off x="3611624" y="5308482"/>
                <a:ext cx="98640" cy="109440"/>
              </p14:xfrm>
            </p:contentPart>
          </mc:Choice>
          <mc:Fallback>
            <p:pic>
              <p:nvPicPr>
                <p:cNvPr id="210" name="Ink 209">
                  <a:extLst>
                    <a:ext uri="{FF2B5EF4-FFF2-40B4-BE49-F238E27FC236}">
                      <a16:creationId xmlns:a16="http://schemas.microsoft.com/office/drawing/2014/main" id="{DF54AA39-E791-2275-DBB5-81B32179DA19}"/>
                    </a:ext>
                  </a:extLst>
                </p:cNvPr>
                <p:cNvPicPr/>
                <p:nvPr/>
              </p:nvPicPr>
              <p:blipFill>
                <a:blip r:embed="rId343"/>
                <a:stretch>
                  <a:fillRect/>
                </a:stretch>
              </p:blipFill>
              <p:spPr>
                <a:xfrm>
                  <a:off x="3602624" y="5299842"/>
                  <a:ext cx="1162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11" name="Ink 210">
                  <a:extLst>
                    <a:ext uri="{FF2B5EF4-FFF2-40B4-BE49-F238E27FC236}">
                      <a16:creationId xmlns:a16="http://schemas.microsoft.com/office/drawing/2014/main" id="{B2C008FF-40A2-E1C2-CF3A-B32FAFEDB015}"/>
                    </a:ext>
                  </a:extLst>
                </p14:cNvPr>
                <p14:cNvContentPartPr/>
                <p14:nvPr/>
              </p14:nvContentPartPr>
              <p14:xfrm>
                <a:off x="3723584" y="5301282"/>
                <a:ext cx="93960" cy="84960"/>
              </p14:xfrm>
            </p:contentPart>
          </mc:Choice>
          <mc:Fallback>
            <p:pic>
              <p:nvPicPr>
                <p:cNvPr id="211" name="Ink 210">
                  <a:extLst>
                    <a:ext uri="{FF2B5EF4-FFF2-40B4-BE49-F238E27FC236}">
                      <a16:creationId xmlns:a16="http://schemas.microsoft.com/office/drawing/2014/main" id="{B2C008FF-40A2-E1C2-CF3A-B32FAFEDB015}"/>
                    </a:ext>
                  </a:extLst>
                </p:cNvPr>
                <p:cNvPicPr/>
                <p:nvPr/>
              </p:nvPicPr>
              <p:blipFill>
                <a:blip r:embed="rId345"/>
                <a:stretch>
                  <a:fillRect/>
                </a:stretch>
              </p:blipFill>
              <p:spPr>
                <a:xfrm>
                  <a:off x="3714584" y="5292282"/>
                  <a:ext cx="11160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12" name="Ink 211">
                  <a:extLst>
                    <a:ext uri="{FF2B5EF4-FFF2-40B4-BE49-F238E27FC236}">
                      <a16:creationId xmlns:a16="http://schemas.microsoft.com/office/drawing/2014/main" id="{DE904177-C15E-3E37-8DCB-889FE1E9CD21}"/>
                    </a:ext>
                  </a:extLst>
                </p14:cNvPr>
                <p14:cNvContentPartPr/>
                <p14:nvPr/>
              </p14:nvContentPartPr>
              <p14:xfrm>
                <a:off x="3876944" y="5227482"/>
                <a:ext cx="6840" cy="154800"/>
              </p14:xfrm>
            </p:contentPart>
          </mc:Choice>
          <mc:Fallback>
            <p:pic>
              <p:nvPicPr>
                <p:cNvPr id="212" name="Ink 211">
                  <a:extLst>
                    <a:ext uri="{FF2B5EF4-FFF2-40B4-BE49-F238E27FC236}">
                      <a16:creationId xmlns:a16="http://schemas.microsoft.com/office/drawing/2014/main" id="{DE904177-C15E-3E37-8DCB-889FE1E9CD21}"/>
                    </a:ext>
                  </a:extLst>
                </p:cNvPr>
                <p:cNvPicPr/>
                <p:nvPr/>
              </p:nvPicPr>
              <p:blipFill>
                <a:blip r:embed="rId347"/>
                <a:stretch>
                  <a:fillRect/>
                </a:stretch>
              </p:blipFill>
              <p:spPr>
                <a:xfrm>
                  <a:off x="3867944" y="5218482"/>
                  <a:ext cx="2448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13" name="Ink 212">
                  <a:extLst>
                    <a:ext uri="{FF2B5EF4-FFF2-40B4-BE49-F238E27FC236}">
                      <a16:creationId xmlns:a16="http://schemas.microsoft.com/office/drawing/2014/main" id="{BC4BB83C-8370-C02D-189B-8F7DA0151F07}"/>
                    </a:ext>
                  </a:extLst>
                </p14:cNvPr>
                <p14:cNvContentPartPr/>
                <p14:nvPr/>
              </p14:nvContentPartPr>
              <p14:xfrm>
                <a:off x="3896024" y="5287602"/>
                <a:ext cx="178920" cy="114120"/>
              </p14:xfrm>
            </p:contentPart>
          </mc:Choice>
          <mc:Fallback>
            <p:pic>
              <p:nvPicPr>
                <p:cNvPr id="213" name="Ink 212">
                  <a:extLst>
                    <a:ext uri="{FF2B5EF4-FFF2-40B4-BE49-F238E27FC236}">
                      <a16:creationId xmlns:a16="http://schemas.microsoft.com/office/drawing/2014/main" id="{BC4BB83C-8370-C02D-189B-8F7DA0151F07}"/>
                    </a:ext>
                  </a:extLst>
                </p:cNvPr>
                <p:cNvPicPr/>
                <p:nvPr/>
              </p:nvPicPr>
              <p:blipFill>
                <a:blip r:embed="rId349"/>
                <a:stretch>
                  <a:fillRect/>
                </a:stretch>
              </p:blipFill>
              <p:spPr>
                <a:xfrm>
                  <a:off x="3887024" y="5278602"/>
                  <a:ext cx="19656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14" name="Ink 213">
                  <a:extLst>
                    <a:ext uri="{FF2B5EF4-FFF2-40B4-BE49-F238E27FC236}">
                      <a16:creationId xmlns:a16="http://schemas.microsoft.com/office/drawing/2014/main" id="{F0A39926-101E-D6C8-1566-49DE78727E74}"/>
                    </a:ext>
                  </a:extLst>
                </p14:cNvPr>
                <p14:cNvContentPartPr/>
                <p14:nvPr/>
              </p14:nvContentPartPr>
              <p14:xfrm>
                <a:off x="4127504" y="5178162"/>
                <a:ext cx="160200" cy="229320"/>
              </p14:xfrm>
            </p:contentPart>
          </mc:Choice>
          <mc:Fallback>
            <p:pic>
              <p:nvPicPr>
                <p:cNvPr id="214" name="Ink 213">
                  <a:extLst>
                    <a:ext uri="{FF2B5EF4-FFF2-40B4-BE49-F238E27FC236}">
                      <a16:creationId xmlns:a16="http://schemas.microsoft.com/office/drawing/2014/main" id="{F0A39926-101E-D6C8-1566-49DE78727E74}"/>
                    </a:ext>
                  </a:extLst>
                </p:cNvPr>
                <p:cNvPicPr/>
                <p:nvPr/>
              </p:nvPicPr>
              <p:blipFill>
                <a:blip r:embed="rId351"/>
                <a:stretch>
                  <a:fillRect/>
                </a:stretch>
              </p:blipFill>
              <p:spPr>
                <a:xfrm>
                  <a:off x="4118864" y="5169162"/>
                  <a:ext cx="17784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15" name="Ink 214">
                  <a:extLst>
                    <a:ext uri="{FF2B5EF4-FFF2-40B4-BE49-F238E27FC236}">
                      <a16:creationId xmlns:a16="http://schemas.microsoft.com/office/drawing/2014/main" id="{ACE4AA2D-44E5-F4D8-876A-EDE32656CBC9}"/>
                    </a:ext>
                  </a:extLst>
                </p14:cNvPr>
                <p14:cNvContentPartPr/>
                <p14:nvPr/>
              </p14:nvContentPartPr>
              <p14:xfrm>
                <a:off x="2537384" y="5386602"/>
                <a:ext cx="318960" cy="297720"/>
              </p14:xfrm>
            </p:contentPart>
          </mc:Choice>
          <mc:Fallback>
            <p:pic>
              <p:nvPicPr>
                <p:cNvPr id="215" name="Ink 214">
                  <a:extLst>
                    <a:ext uri="{FF2B5EF4-FFF2-40B4-BE49-F238E27FC236}">
                      <a16:creationId xmlns:a16="http://schemas.microsoft.com/office/drawing/2014/main" id="{ACE4AA2D-44E5-F4D8-876A-EDE32656CBC9}"/>
                    </a:ext>
                  </a:extLst>
                </p:cNvPr>
                <p:cNvPicPr/>
                <p:nvPr/>
              </p:nvPicPr>
              <p:blipFill>
                <a:blip r:embed="rId353"/>
                <a:stretch>
                  <a:fillRect/>
                </a:stretch>
              </p:blipFill>
              <p:spPr>
                <a:xfrm>
                  <a:off x="2528744" y="5377962"/>
                  <a:ext cx="33660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16" name="Ink 215">
                  <a:extLst>
                    <a:ext uri="{FF2B5EF4-FFF2-40B4-BE49-F238E27FC236}">
                      <a16:creationId xmlns:a16="http://schemas.microsoft.com/office/drawing/2014/main" id="{424B7F3D-C95E-F6A4-BBA1-B86F1A0A1468}"/>
                    </a:ext>
                  </a:extLst>
                </p14:cNvPr>
                <p14:cNvContentPartPr/>
                <p14:nvPr/>
              </p14:nvContentPartPr>
              <p14:xfrm>
                <a:off x="2768144" y="5584962"/>
                <a:ext cx="139320" cy="128880"/>
              </p14:xfrm>
            </p:contentPart>
          </mc:Choice>
          <mc:Fallback>
            <p:pic>
              <p:nvPicPr>
                <p:cNvPr id="216" name="Ink 215">
                  <a:extLst>
                    <a:ext uri="{FF2B5EF4-FFF2-40B4-BE49-F238E27FC236}">
                      <a16:creationId xmlns:a16="http://schemas.microsoft.com/office/drawing/2014/main" id="{424B7F3D-C95E-F6A4-BBA1-B86F1A0A1468}"/>
                    </a:ext>
                  </a:extLst>
                </p:cNvPr>
                <p:cNvPicPr/>
                <p:nvPr/>
              </p:nvPicPr>
              <p:blipFill>
                <a:blip r:embed="rId355"/>
                <a:stretch>
                  <a:fillRect/>
                </a:stretch>
              </p:blipFill>
              <p:spPr>
                <a:xfrm>
                  <a:off x="2759144" y="5576322"/>
                  <a:ext cx="15696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17" name="Ink 216">
                  <a:extLst>
                    <a:ext uri="{FF2B5EF4-FFF2-40B4-BE49-F238E27FC236}">
                      <a16:creationId xmlns:a16="http://schemas.microsoft.com/office/drawing/2014/main" id="{8ED4B567-C0BA-919F-C2ED-090AAD3D787D}"/>
                    </a:ext>
                  </a:extLst>
                </p14:cNvPr>
                <p14:cNvContentPartPr/>
                <p14:nvPr/>
              </p14:nvContentPartPr>
              <p14:xfrm>
                <a:off x="3016184" y="5620602"/>
                <a:ext cx="212760" cy="103320"/>
              </p14:xfrm>
            </p:contentPart>
          </mc:Choice>
          <mc:Fallback>
            <p:pic>
              <p:nvPicPr>
                <p:cNvPr id="217" name="Ink 216">
                  <a:extLst>
                    <a:ext uri="{FF2B5EF4-FFF2-40B4-BE49-F238E27FC236}">
                      <a16:creationId xmlns:a16="http://schemas.microsoft.com/office/drawing/2014/main" id="{8ED4B567-C0BA-919F-C2ED-090AAD3D787D}"/>
                    </a:ext>
                  </a:extLst>
                </p:cNvPr>
                <p:cNvPicPr/>
                <p:nvPr/>
              </p:nvPicPr>
              <p:blipFill>
                <a:blip r:embed="rId357"/>
                <a:stretch>
                  <a:fillRect/>
                </a:stretch>
              </p:blipFill>
              <p:spPr>
                <a:xfrm>
                  <a:off x="3007184" y="5611602"/>
                  <a:ext cx="23040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18" name="Ink 217">
                  <a:extLst>
                    <a:ext uri="{FF2B5EF4-FFF2-40B4-BE49-F238E27FC236}">
                      <a16:creationId xmlns:a16="http://schemas.microsoft.com/office/drawing/2014/main" id="{B93ED3C1-9D7C-0CA6-631C-FB53BBC7BF9B}"/>
                    </a:ext>
                  </a:extLst>
                </p14:cNvPr>
                <p14:cNvContentPartPr/>
                <p14:nvPr/>
              </p14:nvContentPartPr>
              <p14:xfrm>
                <a:off x="3251624" y="5644002"/>
                <a:ext cx="306720" cy="237240"/>
              </p14:xfrm>
            </p:contentPart>
          </mc:Choice>
          <mc:Fallback>
            <p:pic>
              <p:nvPicPr>
                <p:cNvPr id="218" name="Ink 217">
                  <a:extLst>
                    <a:ext uri="{FF2B5EF4-FFF2-40B4-BE49-F238E27FC236}">
                      <a16:creationId xmlns:a16="http://schemas.microsoft.com/office/drawing/2014/main" id="{B93ED3C1-9D7C-0CA6-631C-FB53BBC7BF9B}"/>
                    </a:ext>
                  </a:extLst>
                </p:cNvPr>
                <p:cNvPicPr/>
                <p:nvPr/>
              </p:nvPicPr>
              <p:blipFill>
                <a:blip r:embed="rId359"/>
                <a:stretch>
                  <a:fillRect/>
                </a:stretch>
              </p:blipFill>
              <p:spPr>
                <a:xfrm>
                  <a:off x="3242624" y="5635362"/>
                  <a:ext cx="32436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19" name="Ink 218">
                  <a:extLst>
                    <a:ext uri="{FF2B5EF4-FFF2-40B4-BE49-F238E27FC236}">
                      <a16:creationId xmlns:a16="http://schemas.microsoft.com/office/drawing/2014/main" id="{804B4B26-AC42-EB2C-C984-753E4480E5E2}"/>
                    </a:ext>
                  </a:extLst>
                </p14:cNvPr>
                <p14:cNvContentPartPr/>
                <p14:nvPr/>
              </p14:nvContentPartPr>
              <p14:xfrm>
                <a:off x="3584624" y="5661282"/>
                <a:ext cx="93600" cy="181440"/>
              </p14:xfrm>
            </p:contentPart>
          </mc:Choice>
          <mc:Fallback>
            <p:pic>
              <p:nvPicPr>
                <p:cNvPr id="219" name="Ink 218">
                  <a:extLst>
                    <a:ext uri="{FF2B5EF4-FFF2-40B4-BE49-F238E27FC236}">
                      <a16:creationId xmlns:a16="http://schemas.microsoft.com/office/drawing/2014/main" id="{804B4B26-AC42-EB2C-C984-753E4480E5E2}"/>
                    </a:ext>
                  </a:extLst>
                </p:cNvPr>
                <p:cNvPicPr/>
                <p:nvPr/>
              </p:nvPicPr>
              <p:blipFill>
                <a:blip r:embed="rId361"/>
                <a:stretch>
                  <a:fillRect/>
                </a:stretch>
              </p:blipFill>
              <p:spPr>
                <a:xfrm>
                  <a:off x="3575624" y="5652282"/>
                  <a:ext cx="11124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20" name="Ink 219">
                  <a:extLst>
                    <a:ext uri="{FF2B5EF4-FFF2-40B4-BE49-F238E27FC236}">
                      <a16:creationId xmlns:a16="http://schemas.microsoft.com/office/drawing/2014/main" id="{C0CE3C1C-E8FC-7C0F-FE12-E0693CDAE0A2}"/>
                    </a:ext>
                  </a:extLst>
                </p14:cNvPr>
                <p14:cNvContentPartPr/>
                <p14:nvPr/>
              </p14:nvContentPartPr>
              <p14:xfrm>
                <a:off x="3750224" y="5597562"/>
                <a:ext cx="333360" cy="182160"/>
              </p14:xfrm>
            </p:contentPart>
          </mc:Choice>
          <mc:Fallback>
            <p:pic>
              <p:nvPicPr>
                <p:cNvPr id="220" name="Ink 219">
                  <a:extLst>
                    <a:ext uri="{FF2B5EF4-FFF2-40B4-BE49-F238E27FC236}">
                      <a16:creationId xmlns:a16="http://schemas.microsoft.com/office/drawing/2014/main" id="{C0CE3C1C-E8FC-7C0F-FE12-E0693CDAE0A2}"/>
                    </a:ext>
                  </a:extLst>
                </p:cNvPr>
                <p:cNvPicPr/>
                <p:nvPr/>
              </p:nvPicPr>
              <p:blipFill>
                <a:blip r:embed="rId363"/>
                <a:stretch>
                  <a:fillRect/>
                </a:stretch>
              </p:blipFill>
              <p:spPr>
                <a:xfrm>
                  <a:off x="3741224" y="5588562"/>
                  <a:ext cx="35100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22" name="Ink 221">
                  <a:extLst>
                    <a:ext uri="{FF2B5EF4-FFF2-40B4-BE49-F238E27FC236}">
                      <a16:creationId xmlns:a16="http://schemas.microsoft.com/office/drawing/2014/main" id="{1E7FC82F-B97E-8534-6F0A-7142D18FA717}"/>
                    </a:ext>
                  </a:extLst>
                </p14:cNvPr>
                <p14:cNvContentPartPr/>
                <p14:nvPr/>
              </p14:nvContentPartPr>
              <p14:xfrm>
                <a:off x="4075304" y="4822482"/>
                <a:ext cx="573480" cy="645480"/>
              </p14:xfrm>
            </p:contentPart>
          </mc:Choice>
          <mc:Fallback>
            <p:pic>
              <p:nvPicPr>
                <p:cNvPr id="222" name="Ink 221">
                  <a:extLst>
                    <a:ext uri="{FF2B5EF4-FFF2-40B4-BE49-F238E27FC236}">
                      <a16:creationId xmlns:a16="http://schemas.microsoft.com/office/drawing/2014/main" id="{1E7FC82F-B97E-8534-6F0A-7142D18FA717}"/>
                    </a:ext>
                  </a:extLst>
                </p:cNvPr>
                <p:cNvPicPr/>
                <p:nvPr/>
              </p:nvPicPr>
              <p:blipFill>
                <a:blip r:embed="rId365"/>
                <a:stretch>
                  <a:fillRect/>
                </a:stretch>
              </p:blipFill>
              <p:spPr>
                <a:xfrm>
                  <a:off x="4066304" y="4813482"/>
                  <a:ext cx="591120" cy="66312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67" name="Ink 66">
                  <a:extLst>
                    <a:ext uri="{FF2B5EF4-FFF2-40B4-BE49-F238E27FC236}">
                      <a16:creationId xmlns:a16="http://schemas.microsoft.com/office/drawing/2014/main" id="{04ADCE88-63D1-62C9-8AD0-FF0C6EB237CC}"/>
                    </a:ext>
                  </a:extLst>
                </p14:cNvPr>
                <p14:cNvContentPartPr/>
                <p14:nvPr/>
              </p14:nvContentPartPr>
              <p14:xfrm>
                <a:off x="1000544" y="3212922"/>
                <a:ext cx="14040" cy="190080"/>
              </p14:xfrm>
            </p:contentPart>
          </mc:Choice>
          <mc:Fallback>
            <p:pic>
              <p:nvPicPr>
                <p:cNvPr id="67" name="Ink 66">
                  <a:extLst>
                    <a:ext uri="{FF2B5EF4-FFF2-40B4-BE49-F238E27FC236}">
                      <a16:creationId xmlns:a16="http://schemas.microsoft.com/office/drawing/2014/main" id="{04ADCE88-63D1-62C9-8AD0-FF0C6EB237CC}"/>
                    </a:ext>
                  </a:extLst>
                </p:cNvPr>
                <p:cNvPicPr/>
                <p:nvPr/>
              </p:nvPicPr>
              <p:blipFill>
                <a:blip r:embed="rId367"/>
                <a:stretch>
                  <a:fillRect/>
                </a:stretch>
              </p:blipFill>
              <p:spPr>
                <a:xfrm>
                  <a:off x="991544" y="3204282"/>
                  <a:ext cx="3168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68" name="Ink 67">
                  <a:extLst>
                    <a:ext uri="{FF2B5EF4-FFF2-40B4-BE49-F238E27FC236}">
                      <a16:creationId xmlns:a16="http://schemas.microsoft.com/office/drawing/2014/main" id="{737C570D-6096-A4F3-0C64-F33EEF7B5AD2}"/>
                    </a:ext>
                  </a:extLst>
                </p14:cNvPr>
                <p14:cNvContentPartPr/>
                <p14:nvPr/>
              </p14:nvContentPartPr>
              <p14:xfrm>
                <a:off x="1086224" y="3160722"/>
                <a:ext cx="102960" cy="306720"/>
              </p14:xfrm>
            </p:contentPart>
          </mc:Choice>
          <mc:Fallback>
            <p:pic>
              <p:nvPicPr>
                <p:cNvPr id="68" name="Ink 67">
                  <a:extLst>
                    <a:ext uri="{FF2B5EF4-FFF2-40B4-BE49-F238E27FC236}">
                      <a16:creationId xmlns:a16="http://schemas.microsoft.com/office/drawing/2014/main" id="{737C570D-6096-A4F3-0C64-F33EEF7B5AD2}"/>
                    </a:ext>
                  </a:extLst>
                </p:cNvPr>
                <p:cNvPicPr/>
                <p:nvPr/>
              </p:nvPicPr>
              <p:blipFill>
                <a:blip r:embed="rId369"/>
                <a:stretch>
                  <a:fillRect/>
                </a:stretch>
              </p:blipFill>
              <p:spPr>
                <a:xfrm>
                  <a:off x="1077584" y="3151722"/>
                  <a:ext cx="120600" cy="32436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100" name="Ink 99">
                  <a:extLst>
                    <a:ext uri="{FF2B5EF4-FFF2-40B4-BE49-F238E27FC236}">
                      <a16:creationId xmlns:a16="http://schemas.microsoft.com/office/drawing/2014/main" id="{7E237C12-174B-7EF1-5302-CC46147F2DA9}"/>
                    </a:ext>
                  </a:extLst>
                </p14:cNvPr>
                <p14:cNvContentPartPr/>
                <p14:nvPr/>
              </p14:nvContentPartPr>
              <p14:xfrm>
                <a:off x="967424" y="3764442"/>
                <a:ext cx="93600" cy="168120"/>
              </p14:xfrm>
            </p:contentPart>
          </mc:Choice>
          <mc:Fallback>
            <p:pic>
              <p:nvPicPr>
                <p:cNvPr id="100" name="Ink 99">
                  <a:extLst>
                    <a:ext uri="{FF2B5EF4-FFF2-40B4-BE49-F238E27FC236}">
                      <a16:creationId xmlns:a16="http://schemas.microsoft.com/office/drawing/2014/main" id="{7E237C12-174B-7EF1-5302-CC46147F2DA9}"/>
                    </a:ext>
                  </a:extLst>
                </p:cNvPr>
                <p:cNvPicPr/>
                <p:nvPr/>
              </p:nvPicPr>
              <p:blipFill>
                <a:blip r:embed="rId371"/>
                <a:stretch>
                  <a:fillRect/>
                </a:stretch>
              </p:blipFill>
              <p:spPr>
                <a:xfrm>
                  <a:off x="958784" y="3755442"/>
                  <a:ext cx="11124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101" name="Ink 100">
                  <a:extLst>
                    <a:ext uri="{FF2B5EF4-FFF2-40B4-BE49-F238E27FC236}">
                      <a16:creationId xmlns:a16="http://schemas.microsoft.com/office/drawing/2014/main" id="{C4ADEAC7-5A64-A01F-C0CC-CAA3A199F582}"/>
                    </a:ext>
                  </a:extLst>
                </p14:cNvPr>
                <p14:cNvContentPartPr/>
                <p14:nvPr/>
              </p14:nvContentPartPr>
              <p14:xfrm>
                <a:off x="1113224" y="3750042"/>
                <a:ext cx="46440" cy="259200"/>
              </p14:xfrm>
            </p:contentPart>
          </mc:Choice>
          <mc:Fallback>
            <p:pic>
              <p:nvPicPr>
                <p:cNvPr id="101" name="Ink 100">
                  <a:extLst>
                    <a:ext uri="{FF2B5EF4-FFF2-40B4-BE49-F238E27FC236}">
                      <a16:creationId xmlns:a16="http://schemas.microsoft.com/office/drawing/2014/main" id="{C4ADEAC7-5A64-A01F-C0CC-CAA3A199F582}"/>
                    </a:ext>
                  </a:extLst>
                </p:cNvPr>
                <p:cNvPicPr/>
                <p:nvPr/>
              </p:nvPicPr>
              <p:blipFill>
                <a:blip r:embed="rId373"/>
                <a:stretch>
                  <a:fillRect/>
                </a:stretch>
              </p:blipFill>
              <p:spPr>
                <a:xfrm>
                  <a:off x="1104224" y="3741402"/>
                  <a:ext cx="6408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147" name="Ink 146">
                  <a:extLst>
                    <a:ext uri="{FF2B5EF4-FFF2-40B4-BE49-F238E27FC236}">
                      <a16:creationId xmlns:a16="http://schemas.microsoft.com/office/drawing/2014/main" id="{E8ECF982-1BBB-4FBA-CF69-DB773087769B}"/>
                    </a:ext>
                  </a:extLst>
                </p14:cNvPr>
                <p14:cNvContentPartPr/>
                <p14:nvPr/>
              </p14:nvContentPartPr>
              <p14:xfrm>
                <a:off x="985784" y="4305162"/>
                <a:ext cx="114840" cy="181440"/>
              </p14:xfrm>
            </p:contentPart>
          </mc:Choice>
          <mc:Fallback>
            <p:pic>
              <p:nvPicPr>
                <p:cNvPr id="147" name="Ink 146">
                  <a:extLst>
                    <a:ext uri="{FF2B5EF4-FFF2-40B4-BE49-F238E27FC236}">
                      <a16:creationId xmlns:a16="http://schemas.microsoft.com/office/drawing/2014/main" id="{E8ECF982-1BBB-4FBA-CF69-DB773087769B}"/>
                    </a:ext>
                  </a:extLst>
                </p:cNvPr>
                <p:cNvPicPr/>
                <p:nvPr/>
              </p:nvPicPr>
              <p:blipFill>
                <a:blip r:embed="rId375"/>
                <a:stretch>
                  <a:fillRect/>
                </a:stretch>
              </p:blipFill>
              <p:spPr>
                <a:xfrm>
                  <a:off x="976784" y="4296522"/>
                  <a:ext cx="13248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148" name="Ink 147">
                  <a:extLst>
                    <a:ext uri="{FF2B5EF4-FFF2-40B4-BE49-F238E27FC236}">
                      <a16:creationId xmlns:a16="http://schemas.microsoft.com/office/drawing/2014/main" id="{E1361EB0-50B5-6C9B-C989-B64D4546D19E}"/>
                    </a:ext>
                  </a:extLst>
                </p14:cNvPr>
                <p14:cNvContentPartPr/>
                <p14:nvPr/>
              </p14:nvContentPartPr>
              <p14:xfrm>
                <a:off x="1059944" y="4288962"/>
                <a:ext cx="85680" cy="277200"/>
              </p14:xfrm>
            </p:contentPart>
          </mc:Choice>
          <mc:Fallback>
            <p:pic>
              <p:nvPicPr>
                <p:cNvPr id="148" name="Ink 147">
                  <a:extLst>
                    <a:ext uri="{FF2B5EF4-FFF2-40B4-BE49-F238E27FC236}">
                      <a16:creationId xmlns:a16="http://schemas.microsoft.com/office/drawing/2014/main" id="{E1361EB0-50B5-6C9B-C989-B64D4546D19E}"/>
                    </a:ext>
                  </a:extLst>
                </p:cNvPr>
                <p:cNvPicPr/>
                <p:nvPr/>
              </p:nvPicPr>
              <p:blipFill>
                <a:blip r:embed="rId377"/>
                <a:stretch>
                  <a:fillRect/>
                </a:stretch>
              </p:blipFill>
              <p:spPr>
                <a:xfrm>
                  <a:off x="1051304" y="4280322"/>
                  <a:ext cx="103320" cy="29484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190" name="Ink 189">
                  <a:extLst>
                    <a:ext uri="{FF2B5EF4-FFF2-40B4-BE49-F238E27FC236}">
                      <a16:creationId xmlns:a16="http://schemas.microsoft.com/office/drawing/2014/main" id="{0A2E032F-DF02-C347-B70C-D439FA3806A2}"/>
                    </a:ext>
                  </a:extLst>
                </p14:cNvPr>
                <p14:cNvContentPartPr/>
                <p14:nvPr/>
              </p14:nvContentPartPr>
              <p14:xfrm>
                <a:off x="973904" y="4896642"/>
                <a:ext cx="101160" cy="216000"/>
              </p14:xfrm>
            </p:contentPart>
          </mc:Choice>
          <mc:Fallback>
            <p:pic>
              <p:nvPicPr>
                <p:cNvPr id="190" name="Ink 189">
                  <a:extLst>
                    <a:ext uri="{FF2B5EF4-FFF2-40B4-BE49-F238E27FC236}">
                      <a16:creationId xmlns:a16="http://schemas.microsoft.com/office/drawing/2014/main" id="{0A2E032F-DF02-C347-B70C-D439FA3806A2}"/>
                    </a:ext>
                  </a:extLst>
                </p:cNvPr>
                <p:cNvPicPr/>
                <p:nvPr/>
              </p:nvPicPr>
              <p:blipFill>
                <a:blip r:embed="rId379"/>
                <a:stretch>
                  <a:fillRect/>
                </a:stretch>
              </p:blipFill>
              <p:spPr>
                <a:xfrm>
                  <a:off x="965264" y="4888002"/>
                  <a:ext cx="11880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191" name="Ink 190">
                  <a:extLst>
                    <a:ext uri="{FF2B5EF4-FFF2-40B4-BE49-F238E27FC236}">
                      <a16:creationId xmlns:a16="http://schemas.microsoft.com/office/drawing/2014/main" id="{6C992055-42AB-8DE4-A91F-5B51A3C64144}"/>
                    </a:ext>
                  </a:extLst>
                </p14:cNvPr>
                <p14:cNvContentPartPr/>
                <p14:nvPr/>
              </p14:nvContentPartPr>
              <p14:xfrm>
                <a:off x="1121864" y="4899162"/>
                <a:ext cx="101520" cy="245160"/>
              </p14:xfrm>
            </p:contentPart>
          </mc:Choice>
          <mc:Fallback>
            <p:pic>
              <p:nvPicPr>
                <p:cNvPr id="191" name="Ink 190">
                  <a:extLst>
                    <a:ext uri="{FF2B5EF4-FFF2-40B4-BE49-F238E27FC236}">
                      <a16:creationId xmlns:a16="http://schemas.microsoft.com/office/drawing/2014/main" id="{6C992055-42AB-8DE4-A91F-5B51A3C64144}"/>
                    </a:ext>
                  </a:extLst>
                </p:cNvPr>
                <p:cNvPicPr/>
                <p:nvPr/>
              </p:nvPicPr>
              <p:blipFill>
                <a:blip r:embed="rId381"/>
                <a:stretch>
                  <a:fillRect/>
                </a:stretch>
              </p:blipFill>
              <p:spPr>
                <a:xfrm>
                  <a:off x="1112864" y="4890522"/>
                  <a:ext cx="11916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26" name="Ink 225">
                  <a:extLst>
                    <a:ext uri="{FF2B5EF4-FFF2-40B4-BE49-F238E27FC236}">
                      <a16:creationId xmlns:a16="http://schemas.microsoft.com/office/drawing/2014/main" id="{4CAD416E-4C8D-80C7-6DA6-26D79E540666}"/>
                    </a:ext>
                  </a:extLst>
                </p14:cNvPr>
                <p14:cNvContentPartPr/>
                <p14:nvPr/>
              </p14:nvContentPartPr>
              <p14:xfrm>
                <a:off x="1840784" y="1596882"/>
                <a:ext cx="1802520" cy="150120"/>
              </p14:xfrm>
            </p:contentPart>
          </mc:Choice>
          <mc:Fallback>
            <p:pic>
              <p:nvPicPr>
                <p:cNvPr id="226" name="Ink 225">
                  <a:extLst>
                    <a:ext uri="{FF2B5EF4-FFF2-40B4-BE49-F238E27FC236}">
                      <a16:creationId xmlns:a16="http://schemas.microsoft.com/office/drawing/2014/main" id="{4CAD416E-4C8D-80C7-6DA6-26D79E540666}"/>
                    </a:ext>
                  </a:extLst>
                </p:cNvPr>
                <p:cNvPicPr/>
                <p:nvPr/>
              </p:nvPicPr>
              <p:blipFill>
                <a:blip r:embed="rId383"/>
                <a:stretch>
                  <a:fillRect/>
                </a:stretch>
              </p:blipFill>
              <p:spPr>
                <a:xfrm>
                  <a:off x="1831784" y="1587882"/>
                  <a:ext cx="182016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28" name="Ink 227">
                  <a:extLst>
                    <a:ext uri="{FF2B5EF4-FFF2-40B4-BE49-F238E27FC236}">
                      <a16:creationId xmlns:a16="http://schemas.microsoft.com/office/drawing/2014/main" id="{0E246E9E-DFAE-168D-1FA4-76089C59C20A}"/>
                    </a:ext>
                  </a:extLst>
                </p14:cNvPr>
                <p14:cNvContentPartPr/>
                <p14:nvPr/>
              </p14:nvContentPartPr>
              <p14:xfrm>
                <a:off x="6466784" y="1477362"/>
                <a:ext cx="1032120" cy="12600"/>
              </p14:xfrm>
            </p:contentPart>
          </mc:Choice>
          <mc:Fallback>
            <p:pic>
              <p:nvPicPr>
                <p:cNvPr id="228" name="Ink 227">
                  <a:extLst>
                    <a:ext uri="{FF2B5EF4-FFF2-40B4-BE49-F238E27FC236}">
                      <a16:creationId xmlns:a16="http://schemas.microsoft.com/office/drawing/2014/main" id="{0E246E9E-DFAE-168D-1FA4-76089C59C20A}"/>
                    </a:ext>
                  </a:extLst>
                </p:cNvPr>
                <p:cNvPicPr/>
                <p:nvPr/>
              </p:nvPicPr>
              <p:blipFill>
                <a:blip r:embed="rId385"/>
                <a:stretch>
                  <a:fillRect/>
                </a:stretch>
              </p:blipFill>
              <p:spPr>
                <a:xfrm>
                  <a:off x="6458144" y="1468362"/>
                  <a:ext cx="1049760" cy="30240"/>
                </a:xfrm>
                <a:prstGeom prst="rect">
                  <a:avLst/>
                </a:prstGeom>
              </p:spPr>
            </p:pic>
          </mc:Fallback>
        </mc:AlternateContent>
      </p:grpSp>
    </p:spTree>
    <p:extLst>
      <p:ext uri="{BB962C8B-B14F-4D97-AF65-F5344CB8AC3E}">
        <p14:creationId xmlns:p14="http://schemas.microsoft.com/office/powerpoint/2010/main" val="212559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7" name="Google Shape;1887;p106"/>
          <p:cNvSpPr txBox="1"/>
          <p:nvPr/>
        </p:nvSpPr>
        <p:spPr>
          <a:xfrm>
            <a:off x="224979" y="788088"/>
            <a:ext cx="11806237"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Calibri"/>
                <a:ea typeface="Calibri"/>
                <a:cs typeface="Calibri"/>
                <a:sym typeface="Calibri"/>
              </a:rPr>
              <a:t>Starring SAP ABAP on Cloud release 2208 SAP started direct support for attachments (PDF, Excel, Images, TXT, Word) including binary files. We must need to create a database table with </a:t>
            </a:r>
            <a:r>
              <a:rPr lang="en-US" sz="1600" dirty="0" err="1">
                <a:solidFill>
                  <a:schemeClr val="dk1"/>
                </a:solidFill>
                <a:latin typeface="Calibri"/>
                <a:ea typeface="Calibri"/>
                <a:cs typeface="Calibri"/>
                <a:sym typeface="Calibri"/>
              </a:rPr>
              <a:t>atleast</a:t>
            </a:r>
            <a:r>
              <a:rPr lang="en-US" sz="1600" dirty="0">
                <a:solidFill>
                  <a:schemeClr val="dk1"/>
                </a:solidFill>
                <a:latin typeface="Calibri"/>
                <a:ea typeface="Calibri"/>
                <a:cs typeface="Calibri"/>
                <a:sym typeface="Calibri"/>
              </a:rPr>
              <a:t> following columns</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Attachment (Data type: RAWSTRING length 0)</a:t>
            </a:r>
            <a:endParaRPr dirty="0"/>
          </a:p>
          <a:p>
            <a:pPr marL="285750" marR="0" lvl="0" indent="-285750" algn="l" rtl="0">
              <a:spcBef>
                <a:spcPts val="0"/>
              </a:spcBef>
              <a:spcAft>
                <a:spcPts val="0"/>
              </a:spcAft>
              <a:buClr>
                <a:schemeClr val="dk1"/>
              </a:buClr>
              <a:buSzPts val="1600"/>
              <a:buFont typeface="Arial"/>
              <a:buChar char="•"/>
            </a:pPr>
            <a:r>
              <a:rPr lang="en-US" sz="1600" dirty="0" err="1">
                <a:solidFill>
                  <a:schemeClr val="dk1"/>
                </a:solidFill>
                <a:latin typeface="Calibri"/>
                <a:ea typeface="Calibri"/>
                <a:cs typeface="Calibri"/>
                <a:sym typeface="Calibri"/>
              </a:rPr>
              <a:t>Mimetype</a:t>
            </a:r>
            <a:r>
              <a:rPr lang="en-US" sz="1600" dirty="0">
                <a:solidFill>
                  <a:schemeClr val="dk1"/>
                </a:solidFill>
                <a:latin typeface="Calibri"/>
                <a:ea typeface="Calibri"/>
                <a:cs typeface="Calibri"/>
                <a:sym typeface="Calibri"/>
              </a:rPr>
              <a:t> (Document type, String128)</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Filename (Document Name, String128)</a:t>
            </a:r>
            <a:endParaRPr dirty="0"/>
          </a:p>
          <a:p>
            <a:pPr marL="0" marR="0" lvl="0" indent="0" algn="l" rtl="0">
              <a:spcBef>
                <a:spcPts val="0"/>
              </a:spcBef>
              <a:spcAft>
                <a:spcPts val="0"/>
              </a:spcAft>
              <a:buNone/>
            </a:pPr>
            <a:endParaRPr sz="1600" dirty="0">
              <a:solidFill>
                <a:schemeClr val="dk1"/>
              </a:solidFill>
              <a:latin typeface="Calibri"/>
              <a:ea typeface="Calibri"/>
              <a:cs typeface="Calibri"/>
              <a:sym typeface="Calibri"/>
            </a:endParaRPr>
          </a:p>
        </p:txBody>
      </p:sp>
      <p:sp>
        <p:nvSpPr>
          <p:cNvPr id="1888" name="Google Shape;1888;p10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Attachments</a:t>
            </a:r>
            <a:endParaRPr sz="3599" dirty="0">
              <a:solidFill>
                <a:srgbClr val="FFC000"/>
              </a:solidFill>
              <a:latin typeface="Cooper Black" panose="0208090404030B020404" pitchFamily="18" charset="0"/>
              <a:ea typeface="Corben"/>
              <a:cs typeface="Corben"/>
              <a:sym typeface="Corben"/>
            </a:endParaRPr>
          </a:p>
        </p:txBody>
      </p:sp>
      <p:sp>
        <p:nvSpPr>
          <p:cNvPr id="1891" name="Google Shape;1891;p106"/>
          <p:cNvSpPr/>
          <p:nvPr/>
        </p:nvSpPr>
        <p:spPr>
          <a:xfrm>
            <a:off x="1773932" y="2852936"/>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Travel</a:t>
            </a:r>
            <a:endParaRPr/>
          </a:p>
        </p:txBody>
      </p:sp>
      <p:sp>
        <p:nvSpPr>
          <p:cNvPr id="1892" name="Google Shape;1892;p106"/>
          <p:cNvSpPr/>
          <p:nvPr/>
        </p:nvSpPr>
        <p:spPr>
          <a:xfrm>
            <a:off x="7894612" y="2832711"/>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Attachments</a:t>
            </a:r>
            <a:endParaRPr/>
          </a:p>
        </p:txBody>
      </p:sp>
      <p:cxnSp>
        <p:nvCxnSpPr>
          <p:cNvPr id="1893" name="Google Shape;1893;p106"/>
          <p:cNvCxnSpPr>
            <a:stCxn id="1891" idx="3"/>
            <a:endCxn id="1892" idx="1"/>
          </p:cNvCxnSpPr>
          <p:nvPr/>
        </p:nvCxnSpPr>
        <p:spPr>
          <a:xfrm rot="10800000" flipH="1">
            <a:off x="4222204" y="3692499"/>
            <a:ext cx="3672300" cy="20100"/>
          </a:xfrm>
          <a:prstGeom prst="straightConnector1">
            <a:avLst/>
          </a:prstGeom>
          <a:noFill/>
          <a:ln w="9525" cap="flat" cmpd="sng">
            <a:solidFill>
              <a:schemeClr val="accent1"/>
            </a:solidFill>
            <a:prstDash val="solid"/>
            <a:miter lim="800000"/>
            <a:headEnd type="none" w="sm" len="sm"/>
            <a:tailEnd type="none" w="sm" len="sm"/>
          </a:ln>
        </p:spPr>
      </p:cxnSp>
      <p:sp>
        <p:nvSpPr>
          <p:cNvPr id="1894" name="Google Shape;1894;p106"/>
          <p:cNvSpPr txBox="1"/>
          <p:nvPr/>
        </p:nvSpPr>
        <p:spPr>
          <a:xfrm>
            <a:off x="4366220" y="3140968"/>
            <a:ext cx="34563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		        n</a:t>
            </a:r>
            <a:endParaRPr/>
          </a:p>
        </p:txBody>
      </p:sp>
      <p:pic>
        <p:nvPicPr>
          <p:cNvPr id="11"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8"/>
        <p:cNvGrpSpPr/>
        <p:nvPr/>
      </p:nvGrpSpPr>
      <p:grpSpPr>
        <a:xfrm>
          <a:off x="0" y="0"/>
          <a:ext cx="0" cy="0"/>
          <a:chOff x="0" y="0"/>
          <a:chExt cx="0" cy="0"/>
        </a:xfrm>
      </p:grpSpPr>
      <p:sp>
        <p:nvSpPr>
          <p:cNvPr id="1900" name="Google Shape;1900;p107"/>
          <p:cNvSpPr txBox="1"/>
          <p:nvPr/>
        </p:nvSpPr>
        <p:spPr>
          <a:xfrm>
            <a:off x="224979" y="788088"/>
            <a:ext cx="11806237" cy="369331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new attachment table according to need and design</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Interface Entity for the attachment table and mark our attachment field with special attachment annotation, So the RAP framework can treat it as an attachment accordingly.</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Add annotations for admin fields, and user labels.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composition of our attachment table with travel entity like we had the composition of booking with travel entity.</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projection view for attachment</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Relationship between Travel processor view with attachment processor view entity</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Enhance the BDEF with attachment like booking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Also expose the attachment functionality with draft to processor in behavior projection for processor</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Expose the entity of attachment processor in service definition</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Republish the OData V4 binding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Add the metadata extension for attachment scenario and link a new facet in travel for attachment table</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Testing</a:t>
            </a:r>
            <a:endParaRPr sz="1800" dirty="0">
              <a:solidFill>
                <a:schemeClr val="dk1"/>
              </a:solidFill>
              <a:latin typeface="Calibri"/>
              <a:ea typeface="Calibri"/>
              <a:cs typeface="Calibri"/>
              <a:sym typeface="Calibri"/>
            </a:endParaRPr>
          </a:p>
        </p:txBody>
      </p:sp>
      <p:sp>
        <p:nvSpPr>
          <p:cNvPr id="1901" name="Google Shape;1901;p10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Steps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sp>
        <p:nvSpPr>
          <p:cNvPr id="1927" name="Google Shape;1927;p110"/>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&lt;&gt;</a:t>
            </a:r>
            <a:endParaRPr sz="1800">
              <a:solidFill>
                <a:schemeClr val="dk1"/>
              </a:solidFill>
              <a:latin typeface="Calibri"/>
              <a:ea typeface="Calibri"/>
              <a:cs typeface="Calibri"/>
              <a:sym typeface="Calibri"/>
            </a:endParaRPr>
          </a:p>
        </p:txBody>
      </p:sp>
      <p:sp>
        <p:nvSpPr>
          <p:cNvPr id="1928" name="Google Shape;1928;p110"/>
          <p:cNvSpPr txBox="1"/>
          <p:nvPr/>
        </p:nvSpPr>
        <p:spPr>
          <a:xfrm>
            <a:off x="191294" y="895"/>
            <a:ext cx="11231710" cy="12000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From classic ABAP extensions to ABAP Cloud development</a:t>
            </a:r>
            <a:endParaRPr dirty="0">
              <a:solidFill>
                <a:srgbClr val="FFC000"/>
              </a:solidFill>
              <a:latin typeface="Cooper Black" panose="0208090404030B020404" pitchFamily="18" charset="0"/>
            </a:endParaRPr>
          </a:p>
        </p:txBody>
      </p:sp>
      <p:pic>
        <p:nvPicPr>
          <p:cNvPr id="1931" name="Google Shape;1931;p110"/>
          <p:cNvPicPr preferRelativeResize="0"/>
          <p:nvPr/>
        </p:nvPicPr>
        <p:blipFill rotWithShape="1">
          <a:blip r:embed="rId3">
            <a:alphaModFix/>
          </a:blip>
          <a:srcRect/>
          <a:stretch/>
        </p:blipFill>
        <p:spPr>
          <a:xfrm>
            <a:off x="333772" y="1412776"/>
            <a:ext cx="7772400" cy="3971925"/>
          </a:xfrm>
          <a:prstGeom prst="rect">
            <a:avLst/>
          </a:prstGeom>
          <a:noFill/>
          <a:ln>
            <a:noFill/>
          </a:ln>
        </p:spPr>
      </p:pic>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9"/>
        <p:cNvGrpSpPr/>
        <p:nvPr/>
      </p:nvGrpSpPr>
      <p:grpSpPr>
        <a:xfrm>
          <a:off x="0" y="0"/>
          <a:ext cx="0" cy="0"/>
          <a:chOff x="0" y="0"/>
          <a:chExt cx="0" cy="0"/>
        </a:xfrm>
      </p:grpSpPr>
      <p:sp>
        <p:nvSpPr>
          <p:cNvPr id="1941" name="Google Shape;1941;p112"/>
          <p:cNvSpPr txBox="1"/>
          <p:nvPr/>
        </p:nvSpPr>
        <p:spPr>
          <a:xfrm>
            <a:off x="191294" y="1279407"/>
            <a:ext cx="11806237" cy="1754326"/>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Use public SAP APIs (local or remote) released by SAP to access SAP functionality and SAP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Use public SAP extension points released by SAP to extend SAP objects. Modifications to SAP standard objects are not supported (applies to S/4HANA Cloud system)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Use of </a:t>
            </a:r>
            <a:r>
              <a:rPr lang="en-US" sz="1800" dirty="0" err="1">
                <a:solidFill>
                  <a:schemeClr val="dk1"/>
                </a:solidFill>
                <a:latin typeface="Calibri"/>
                <a:ea typeface="Calibri"/>
                <a:cs typeface="Calibri"/>
                <a:sym typeface="Calibri"/>
              </a:rPr>
              <a:t>Adt</a:t>
            </a:r>
            <a:r>
              <a:rPr lang="en-US" sz="1800" dirty="0">
                <a:solidFill>
                  <a:schemeClr val="dk1"/>
                </a:solidFill>
                <a:latin typeface="Calibri"/>
                <a:ea typeface="Calibri"/>
                <a:cs typeface="Calibri"/>
                <a:sym typeface="Calibri"/>
              </a:rPr>
              <a:t> (ABAP development tools) on eclipse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Use Steampunk (RAP – Restful Application Programming model) to build Fiori Applications and services. SAP technologies like </a:t>
            </a:r>
            <a:r>
              <a:rPr lang="en-US" sz="1800" dirty="0" err="1">
                <a:solidFill>
                  <a:schemeClr val="dk1"/>
                </a:solidFill>
                <a:latin typeface="Calibri"/>
                <a:ea typeface="Calibri"/>
                <a:cs typeface="Calibri"/>
                <a:sym typeface="Calibri"/>
              </a:rPr>
              <a:t>Dynpro</a:t>
            </a:r>
            <a:r>
              <a:rPr lang="en-US" sz="1800" dirty="0">
                <a:solidFill>
                  <a:schemeClr val="dk1"/>
                </a:solidFill>
                <a:latin typeface="Calibri"/>
                <a:ea typeface="Calibri"/>
                <a:cs typeface="Calibri"/>
                <a:sym typeface="Calibri"/>
              </a:rPr>
              <a:t> and </a:t>
            </a:r>
            <a:r>
              <a:rPr lang="en-US" sz="1800" dirty="0" err="1">
                <a:solidFill>
                  <a:schemeClr val="dk1"/>
                </a:solidFill>
                <a:latin typeface="Calibri"/>
                <a:ea typeface="Calibri"/>
                <a:cs typeface="Calibri"/>
                <a:sym typeface="Calibri"/>
              </a:rPr>
              <a:t>webdynpro</a:t>
            </a:r>
            <a:r>
              <a:rPr lang="en-US" sz="1800" dirty="0">
                <a:solidFill>
                  <a:schemeClr val="dk1"/>
                </a:solidFill>
                <a:latin typeface="Calibri"/>
                <a:ea typeface="Calibri"/>
                <a:cs typeface="Calibri"/>
                <a:sym typeface="Calibri"/>
              </a:rPr>
              <a:t> are not released for cloud development.</a:t>
            </a:r>
            <a:endParaRPr dirty="0"/>
          </a:p>
        </p:txBody>
      </p:sp>
      <p:sp>
        <p:nvSpPr>
          <p:cNvPr id="1942" name="Google Shape;1942;p112"/>
          <p:cNvSpPr txBox="1"/>
          <p:nvPr/>
        </p:nvSpPr>
        <p:spPr>
          <a:xfrm>
            <a:off x="191294" y="219259"/>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What is ABAP Cloud Development Means: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8"/>
        <p:cNvGrpSpPr/>
        <p:nvPr/>
      </p:nvGrpSpPr>
      <p:grpSpPr>
        <a:xfrm>
          <a:off x="0" y="0"/>
          <a:ext cx="0" cy="0"/>
          <a:chOff x="0" y="0"/>
          <a:chExt cx="0" cy="0"/>
        </a:xfrm>
      </p:grpSpPr>
      <p:sp>
        <p:nvSpPr>
          <p:cNvPr id="1950" name="Google Shape;1950;p113"/>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If we are using SAP BTP to develop side by side extensions, full stack SAP applications in BTP (Steampunk)</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If we are using In-app Developer extensibility with released objects in S/4HANA (all editions) with RAP (Embedded Steampunk)</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you using RAP and enhancing your Standard SAP Applications delivered by SAP in S/4HANA system, the recommended approach is Embedded Steampunk.</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Every Customer using S/4HANA can decide whether they want to use new approach (embedded Steampunk) or classic extension approach (BADI) @ Object level</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This can be done by switching a setting @ object level.</a:t>
            </a:r>
            <a:endParaRPr/>
          </a:p>
        </p:txBody>
      </p:sp>
      <p:sp>
        <p:nvSpPr>
          <p:cNvPr id="1951" name="Google Shape;1951;p11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What is Embedded Steampunk</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17</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2924</TotalTime>
  <Words>937</Words>
  <Application>Microsoft Office PowerPoint</Application>
  <PresentationFormat>Custom</PresentationFormat>
  <Paragraphs>115</Paragraphs>
  <Slides>14</Slides>
  <Notes>11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14</vt:i4>
      </vt:variant>
    </vt:vector>
  </HeadingPairs>
  <TitlesOfParts>
    <vt:vector size="27" baseType="lpstr">
      <vt:lpstr>Open Sans</vt:lpstr>
      <vt:lpstr>Arial Black</vt:lpstr>
      <vt:lpstr>Cambria</vt:lpstr>
      <vt:lpstr>Quattrocento Sans</vt:lpstr>
      <vt:lpstr>Segoe UI</vt:lpstr>
      <vt:lpstr>Segoe UI Light</vt:lpstr>
      <vt:lpstr>Cooper Black</vt:lpstr>
      <vt:lpstr>Calibri</vt:lpstr>
      <vt:lpstr>Corben</vt:lpstr>
      <vt:lpstr>Arial</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114</cp:revision>
  <dcterms:created xsi:type="dcterms:W3CDTF">2023-10-03T21:33:12Z</dcterms:created>
  <dcterms:modified xsi:type="dcterms:W3CDTF">2025-09-13T05:47:50Z</dcterms:modified>
</cp:coreProperties>
</file>