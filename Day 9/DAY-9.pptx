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8"/>
  </p:notesMasterIdLst>
  <p:sldIdLst>
    <p:sldId id="256" r:id="rId5"/>
    <p:sldId id="402" r:id="rId6"/>
    <p:sldId id="276" r:id="rId7"/>
    <p:sldId id="314" r:id="rId8"/>
    <p:sldId id="1179" r:id="rId9"/>
    <p:sldId id="1180" r:id="rId10"/>
    <p:sldId id="1181" r:id="rId11"/>
    <p:sldId id="1182" r:id="rId12"/>
    <p:sldId id="1212" r:id="rId13"/>
    <p:sldId id="1185" r:id="rId14"/>
    <p:sldId id="1208" r:id="rId15"/>
    <p:sldId id="419" r:id="rId16"/>
    <p:sldId id="409" r:id="rId17"/>
  </p:sldIdLst>
  <p:sldSz cx="12188825" cy="6858000"/>
  <p:notesSz cx="6858000" cy="9144000"/>
  <p:embeddedFontLst>
    <p:embeddedFont>
      <p:font typeface="72 Monospace" panose="020B0509030603020204" pitchFamily="49" charset="0"/>
      <p:regular r:id="rId19"/>
      <p:bold r:id="rId20"/>
    </p:embeddedFont>
    <p:embeddedFont>
      <p:font typeface="Arial Black" panose="020B0A04020102020204" pitchFamily="34" charset="0"/>
      <p:regular r:id="rId21"/>
      <p:bold r:id="rId22"/>
    </p:embeddedFont>
    <p:embeddedFont>
      <p:font typeface="Cambria" panose="02040503050406030204" pitchFamily="18"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Cooper Black" panose="0208090404030B020404" pitchFamily="18" charset="0"/>
      <p:regular r:id="rId31"/>
    </p:embeddedFont>
    <p:embeddedFont>
      <p:font typeface="Corben" panose="020B0604020202020204" charset="0"/>
      <p:bold r:id="rId32"/>
    </p:embeddedFont>
    <p:embeddedFont>
      <p:font typeface="Open Sans" panose="020B0606030504020204" pitchFamily="34" charset="0"/>
      <p:regular r:id="rId33"/>
      <p:bold r:id="rId34"/>
      <p:italic r:id="rId35"/>
      <p:boldItalic r:id="rId36"/>
    </p:embeddedFont>
    <p:embeddedFont>
      <p:font typeface="Quattrocento Sans" panose="020B0502050000020003" pitchFamily="34" charset="0"/>
      <p:regular r:id="rId37"/>
      <p:bold r:id="rId38"/>
      <p:italic r:id="rId39"/>
      <p:boldItalic r:id="rId40"/>
    </p:embeddedFont>
    <p:embeddedFont>
      <p:font typeface="Segoe UI" panose="020B0502040204020203" pitchFamily="34" charset="0"/>
      <p:regular r:id="rId41"/>
      <p:bold r:id="rId42"/>
      <p:italic r:id="rId43"/>
      <p:boldItalic r:id="rId44"/>
    </p:embeddedFont>
    <p:embeddedFont>
      <p:font typeface="Segoe UI Black" panose="020B0A02040204020203" pitchFamily="34" charset="0"/>
      <p:bold r:id="rId45"/>
      <p:boldItalic r:id="rId46"/>
    </p:embeddedFont>
    <p:embeddedFont>
      <p:font typeface="Segoe UI Light" panose="020B0502040204020203" pitchFamily="34" charset="0"/>
      <p:regular r:id="rId47"/>
      <p: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font" Target="fonts/font29.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1.fntdata"/><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5" Type="http://schemas.openxmlformats.org/officeDocument/2006/relationships/slide" Target="slides/slide1.xml"/><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font" Target="fonts/font30.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font" Target="fonts/font28.fntdata"/><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5:57:29.702"/>
    </inkml:context>
    <inkml:brush xml:id="br0">
      <inkml:brushProperty name="width" value="0.1" units="cm"/>
      <inkml:brushProperty name="height" value="0.1"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5:46.083"/>
    </inkml:context>
    <inkml:brush xml:id="br0">
      <inkml:brushProperty name="width" value="0.05" units="cm"/>
      <inkml:brushProperty name="height" value="0.05" units="cm"/>
    </inkml:brush>
  </inkml:definitions>
  <inkml:trace contextRef="#ctx0" brushRef="#br0">1 0 24575,'0'1'0,"0"0"0,0-1 0,0 1 0,0 0 0,0-1 0,0 1 0,0 0 0,0 0 0,0-1 0,0 1 0,0 0 0,1-1 0,-1 1 0,0 0 0,0-1 0,1 1 0,-1-1 0,1 1 0,-1 0 0,0-1 0,1 1 0,-1-1 0,1 1 0,13 19 0,55 64 0,144 132 0,-211-215 1,37 36-684,57 41 0,-81-67-6143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5:46.188"/>
    </inkml:context>
    <inkml:brush xml:id="br0">
      <inkml:brushProperty name="width" value="0.05" units="cm"/>
      <inkml:brushProperty name="height" value="0.05" units="cm"/>
    </inkml:brush>
  </inkml:definitions>
  <inkml:trace contextRef="#ctx0" brushRef="#br0">537 129 24575,'0'-2'0,"0"1"0,0-1 0,0 0 0,0 1 0,-1-1 0,1 1 0,0-1 0,-1 0 0,1 1 0,-1-1 0,1 1 0,-1 0 0,0-1 0,0 1 0,1-1 0,-1 1 0,0 0 0,0 0 0,0-1 0,-1 1 0,1 0 0,-2-1 0,1 1 0,0 0 0,-1 0 0,1 0 0,-1 0 0,1 1 0,-1-1 0,1 1 0,-1-1 0,1 1 0,-1 0 0,1 0 0,-5 1 0,-3 1 0,0 0 0,0 0 0,0 1 0,0 1 0,-17 7 0,-17 16 0,1 2 0,1 2 0,-67 63 0,37-30 0,52-47 0,-55 51 0,72-64 140,6-4 48,6-6-1064,-7 5 59,10-7-6009</inkml:trace>
  <inkml:trace contextRef="#ctx0" brushRef="#br0" timeOffset="1">142 2 24575,'-10'-1'0,"-1"1"0,10 0 0,1 1 0,0 0 0,0-1 0,0 1 0,0-1 0,-1 1 0,1 0 0,0-1 0,0 1 0,0 0 0,0-1 0,0 1 0,1 0 0,-1-1 0,0 1 0,0 0 0,0-1 0,1 1 0,-1-1 0,0 1 0,0 0 0,1-1 0,0 2 0,5 9 0,0 1 0,1-1 0,1 0 0,0 0 0,0-1 0,1 0 0,12 11 0,77 58 0,-87-71 0,334 229 0,-210-157 0,-61-38 0,-182-107-1365,84 50-5461</inkml:trace>
  <inkml:trace contextRef="#ctx0" brushRef="#br0" timeOffset="2">551 129 24575,'2'-13'0,"-1"4"0,-14 16 0,-273 244 0,205-164 0,78-84-1365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5:48.626"/>
    </inkml:context>
    <inkml:brush xml:id="br0">
      <inkml:brushProperty name="width" value="0.05" units="cm"/>
      <inkml:brushProperty name="height" value="0.05" units="cm"/>
    </inkml:brush>
  </inkml:definitions>
  <inkml:trace contextRef="#ctx0" brushRef="#br0">21 102 24575,'1'0'0,"0"0"0,-1-1 0,1 1 0,0-1 0,0 1 0,-1-1 0,1 1 0,0-1 0,-1 1 0,1-1 0,0 1 0,-1-1 0,1 0 0,-1 0 0,1 1 0,-1-1 0,0 0 0,1-1 0,9-20 0,-7 15 0,-1 3 0,0 0 0,0 1 0,0-1 0,0 0 0,1 1 0,0-1 0,0 1 0,0 0 0,0 0 0,0 0 0,0 0 0,1 1 0,6-5 0,-5 5 0,1 0 0,-1 1 0,1-1 0,0 1 0,-1 0 0,1 0 0,0 1 0,-1-1 0,1 1 0,6 1 0,21 2 0,36 7 0,-57-8 0,0 1 0,0 1 0,0 0 0,0 1 0,0 0 0,10 7 0,-20-12 0,-1 1 0,0 0 0,0-1 0,0 1 0,0 0 0,0 0 0,0 0 0,0 0 0,0 0 0,-1 0 0,1 0 0,0 0 0,0 0 0,-1 0 0,1 0 0,-1 0 0,1 1 0,-1-1 0,1 0 0,-1 0 0,0 1 0,0-1 0,1 3 0,-2-2 0,1 0 0,-1 0 0,1 0 0,-1 0 0,0 0 0,0 0 0,0 0 0,0 0 0,0 0 0,0-1 0,-1 1 0,1 0 0,-2 1 0,-4 4 0,0-1 0,-1 0 0,1-1 0,-1 1 0,-13 5 0,-31 12 0,26-12 0,-26 15 0,51-26 0,0 1 0,0-1 0,0 0 0,1 1 0,-1-1 0,0 1 0,0-1 0,1 1 0,-1-1 0,0 1 0,1 0 0,-1-1 0,1 1 0,-1 0 0,1-1 0,-1 1 0,1 0 0,-1 0 0,1-1 0,0 1 0,-1 1 0,1-1 0,1-1 0,-1 1 0,0-1 0,1 1 0,-1-1 0,0 1 0,1-1 0,-1 0 0,1 1 0,-1-1 0,1 1 0,-1-1 0,1 0 0,-1 0 0,1 1 0,-1-1 0,1 0 0,-1 0 0,1 0 0,0 0 0,-1 1 0,2-1 0,39 3 0,-23-3 0,-8-1 0,1 1 0,-1 0 0,1 1 0,-1 0 0,18 5 0,-26-6 0,-1 1 0,1-1 0,0 1 0,-1 0 0,1 0 0,0 0 0,-1 0 0,1 0 0,-1 0 0,0 1 0,1-1 0,-1 0 0,0 1 0,0-1 0,2 4 0,-2-3 0,0 0 0,-1 1 0,1-1 0,-1 0 0,1 0 0,-1 1 0,0-1 0,0 0 0,0 1 0,0-1 0,0 0 0,-1 1 0,1-1 0,-1 0 0,-1 5 0,0-2 0,-1 1 0,0 0 0,0-1 0,0 1 0,-1-1 0,1 0 0,-1 0 0,0 0 0,-1-1 0,1 0 0,-1 1 0,0-1 0,0-1 0,0 1 0,-1-1 0,1 0 0,-1 0 0,0-1 0,0 0 0,0 0 0,-8 2 0,-4 0 0,1-1 0,-1 0 0,1-2 0,-1 0 0,0-1 0,-24-2 0,38 1-85,-1 0 0,1-1-1,-1 1 1,1-1 0,0 0-1,-1 0 1,1 0 0,0-1-1,0 1 1,1-1 0,-1 0-1,0 0 1,1 0 0,0-1-1,-6-7 1,2 1-6741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5:52.735"/>
    </inkml:context>
    <inkml:brush xml:id="br0">
      <inkml:brushProperty name="width" value="0.05" units="cm"/>
      <inkml:brushProperty name="height" value="0.05" units="cm"/>
    </inkml:brush>
  </inkml:definitions>
  <inkml:trace contextRef="#ctx0" brushRef="#br0">66 95 24575,'1'-10'0,"1"0"0,0 0 0,1 0 0,0 0 0,1 0 0,0 1 0,10-17 0,-28 48 0,1 0 0,1 0 0,1 1 0,2 0 0,0 1 0,1 1 0,1-1 0,2 1 0,-5 35 0,10-46 0,-1-1 0,2 0 0,-1 1 0,2-1 0,0 1 0,0-1 0,2 0 0,6 19 0,-6-23 0,0 0 0,1 0 0,1 0 0,-1 0 0,1-1 0,1 0 0,-1 0 0,1-1 0,1 0 0,-1 0 0,1 0 0,11 5 0,21 10-1365,-3-6-5461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5:53.017"/>
    </inkml:context>
    <inkml:brush xml:id="br0">
      <inkml:brushProperty name="width" value="0.05" units="cm"/>
      <inkml:brushProperty name="height" value="0.05" units="cm"/>
    </inkml:brush>
  </inkml:definitions>
  <inkml:trace contextRef="#ctx0" brushRef="#br0">23 8 24575,'20'-4'0,"-19"3"0,0 1 0,1-1 0,-1 1 0,0 0 0,0-1 0,0 1 0,1 0 0,-1 0 0,0-1 0,0 1 0,1 0 0,-1 0 0,0 0 0,1 1 0,-1-1 0,0 0 0,0 0 0,0 1 0,1-1 0,-1 1 0,0-1 0,0 1 0,0-1 0,0 1 0,0 0 0,0-1 0,0 1 0,0 0 0,0 0 0,1 1 0,2 3 0,-1-1 0,0 1 0,-1 0 0,1 0 0,-1 0 0,0 0 0,0 0 0,0 0 0,-1 0 0,0 1 0,0-1 0,0 1 0,-1-1 0,0 9 0,-1 8 0,-1-1 0,-6 28 0,6-42 0,-25 112 342,22-101-684,-1-1 1,-1 0 0,-1 0-1,-14 24 1,3-15-6485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01.907"/>
    </inkml:context>
    <inkml:brush xml:id="br0">
      <inkml:brushProperty name="width" value="0.05" units="cm"/>
      <inkml:brushProperty name="height" value="0.05" units="cm"/>
    </inkml:brush>
  </inkml:definitions>
  <inkml:trace contextRef="#ctx0" brushRef="#br0">495 102 24575,'-3'2'0,"0"0"0,1 1 0,0 0 0,0 0 0,-1 0 0,2 0 0,-1 0 0,-2 4 0,-10 16 0,9-18 0,0-1 0,0 0 0,0 0 0,0 0 0,-1-1 0,1 0 0,-1 0 0,0 0 0,0 0 0,0-1 0,0 0 0,-1-1 0,1 1 0,0-1 0,-9 0 0,2 0 0,0 0 0,0-1 0,0-1 0,0 0 0,1 0 0,-23-7 0,32 8 0,0-1 0,0 0 0,0 0 0,0-1 0,0 1 0,0-1 0,1 1 0,-1-1 0,1 0 0,-1 0 0,1 0 0,-1 0 0,1 0 0,-2-4 0,3 5 0,0-1 0,0 0 0,1 1 0,-1-1 0,1 0 0,0 0 0,0 1 0,-1-1 0,1 0 0,0 0 0,0 0 0,1 1 0,-1-1 0,0 0 0,0 0 0,1 1 0,-1-1 0,1 0 0,0 1 0,-1-1 0,1 0 0,0 1 0,0-1 0,0 1 0,0 0 0,2-3 0,6-6 0,0 0 0,1 0 0,0 1 0,0 0 0,1 1 0,1 0 0,-1 1 0,1 0 0,0 1 0,0 0 0,1 1 0,0 0 0,0 1 0,0 1 0,1 0 0,-1 1 0,1 0 0,-1 1 0,16 0 0,-27 1 0,1 0 0,0 0 0,0 0 0,0 1 0,0-1 0,0 0 0,-1 1 0,1 0 0,0 0 0,0 0 0,-1 0 0,1 0 0,-1 1 0,1-1 0,-1 1 0,1-1 0,-1 1 0,0 0 0,0 0 0,0 0 0,0 0 0,0 0 0,0 1 0,-1-1 0,1 0 0,-1 1 0,1-1 0,-1 1 0,0 0 0,0 0 0,0-1 0,-1 1 0,1 0 0,-1 0 0,1 0 0,-1-1 0,0 1 0,0 0 0,0 4 0,-1 4 0,-1-1 0,1 1 0,-2 0 0,1-1 0,-1 1 0,-1-1 0,0 0 0,-1 0 0,-6 12 0,1-8 0,-1 1 0,0-1 0,-1-1 0,-1 0 0,0-1 0,-1 0 0,0-1 0,0 0 0,-2-1 0,1-1 0,-23 10 0,6-6 0,0 0 0,0-3 0,-1 0 0,0-3 0,-37 5 0,61-11 0,-1 0 0,1-1 0,-1 0 0,-11-2 0,19 1 0,0 1 0,0 0 0,1-1 0,-1 1 0,0-1 0,1 1 0,-1-1 0,1 0 0,-1 0 0,0 0 0,1 0 0,0 0 0,-3-2 0,4 2 0,-1 0 0,1 0 0,-1 1 0,1-1 0,0 0 0,-1 0 0,1 0 0,0 0 0,0 0 0,0 0 0,0 0 0,0 0 0,0 0 0,0 0 0,0 0 0,0 0 0,0 0 0,0 0 0,1 0 0,-1 0 0,0 1 0,1-1 0,-1 0 0,1 0 0,-1 0 0,2-1 0,3-6 0,0 1 0,1-1 0,0 1 0,1 1 0,-1-1 0,1 1 0,0 0 0,1 1 0,-1 0 0,13-6 0,-13 7 0,1 0 0,-1 1 0,1 0 0,0 0 0,0 1 0,0 0 0,0 1 0,0-1 0,0 2 0,0-1 0,16 2 0,-20 0 0,-1-1 0,0 1 0,0 0 0,0 1 0,0-1 0,0 1 0,0-1 0,0 1 0,0 0 0,-1 0 0,1 0 0,-1 0 0,1 0 0,-1 1 0,0-1 0,0 1 0,0 0 0,0-1 0,0 1 0,2 6 0,2 6 0,0 0 0,-1 1 0,4 18 0,2 9 0,-7-33 0,-1 1 0,2-1 0,0 0 0,0 0 0,1 0 0,7 9 0,-10-16 0,-1 0 0,1 0 0,0-1 0,-1 1 0,1-1 0,0 0 0,1 0 0,-1 0 0,0 0 0,1 0 0,-1-1 0,1 1 0,-1-1 0,1 0 0,0 0 0,-1-1 0,1 1 0,0-1 0,0 0 0,-1 0 0,1 0 0,4 0 0,-3-1-80,0 0 0,1 0-1,-1-1 1,0 0 0,0 0-1,0 0 1,0 0 0,-1-1-1,1 1 1,-1-1 0,1 0 0,-1-1-1,0 1 1,0-1 0,0 0-1,4-6 1,-2 1-6746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09.512"/>
    </inkml:context>
    <inkml:brush xml:id="br0">
      <inkml:brushProperty name="width" value="0.05" units="cm"/>
      <inkml:brushProperty name="height" value="0.05" units="cm"/>
    </inkml:brush>
  </inkml:definitions>
  <inkml:trace contextRef="#ctx0" brushRef="#br0">17 0 24575,'1'1'0,"0"-1"0,-1 1 0,1-1 0,0 1 0,0-1 0,-1 1 0,1-1 0,0 1 0,-1-1 0,1 1 0,-1 0 0,1-1 0,-1 1 0,1 0 0,-1 0 0,1 0 0,-1-1 0,0 1 0,1 0 0,-1 0 0,0 0 0,0 0 0,0-1 0,0 1 0,0 0 0,1 0 0,-2 1 0,3 27 0,-2-29 0,-14 152 0,0-5 0,13-124 0,0-12 0,0 1 0,1-1 0,1 0 0,0 0 0,2 14 0,-3-25-29,0 0-1,0 1 0,0-1 1,0 0-1,0 0 0,0 1 0,1-1 1,-1 0-1,0 0 0,0 1 1,0-1-1,0 0 0,0 0 1,0 1-1,0-1 0,1 0 1,-1 0-1,0 1 0,0-1 1,0 0-1,1 0 0,-1 0 1,0 0-1,0 1 0,0-1 1,1 0-1,-1 0 0,0 0 1,0 0-1,1 0 0,-1 0 0,0 0 1,1 0-1,-1 1 0,0-1 1,0 0-1,1 0 0,-1 0 1,0 0-1,0 0 0,1-1 1,-1 1-1,0 0 0,0 0 1,1 0-1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08.669"/>
    </inkml:context>
    <inkml:brush xml:id="br0">
      <inkml:brushProperty name="width" value="0.05" units="cm"/>
      <inkml:brushProperty name="height" value="0.05" units="cm"/>
    </inkml:brush>
  </inkml:definitions>
  <inkml:trace contextRef="#ctx0" brushRef="#br0">0 11 24575,'0'0'0,"0"-1"0,1 1 0,-1-1 0,0 1 0,0-1 0,0 0 0,1 1 0,-1-1 0,0 1 0,1-1 0,-1 1 0,0 0 0,1-1 0,-1 1 0,0-1 0,1 1 0,-1 0 0,1-1 0,-1 1 0,1 0 0,-1-1 0,1 1 0,-1 0 0,1 0 0,-1 0 0,1-1 0,0 1 0,-1 0 0,1 0 0,-1 0 0,1 0 0,-1 0 0,1 0 0,0 0 0,-1 0 0,1 0 0,0 1 0,23 4 0,-16-1 0,0 1 0,0 0 0,0 1 0,-1 0 0,1 0 0,-2 0 0,1 1 0,-1 0 0,11 14 0,3 10 0,18 36 0,-37-65 0,13 25 59,-4-7 29,1 0-1,20 26 1,-27-41-208,1 0-1,-1 0 1,1 0-1,0-1 1,0 1-1,0-1 1,0-1-1,1 1 1,0-1-1,0 0 1,-1 0-1,2-1 0,5 3 1,4-2-6706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08.969"/>
    </inkml:context>
    <inkml:brush xml:id="br0">
      <inkml:brushProperty name="width" value="0.05" units="cm"/>
      <inkml:brushProperty name="height" value="0.05" units="cm"/>
    </inkml:brush>
  </inkml:definitions>
  <inkml:trace contextRef="#ctx0" brushRef="#br0">368 1 24575,'-1'6'0,"-1"0"0,1 0 0,-1 0 0,0 0 0,0 0 0,0 0 0,-1-1 0,0 1 0,0-1 0,-1 0 0,1 0 0,-6 6 0,-59 61 0,60-64 0,-70 65 0,41-41 0,1 2 0,-38 49 0,70-79 0,0 1 0,0 1 0,1-1 0,0 0 0,0 1 0,1 0 0,-4 10 0,6-13-1365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0.475"/>
    </inkml:context>
    <inkml:brush xml:id="br0">
      <inkml:brushProperty name="width" value="0.05" units="cm"/>
      <inkml:brushProperty name="height" value="0.05" units="cm"/>
    </inkml:brush>
  </inkml:definitions>
  <inkml:trace contextRef="#ctx0" brushRef="#br0">243 385 24575,'2'0'0,"-1"-1"0,0 1 0,0 0 0,1-1 0,-1 1 0,0-1 0,0 0 0,0 1 0,0-1 0,1 0 0,-1 0 0,0 0 0,-1 1 0,1-1 0,0 0 0,0-1 0,0 1 0,0 0 0,-1 0 0,1 0 0,-1 0 0,1 0 0,-1-1 0,1 1 0,-1 0 0,0 0 0,1-1 0,-1-1 0,1-4 0,1 1 0,-2-1 0,1 1 0,-1-10 0,0 12 0,-1 0 0,1-1 0,-1 1 0,0 0 0,0 0 0,0-1 0,-1 1 0,0 0 0,1 0 0,-1 0 0,-1 1 0,1-1 0,-1 0 0,1 1 0,-1 0 0,0-1 0,0 1 0,0 0 0,-1 1 0,1-1 0,-1 0 0,1 1 0,-1 0 0,0 0 0,0 0 0,0 0 0,-9-2 0,8 3 0,-1 0 0,0 0 0,0 0 0,1 1 0,-1 0 0,0 0 0,0 1 0,0-1 0,0 1 0,1 0 0,-1 1 0,0-1 0,1 1 0,-1 1 0,1-1 0,0 1 0,0-1 0,0 1 0,0 1 0,-7 5 0,5-2 0,0 1 0,0 0 0,0 0 0,1 0 0,1 1 0,-1 0 0,1 0 0,1 1 0,-4 10 0,6-15 0,0 0 0,1 0 0,0 0 0,0 0 0,0 0 0,0 0 0,1 0 0,0 0 0,0 0 0,0 0 0,1 0 0,0 0 0,0 1 0,0-2 0,0 1 0,1 0 0,0 0 0,0 0 0,0-1 0,4 7 0,-4-8 0,1-1 0,-1 1 0,0-1 0,0 0 0,1 0 0,-1 0 0,1 0 0,0 0 0,0 0 0,0-1 0,-1 1 0,1-1 0,1 0 0,-1 0 0,6 1 0,-4-1 0,0-1 0,1 0 0,-1 0 0,0 0 0,0-1 0,1 1 0,-1-1 0,0-1 0,7-1 0,-4 0 0,-1-1 0,1 1 0,0-1 0,-1 0 0,0-1 0,0 0 0,0 0 0,-1-1 0,0 1 0,0-1 0,0-1 0,5-7 0,-7 9 0,-1-1 0,0 1 0,-1-1 0,1 0 0,-1 0 0,0 0 0,-1 0 0,1 0 0,-1 0 0,-1-1 0,1 1 0,-1 0 0,0-1 0,0 1 0,-2-11 0,2 17 0,0 0 0,0-1 0,0 1 0,0 0 0,0 0 0,0-1 0,0 1 0,0 0 0,-1 0 0,1 0 0,0-1 0,0 1 0,0 0 0,0 0 0,0-1 0,0 1 0,0 0 0,-1 0 0,1 0 0,0-1 0,0 1 0,0 0 0,0 0 0,-1 0 0,1 0 0,0 0 0,0-1 0,0 1 0,-1 0 0,1 0 0,0 0 0,0 0 0,-1 0 0,1 0 0,0 0 0,0 0 0,-1 0 0,1 0 0,-1 0 0,-5 9 0,-1 18 0,5-14 0,0 0 0,1 0 0,1 0 0,0 0 0,0 0 0,4 17 0,-3-23 0,1 0 0,-1 1 0,2-1 0,-1 0 0,1 0 0,0 0 0,0-1 0,1 1 0,0-1 0,0 0 0,1 0 0,7 8 0,-10-12 0,0 0 0,0 0 0,0 0 0,0-1 0,0 1 0,1 0 0,-1-1 0,1 0 0,-1 0 0,1 0 0,0 0 0,-1 0 0,1 0 0,0-1 0,0 1 0,-1-1 0,1 0 0,0 0 0,0 0 0,0 0 0,-1 0 0,1-1 0,0 1 0,0-1 0,-1 0 0,1 0 0,0 0 0,-1 0 0,1 0 0,-1-1 0,1 1 0,-1-1 0,0 1 0,0-1 0,1 0 0,1-3 0,5-3 0,-1-1 0,-1 0 0,0 0 0,0-1 0,-1 1 0,0-2 0,7-16 0,-4 3 0,-1 0 0,-1-1 0,6-45 0,1-79 0,-13 133 0,4-117 0,-11 192 0,-2 47 0,8-63 0,3-1 0,1 1 0,3-1 0,22 81 0,-28-121-62,-1 1 0,0-1 0,1 0 0,0 0 0,-1 0 0,1 0 0,0 0 0,0 0 0,0-1 0,0 1 0,1 0 0,-1 0-1,0-1 1,1 1 0,-1-1 0,1 1 0,0-1 0,-1 0 0,1 1 0,0-1 0,2 1 0,6-1-6764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0.856"/>
    </inkml:context>
    <inkml:brush xml:id="br0">
      <inkml:brushProperty name="width" value="0.05" units="cm"/>
      <inkml:brushProperty name="height" value="0.05" units="cm"/>
    </inkml:brush>
  </inkml:definitions>
  <inkml:trace contextRef="#ctx0" brushRef="#br0">16 58 24575,'0'0'0,"-1"0"0,0-1 0,1 1 0,-1 0 0,0 0 0,1 0 0,-1 0 0,0-1 0,1 1 0,-1 0 0,0-1 0,1 1 0,-1-1 0,1 1 0,-1 0 0,1-1 0,-1 1 0,1-1 0,-1 0 0,1 1 0,-1-1 0,1 1 0,0-1 0,-1 0 0,1 1 0,0-1 0,-1 0 0,1 1 0,0-2 0,3-4 0,9 7 0,-6 2 0,-1 1 0,0 0 0,1-1 0,-2 1 0,1 1 0,0-1 0,-1 1 0,0 0 0,0 0 0,0 0 0,-1 1 0,1-1 0,-1 1 0,2 6 0,2 4 0,-1 1 0,-1-1 0,6 35 0,-10-46 0,0 1 0,-1 1 0,1-1 0,-2 9 0,1-14 0,0 0 0,0 0 0,0 0 0,-1 0 0,1 0 0,0 1 0,0-1 0,-1 0 0,1 0 0,-1 0 0,1 0 0,-1 0 0,1 0 0,-1-1 0,1 1 0,-1 0 0,0 0 0,1 0 0,-1 0 0,0-1 0,0 1 0,0 0 0,0-1 0,0 1 0,0 0 0,0-1 0,0 0 0,0 1 0,0-1 0,0 1 0,0-1 0,-1 0 0,0 0 0,1 0 0,0 0 0,0-1 0,0 1 0,0-1 0,0 1 0,-1-1 0,1 1 0,0-1 0,0 0 0,0 0 0,0 1 0,0-1 0,1 0 0,-1 0 0,0 0 0,0 0 0,1 0 0,-1 0 0,0 0 0,1 0 0,-1 0 0,1 0 0,-1 0 0,1-1 0,-1 0 0,-6-34 0,7 27 0,1-1 0,-1 1 0,2-1 0,-1 1 0,2 0 0,-1 0 0,1-1 0,0 2 0,1-1 0,0 0 0,1 1 0,5-9 0,-4 8 0,0 1 0,0 0 0,1 0 0,-1 0 0,2 1 0,-1 0 0,1 0 0,1 1 0,-1 0 0,1 0 0,9-4 0,-16 9-136,1 0-1,-1 0 1,1 1-1,-1-1 1,1 0-1,-1 1 1,1 0-1,-1-1 0,5 1 1,3 3-6690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2.315"/>
    </inkml:context>
    <inkml:brush xml:id="br0">
      <inkml:brushProperty name="width" value="0.05" units="cm"/>
      <inkml:brushProperty name="height" value="0.05" units="cm"/>
    </inkml:brush>
  </inkml:definitions>
  <inkml:trace contextRef="#ctx0" brushRef="#br0">88 283 24575,'-7'0'0,"1"0"0,0 0 0,0-1 0,-1 0 0,1 0 0,0 0 0,0-1 0,0 0 0,0 0 0,-8-4 0,14 6 0,0-1 0,0 1 0,0 0 0,0 0 0,-1 0 0,1 0 0,0 0 0,0 0 0,0 0 0,0 0 0,0 0 0,-1 0 0,1 0 0,0 0 0,0-1 0,0 1 0,0 0 0,0 0 0,0 0 0,0 0 0,0 0 0,-1 0 0,1-1 0,0 1 0,0 0 0,0 0 0,0 0 0,0 0 0,0-1 0,0 1 0,0 0 0,0 0 0,0 0 0,0 0 0,0-1 0,0 1 0,0 0 0,0 0 0,0 0 0,0 0 0,0 0 0,0-1 0,0 1 0,1 0 0,-1 0 0,9-4 0,14 2 0,22 3 0,21-2 0,-61 1 0,0 0 0,0-1 0,0 0 0,0 0 0,-1-1 0,1 0 0,0 1 0,0-1 0,7-5 0,-11 6 0,0 1 0,-1-1 0,1 1 0,0-1 0,0 1 0,-1-1 0,1 0 0,0 1 0,-1-1 0,1 0 0,-1 0 0,1 1 0,-1-1 0,1 0 0,-1 0 0,0 0 0,1 0 0,-1 0 0,0 0 0,0 1 0,1-1 0,-1 0 0,0 0 0,0 0 0,0 0 0,0 0 0,0-1 0,-1 0 0,0 0 0,0 0 0,0 0 0,0 1 0,0-1 0,0 0 0,0 1 0,-1-1 0,1 1 0,0-1 0,-1 1 0,-1-2 0,-5-3 0,0 1 0,-1-1 0,0 1 0,-10-4 0,14 7 0,0 0 0,-1 0 0,0 0 0,1 1 0,-1 0 0,0 0 0,0 0 0,0 0 0,0 1 0,0 0 0,0 1 0,-10 1 0,13-1 0,-1 0 0,1 0 0,0 1 0,0-1 0,0 1 0,0 0 0,0 0 0,0 0 0,1 0 0,-1 1 0,0-1 0,1 1 0,0-1 0,0 1 0,0 0 0,0 0 0,0 0 0,0 0 0,1 0 0,0 0 0,-1 0 0,1 1 0,-1 3 0,0 1 0,0-1 0,1 1 0,-1 0 0,1-1 0,1 1 0,0 0 0,0 0 0,0 0 0,1-1 0,0 1 0,1 0 0,-1-1 0,1 1 0,1-1 0,0 1 0,0-1 0,0 0 0,1 0 0,0-1 0,0 1 0,1-1 0,0 0 0,0 0 0,0 0 0,1 0 0,-1-1 0,1 0 0,1-1 0,-1 1 0,1-1 0,0 0 0,0-1 0,0 0 0,9 4 0,7-2 0,0 0 0,0-2 0,0 0 0,0-2 0,0 0 0,0-2 0,0 0 0,0-2 0,0 0 0,0-2 0,-1 0 0,33-13 0,-48 15 0,0 0 0,-1 0 0,1-1 0,-1 1 0,0-2 0,0 1 0,-1 0 0,1-1 0,-1 0 0,0-1 0,0 1 0,-1-1 0,6-8 0,-8 11 0,-1 1 0,0-1 0,0 0 0,0 0 0,0 0 0,0 1 0,0-1 0,-1 0 0,1 0 0,-1 0 0,0 0 0,0 0 0,0 0 0,-1 0 0,1 0 0,-1 0 0,1 0 0,-1 0 0,0 0 0,0 0 0,0 1 0,0-1 0,-1 0 0,1 1 0,-1-1 0,0 1 0,1-1 0,-1 1 0,0 0 0,-1 0 0,1 0 0,0 0 0,0 0 0,-5-2 0,4 2 0,-1-1 0,0 1 0,1 1 0,-1-1 0,0 0 0,0 1 0,0 0 0,0 0 0,-1 0 0,1 0 0,0 1 0,0-1 0,0 1 0,-1 0 0,1 1 0,0-1 0,0 1 0,0-1 0,-1 1 0,1 1 0,0-1 0,0 0 0,1 1 0,-5 2 0,4-2 0,0 0 0,0 1 0,1-1 0,-1 1 0,1 0 0,0 0 0,0 0 0,0 0 0,0 1 0,0-1 0,0 1 0,1 0 0,0-1 0,0 1 0,0 0 0,0 1 0,1-1 0,-1 0 0,1 0 0,0 1 0,1-1 0,-1 8 0,1-11 0,0 1 0,0 0 0,0 0 0,0-1 0,1 1 0,-1 0 0,1-1 0,-1 1 0,1 0 0,0-1 0,0 1 0,0-1 0,0 1 0,0-1 0,0 0 0,0 1 0,0-1 0,0 0 0,1 0 0,-1 1 0,0-1 0,1 0 0,-1 0 0,1-1 0,-1 1 0,1 0 0,-1 0 0,3 0 0,5 1 0,-1 0 0,1 0 0,0 0 0,12-1 0,-8 1 0,-11-2 0,0 0 0,-1 0 0,1 0 0,0-1 0,0 1 0,-1 0 0,1-1 0,0 1 0,-1-1 0,1 1 0,0-1 0,-1 0 0,1 1 0,-1-1 0,1 0 0,-1 0 0,1 0 0,-1-1 0,0 1 0,0 0 0,0 0 0,1-1 0,-1 1 0,0-1 0,0 1 0,-1-1 0,1 1 0,1-4 0,2-5 0,-1 0 0,0 0 0,3-20 0,-2 7 0,32-91 0,-21 71 0,12-61 0,-26 87 0,-7 22 0,-7 26 0,9-13 0,2 1 0,0 0 0,1 0 0,1-1 0,0 1 0,2 0 0,0-1 0,1 1 0,1-1 0,1 1 0,0-2 0,2 1 0,8 18 0,-14-35 0,-1 1 0,1-1 0,0 1 0,0-1 0,0 1 0,0-1 0,0 0 0,0 0 0,0 1 0,0-1 0,1 0 0,-1 0 0,1 0 0,-1 0 0,0 0 0,1-1 0,-1 1 0,1 0 0,0-1 0,2 1 0,-2 0 0,1-1 0,-1 0 0,1 0 0,-1-1 0,1 1 0,-1-1 0,0 1 0,1-1 0,-1 0 0,0 1 0,1-1 0,3-3 0,6-3 0,-1-1 0,0-1 0,0 0 0,11-12 0,-10 9 0,-14 15 0,1-1 0,0 1 0,0-1 0,0 1 0,0 0 0,0 0 0,0-1 0,1 1 0,-1 0 0,1 0 0,-1 4 0,1-4 0,0-1 0,0 0 0,0 1 0,0-1 0,0 0 0,1 1 0,-1-1 0,1 0 0,-1 1 0,1-1 0,0 0 0,0 0 0,0 1 0,0-1 0,0 0 0,0 0 0,3 2 0,-3-2 0,1-1 0,0 1 0,-1-1 0,1 0 0,0 0 0,0 1 0,0-1 0,0-1 0,0 1 0,0 0 0,0 0 0,0-1 0,0 1 0,0-1 0,0 0 0,1 1 0,-1-1 0,0 0 0,0 0 0,0-1 0,1 1 0,-1 0 0,0-1 0,0 1 0,0-1 0,0 0 0,0 0 0,0 1 0,0-1 0,0-1 0,0 1 0,0 0 0,-1 0 0,1-1 0,0 1 0,-1-1 0,3-3 0,0 1 0,0-2 0,0 1 0,-1 0 0,0-1 0,0 1 0,0-1 0,0 0 0,-1 0 0,0 0 0,-1 0 0,2-12 0,-2 9 0,-1-5 0,1 13 0,0 8 0,6 33 0,11 67 0,-4 1 0,0 111 0,-14-210 0,0 1 0,-1 0 0,-1-1 0,0 1 0,-3 9 0,5-17 0,-1 0 0,0 0 0,0 0 0,0-1 0,0 1 0,0 0 0,0-1 0,0 1 0,0 0 0,-1-1 0,1 1 0,-1-1 0,-2 2 0,3-2 0,0-1 0,-1 1 0,1-1 0,0 0 0,-1 1 0,1-1 0,-1 0 0,1 0 0,0 0 0,-1 0 0,1 0 0,-1 0 0,1 0 0,0 0 0,-1-1 0,1 1 0,0 0 0,-1-1 0,1 1 0,0-1 0,-1 0 0,0 0 0,-4-3 0,1 0 0,-1-1 0,1 1 0,0-1 0,0 0 0,1 0 0,0-1 0,0 1 0,0-1 0,0 0 0,1 0 0,0 0 0,0 0 0,1-1 0,-1 1 0,-1-14 0,0 2 0,1-1 0,0 1 0,2-1 0,0 1 0,2-21 0,0 28 0,1 0 0,0 1 0,1-1 0,0 1 0,0 0 0,1 0 0,1 0 0,-1 0 0,1 1 0,1-1 0,0 1 0,0 1 0,1-1 0,10-9 0,-12 13 0,0 1 0,-1 0 0,1 0 0,1 1 0,-1-1 0,0 1 0,1 0 0,0 1 0,0-1 0,0 1 0,0 0 0,0 1 0,0-1 0,0 1 0,0 0 0,1 1 0,-1 0 0,0 0 0,1 0 0,-1 0 0,0 1 0,0 0 0,1 1 0,-1-1 0,9 5 0,-10-4 0,0 0 0,-1 0 0,1 1 0,-1 0 0,1 0 0,-1 0 0,0 0 0,0 0 0,-1 1 0,1 0 0,-1 0 0,1 0 0,-1 0 0,-1 0 0,1 1 0,3 7 0,-6-12 8,1 1 1,-1-1-1,0 1 0,0 0 0,0-1 0,0 1 0,0-1 0,1 1 0,-1 0 1,0-1-1,0 1 0,0-1 0,-1 1 0,1 0 0,0-1 0,0 1 0,0-1 1,0 1-1,-1 0 0,1-1 0,0 1 0,0-1 0,-1 1 0,1-1 0,0 1 1,-1-1-1,1 1 0,-1-1 0,1 1 0,-1-1 0,1 0 0,-1 1 0,1-1 1,-1 0-1,1 1 0,-1-1 0,1 0 0,-1 0 0,1 1 0,-1-1 0,0 0 1,-2 0-223,0 1 1,0-1 0,0 0-1,0 0 1,1-1 0,-1 1-1,-4-2 1,-12-3-6613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4.816"/>
    </inkml:context>
    <inkml:brush xml:id="br0">
      <inkml:brushProperty name="width" value="0.05" units="cm"/>
      <inkml:brushProperty name="height" value="0.05" units="cm"/>
    </inkml:brush>
  </inkml:definitions>
  <inkml:trace contextRef="#ctx0" brushRef="#br0">101 26 24575,'-1'0'0,"0"-1"0,0 1 0,0-1 0,0 1 0,0-1 0,0 0 0,0 1 0,0-1 0,1 0 0,-1 0 0,0 0 0,0 1 0,1-1 0,-1 0 0,1 0 0,-1 0 0,1 0 0,-1-1 0,-7-9 0,8 11 0,0 0 0,-1 0 0,1 0 0,0 1 0,0-1 0,-1 0 0,1 0 0,0 0 0,-1 0 0,1 1 0,0-1 0,0 0 0,-1 0 0,1 1 0,0-1 0,0 0 0,0 0 0,-1 1 0,1-1 0,0 0 0,0 0 0,0 1 0,0-1 0,0 0 0,0 1 0,0-1 0,-1 0 0,1 1 0,0-1 0,0 0 0,0 1 0,0-1 0,0 0 0,1 1 0,-1-1 0,0 0 0,0 1 0,0-1 0,-1 17 0,-26 313 0,15-212 0,-21 432 0,35-301-1365,-2-261-5461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5.303"/>
    </inkml:context>
    <inkml:brush xml:id="br0">
      <inkml:brushProperty name="width" value="0.05" units="cm"/>
      <inkml:brushProperty name="height" value="0.05" units="cm"/>
    </inkml:brush>
  </inkml:definitions>
  <inkml:trace contextRef="#ctx0" brushRef="#br0">293 118 24575,'-9'-8'0,"0"0"0,-17-11 0,23 17 0,1 0 0,-1 1 0,1-1 0,-1 1 0,0-1 0,0 1 0,1 0 0,-1 0 0,0 0 0,0 1 0,0-1 0,0 1 0,0-1 0,0 1 0,-6 1 0,7-1 0,0 1 0,1 0 0,-1 1 0,0-1 0,0 0 0,1 0 0,-1 1 0,1-1 0,-1 1 0,1-1 0,0 1 0,-3 3 0,-13 27 0,9-16 0,-14 22 0,-2-1 0,-42 53 0,63-88 0,0 1 0,0 0 0,0-1 0,0 0 0,-1 1 0,-3 1 0,7-4 0,-1 0 0,1 0 0,0 0 0,-1 1 0,1-1 0,0 0 0,-1 0 0,1 0 0,0 0 0,-1 0 0,1 0 0,0 0 0,-1 0 0,1 0 0,-1 0 0,1 0 0,0 0 0,-1 0 0,1 0 0,0 0 0,-1 0 0,1 0 0,-1-1 0,1 1 0,0 0 0,-1 0 0,1-1 0,-1 0 0,1 0 0,0 0 0,0 1 0,0-1 0,0 0 0,0 0 0,0 0 0,0 1 0,0-1 0,0 0 0,0 0 0,0 0 0,0 1 0,1-1 0,-1 0 0,0 0 0,1-1 0,12-28 0,32-56 0,-24 48 0,-12 20 0,-1 1 0,0 2 0,1-1 0,1 1 0,0 1 0,1 0 0,16-16 0,-26 29 0,0 0 0,-1 1 0,1-1 0,0 0 0,-1 1 0,1-1 0,0 1 0,0-1 0,-1 1 0,1-1 0,0 1 0,0-1 0,0 1 0,0 0 0,0-1 0,0 1 0,0 0 0,0 0 0,0 0 0,0 0 0,0 0 0,0 0 0,0 0 0,-1 0 0,1 0 0,0 0 0,0 0 0,0 1 0,0-1 0,0 0 0,0 1 0,0-1 0,0 1 0,-1-1 0,1 1 0,0-1 0,0 1 0,0-1 0,-1 1 0,1 0 0,0 0 0,-1-1 0,1 1 0,-1 0 0,1 0 0,-1 0 0,1-1 0,-1 1 0,0 0 0,1 2 0,2 6 0,0-1 0,-1 1 0,0 0 0,2 11 0,-4-18 0,13 201 317,-5-54-1999,-3-97-5144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6.335"/>
    </inkml:context>
    <inkml:brush xml:id="br0">
      <inkml:brushProperty name="width" value="0.05" units="cm"/>
      <inkml:brushProperty name="height" value="0.05" units="cm"/>
    </inkml:brush>
  </inkml:definitions>
  <inkml:trace contextRef="#ctx0" brushRef="#br0">3195 40 24575,'23'-8'0,"30"-16"0,-53 24 0,0 0 0,0 0 0,1 0 0,-1 0 0,0 0 0,0 0 0,1 0 0,-1 0 0,0 0 0,0 0 0,0 0 0,1-1 0,-1 1 0,0 0 0,0 0 0,0 0 0,1 0 0,-1 0 0,0 0 0,0-1 0,0 1 0,1 0 0,-1 0 0,0 0 0,0 0 0,0-1 0,0 1 0,0 0 0,0 0 0,0 0 0,1-1 0,-1 1 0,0 0 0,0 0 0,0-1 0,0 1 0,0 0 0,0 0 0,0-1 0,0 1 0,0 0 0,-12-1 0,-20 5 0,-358 115 0,94-26 0,-333 79-249,-142 43-90,-186 102 339,936-309 21,-13 4 168,-1 3 0,-59 34 0,88-45-189,7-2 0,11-4 0,18-9 0,43-21-1365,-61 27-5461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17.071"/>
    </inkml:context>
    <inkml:brush xml:id="br0">
      <inkml:brushProperty name="width" value="0.05" units="cm"/>
      <inkml:brushProperty name="height" value="0.05" units="cm"/>
    </inkml:brush>
  </inkml:definitions>
  <inkml:trace contextRef="#ctx0" brushRef="#br0">49 31 24575,'-47'-22'0,"46"22"0,1 0 0,0 0 0,0 0 0,0 0 0,0 0 0,0-1 0,0 1 0,0 0 0,0 0 0,0 0 0,0 0 0,0 0 0,0-1 0,0 1 0,0 0 0,0 0 0,0 0 0,0 0 0,0 0 0,0-1 0,0 1 0,0 0 0,0 0 0,0 0 0,0 0 0,0 0 0,0-1 0,0 1 0,1 0 0,-1 0 0,0 0 0,0 0 0,0 0 0,0 0 0,0 0 0,0-1 0,0 1 0,1 0 0,-1 0 0,0 0 0,0 0 0,0 0 0,0 0 0,0 0 0,0 0 0,1 0 0,-1 0 0,0 0 0,0 0 0,0 0 0,0 0 0,1 0 0,-1 0 0,0 0 0,0 0 0,0 0 0,0 0 0,0 0 0,1 0 0,-1 0 0,0 0 0,0 0 0,0 1 0,13-3 0,48 0 0,1 2 0,-1 4 0,0 2 0,63 14 0,-122-20 0,-1 0 0,0 1 0,1-1 0,-1 0 0,0 1 0,1-1 0,-1 1 0,0 0 0,1-1 0,-1 1 0,0 0 0,0 0 0,0 0 0,0 0 0,0 0 0,0 0 0,1 2 0,-1-2 0,-1 0 0,0-1 0,1 1 0,-1 0 0,0 0 0,0 1 0,0-1 0,0 0 0,0 0 0,0 0 0,0 0 0,0 0 0,0 0 0,0 0 0,-1 0 0,1 0 0,0 0 0,-2 1 0,-2 5 0,0 0 0,-1-1 0,0 1 0,0-1 0,-7 6 0,2 0 0,-24 28 172,-71 77-1709,78-89-5289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0.043"/>
    </inkml:context>
    <inkml:brush xml:id="br0">
      <inkml:brushProperty name="width" value="0.05" units="cm"/>
      <inkml:brushProperty name="height" value="0.05" units="cm"/>
    </inkml:brush>
  </inkml:definitions>
  <inkml:trace contextRef="#ctx0" brushRef="#br0">1 238 24575,'3'4'0,"1"-1"0,0 1 0,0-1 0,0 0 0,0 0 0,0 0 0,1-1 0,-1 0 0,1 0 0,0 0 0,0 0 0,0-1 0,-1 1 0,1-1 0,0 0 0,1-1 0,-1 1 0,9-2 0,-8 0 0,0 0 0,0 0 0,0-1 0,0 0 0,0 0 0,-1-1 0,1 0 0,-1 0 0,1 0 0,-1-1 0,0 1 0,0-1 0,-1 0 0,9-10 0,-8 8 0,0 0 0,-1-1 0,0 1 0,0-1 0,0-1 0,-1 1 0,0 0 0,-1-1 0,1 1 0,-1-1 0,1-15 0,-1 3 0,-1 0 0,-1 0 0,-4-30 0,4 49 0,0 0 0,0 1 0,0-1 0,0 0 0,0 0 0,0 1 0,0-1 0,0 0 0,0 1 0,0-1 0,-1 0 0,1 1 0,0-1 0,-1 0 0,1 1 0,0-1 0,-1 1 0,1-1 0,-1 1 0,1-1 0,-1 0 0,0 1 0,1 0 0,-1 0 0,1 0 0,-1 1 0,1-1 0,-1 0 0,1 0 0,-1 1 0,1-1 0,0 0 0,-1 1 0,1-1 0,0 0 0,-1 1 0,1-1 0,0 0 0,-1 1 0,1-1 0,0 1 0,0-1 0,-1 1 0,-12 32 0,4 2 0,3 0 0,0 1 0,0 59 0,13 108 0,-3-140 0,-4-60-105,0 0 0,0 0 0,0 1 0,0-1 0,0 0 0,0 0 0,-1 0 0,0 0 0,1-1 0,-1 1 0,0 0 0,-2 4 0,-3 1-6721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0.224"/>
    </inkml:context>
    <inkml:brush xml:id="br0">
      <inkml:brushProperty name="width" value="0.05" units="cm"/>
      <inkml:brushProperty name="height" value="0.05" units="cm"/>
    </inkml:brush>
  </inkml:definitions>
  <inkml:trace contextRef="#ctx0" brushRef="#br0">42 2 24575,'-6'0'0,"4"-1"0,0 1 0,0 0 0,0 0 0,0 0 0,-1 0 0,1 0 0,0 0 0,0 0 0,0 1 0,0-1 0,1 1 0,-1-1 0,0 1 0,0 0 0,0 0 0,-2 1 0,4-2 0,0 1 0,0-1 0,0 1 0,0-1 0,0 0 0,0 1 0,1-1 0,-1 0 0,0 1 0,0-1 0,0 1 0,0-1 0,0 0 0,1 1 0,-1-1 0,0 0 0,0 1 0,0-1 0,1 0 0,-1 0 0,0 1 0,1-1 0,-1 0 0,0 0 0,0 1 0,1-1 0,-1 0 0,0 0 0,1 0 0,-1 0 0,1 1 0,-1-1 0,0 0 0,1 0 0,0 0 0,14 5 0,20 0 0,-1-1 0,1-2 0,53-4 0,-27 1 0,-35 1 123,-13 1-371,1-1 0,0-1 0,-1 0 0,1-1 0,16-4 0,-14 0-6578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0.722"/>
    </inkml:context>
    <inkml:brush xml:id="br0">
      <inkml:brushProperty name="width" value="0.05" units="cm"/>
      <inkml:brushProperty name="height" value="0.05" units="cm"/>
    </inkml:brush>
  </inkml:definitions>
  <inkml:trace contextRef="#ctx0" brushRef="#br0">15 163 24575,'-2'-3'0,"-10"-12"0,14 9 0,10 3 0,1 4 0,-1 0 0,0 0 0,0 1 0,0 1 0,13 4 0,11 2 0,-35-9 0,5 2 0,1-1 0,0 0 0,0 0 0,-1 0 0,1-1 0,8-1 0,-14 1 0,0 0 0,0 0 0,0-1 0,0 1 0,0 0 0,0-1 0,0 1 0,0-1 0,0 1 0,0-1 0,0 0 0,0 1 0,0-1 0,0 0 0,0 0 0,-1 0 0,1 1 0,0-2 0,0 0 0,0 0 0,-1 1 0,1-1 0,-1 0 0,1 0 0,-1 1 0,0-1 0,0 0 0,0 0 0,0 1 0,0-1 0,0 0 0,-1 0 0,1 1 0,-1-4 0,-1-3 0,-1-1 0,0 0 0,-1 1 0,1 0 0,-1 0 0,-1 0 0,0 0 0,0 0 0,0 1 0,-1 0 0,0 0 0,-1 1 0,1 0 0,-8-6 0,12 12 0,0-1 0,1 0 0,-1 1 0,0 0 0,1-1 0,-1 1 0,0 0 0,1 0 0,-1 0 0,0 0 0,1 0 0,-1 0 0,0 0 0,1 1 0,-1-1 0,0 1 0,1-1 0,-1 1 0,0-1 0,1 1 0,-1 0 0,1 0 0,0 0 0,-1 0 0,1 0 0,0 0 0,-1 0 0,1 0 0,0 1 0,0-1 0,0 0 0,-1 2 0,-3 3 0,1 1 0,0-1 0,0 1 0,0 0 0,-4 13 0,5-14 0,2 0 0,-1 0 0,1 1 0,-1-1 0,2 0 0,-1 1 0,1-1 0,0 1 0,0-1 0,1 1 0,0-1 0,0 0 0,0 1 0,4 9 0,-2-11 0,-1-1 0,1 1 0,0 0 0,0-1 0,0 1 0,1-1 0,-1 0 0,1 0 0,0 0 0,0-1 0,1 1 0,-1-1 0,1 0 0,0 0 0,-1-1 0,1 1 0,8 1 0,19 6-1365,-2-4-5461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1.458"/>
    </inkml:context>
    <inkml:brush xml:id="br0">
      <inkml:brushProperty name="width" value="0.05" units="cm"/>
      <inkml:brushProperty name="height" value="0.05" units="cm"/>
    </inkml:brush>
  </inkml:definitions>
  <inkml:trace contextRef="#ctx0" brushRef="#br0">21 220 24575,'-1'-29'0,"-2"-1"0,-6-28 0,2 12 0,6 25 0,4 17 0,3 13 0,2 10 0,0 1 0,-2 0 0,0 0 0,-2 0 0,0 0 0,-1 1 0,-1 0 0,-1 37 0,-6-40 0,3-16 0,3-11 0,1-3 0,2 0 0,-1 0 0,1 1 0,1-1 0,0 1 0,10-17 0,-11 21 0,0 1 0,1-1 0,-1 1 0,1 0 0,0 1 0,1-1 0,0 1 0,-1 0 0,1 1 0,1-1 0,12-6 0,-17 10 0,-1 1 0,0-1 0,1 1 0,-1-1 0,1 1 0,-1 0 0,1-1 0,-1 1 0,1 0 0,-1 0 0,1 0 0,0 0 0,-1 1 0,1-1 0,-1 0 0,1 1 0,-1-1 0,1 1 0,-1-1 0,0 1 0,1-1 0,-1 1 0,0 0 0,1 0 0,-1 0 0,0 0 0,0 0 0,0 0 0,0 0 0,0 0 0,0 0 0,0 1 0,0-1 0,0 0 0,-1 1 0,1-1 0,0 0 0,-1 1 0,1 2 0,3 6 0,-1 0 0,-1 1 0,0 0 0,1 15 0,-2-16 0,1 6 0,-1-4 0,0 0 0,1 0 0,4 15 0,-5-25 0,-1 0 0,0-1 0,1 1 0,0 0 0,-1-1 0,1 1 0,0 0 0,0-1 0,0 1 0,0-1 0,0 1 0,0-1 0,1 1 0,-1-1 0,0 0 0,1 0 0,-1 0 0,1 0 0,-1 0 0,1 0 0,0 0 0,-1 0 0,1 0 0,0-1 0,-1 1 0,1-1 0,0 1 0,2-1 0,0 0 0,-1-1 0,0 1 0,0-1 0,0 0 0,0 0 0,0-1 0,0 1 0,0-1 0,-1 1 0,1-1 0,0 0 0,-1 0 0,1 0 0,-1 0 0,3-3 0,30-39 0,-22 26 0,-1-1 0,-1-1 0,-1 1 0,-1-2 0,0 1 0,7-29 0,-16 48 0,1 0 0,-1 0 0,0 0 0,1 0 0,-1 1 0,0-1 0,0 0 0,0 0 0,0 0 0,0 0 0,0 0 0,0 0 0,0 0 0,-1 0 0,1 0 0,0 0 0,0 0 0,-1-1 0,0 2 0,1 0 0,-1 0 0,1 0 0,-1 0 0,0 0 0,1 0 0,-1 0 0,1 0 0,-1 0 0,1 0 0,-1 0 0,1 1 0,-1-1 0,1 0 0,-1 0 0,1 1 0,-1-1 0,1 0 0,-1 0 0,1 1 0,-1-1 0,1 1 0,0-1 0,-1 0 0,1 1 0,0-1 0,-1 1 0,1 0 0,-3-2 0,3-6 0,4-13 0,-4 18 0,5-35 0,-7 35 0,-3 8 0,-3 9 0,1 4 0,0 0 0,1 1 0,2 0 0,0 0 0,0 0 0,2 0 0,1 41 0,1-55-151,1 1-1,1 0 0,-1-1 0,1 1 1,0-1-1,0 1 0,1-1 1,6 11-1,1-1-6674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2.384"/>
    </inkml:context>
    <inkml:brush xml:id="br0">
      <inkml:brushProperty name="width" value="0.05" units="cm"/>
      <inkml:brushProperty name="height" value="0.05" units="cm"/>
    </inkml:brush>
  </inkml:definitions>
  <inkml:trace contextRef="#ctx0" brushRef="#br0">20 92 24575,'-1'-4'0,"1"0"0,-1 0 0,0 0 0,0 0 0,0 0 0,0 0 0,-3-5 0,2 6 0,1 0 0,-1-1 0,1 0 0,0 1 0,0-1 0,0-6 0,1 10 0,0-1 0,0 0 0,0 1 0,0-1 0,0 1 0,0-1 0,0 1 0,0-1 0,0 1 0,1-1 0,-1 1 0,0-1 0,0 1 0,1-1 0,-1 1 0,0-1 0,1 1 0,-1-1 0,0 1 0,1 0 0,-1-1 0,1 1 0,-1 0 0,0-1 0,1 1 0,-1 0 0,1 0 0,-1-1 0,1 1 0,0 0 0,22 0 0,-15 2 0,0 0 0,0 0 0,11 6 0,-10-3 0,-1 0 0,1 1 0,-1 0 0,0 0 0,0 0 0,-1 1 0,0 1 0,9 10 0,-14-15 0,1 0 0,-1 1 0,0-1 0,0 1 0,0-1 0,-1 1 0,1 0 0,-1 0 0,1-1 0,-1 1 0,-1 0 0,1 0 0,0 0 0,-1 0 0,0 0 0,0 0 0,0 0 0,-1 0 0,1 0 0,-1 0 0,0 0 0,0 0 0,-3 7 0,3-10 0,1 1 0,-1-1 0,0 1 0,0-1 0,1 0 0,-1 1 0,0-1 0,0 0 0,-1 0 0,1 0 0,0 0 0,0 0 0,0 0 0,-1 0 0,1 0 0,0-1 0,-1 1 0,1 0 0,-1-1 0,1 1 0,-1-1 0,1 1 0,-1-1 0,1 0 0,-1 0 0,0 0 0,1 0 0,-1 0 0,1 0 0,-1 0 0,1 0 0,-3-1 0,2 0 0,1 0 0,0 1 0,0-1 0,0 0 0,-1 0 0,1 0 0,0 0 0,0 0 0,0 0 0,0 0 0,1 0 0,-1 0 0,0 0 0,0 0 0,1-1 0,-1 1 0,0 0 0,1-1 0,0 1 0,-1 0 0,1-1 0,0 1 0,-1 0 0,1-1 0,0 1 0,0-1 0,0 1 0,0-1 0,1 1 0,-1 0 0,0-1 0,0 1 0,1 0 0,-1-1 0,1 1 0,0-2 0,5-8 0,0 0 0,1 0 0,0 1 0,1 0 0,0 0 0,0 1 0,1 0 0,1 1 0,-1 0 0,19-12 0,-27 19 0,0 0 0,0 0 0,0 1 0,0-1 0,0 0 0,0 1 0,0-1 0,0 0 0,0 1 0,0 0 0,1-1 0,-1 1 0,0 0 0,0-1 0,1 1 0,-1 0 0,0 0 0,0 0 0,1 0 0,-1 0 0,0 1 0,0-1 0,0 0 0,1 0 0,-1 1 0,1 0 0,0 1 0,0 0 0,0 0 0,-1 0 0,1 1 0,-1-1 0,0 1 0,0-1 0,1 1 0,-2-1 0,3 6 0,-2-4 0,1-1 0,0 1 0,0 0 0,0-1 0,0 1 0,0-1 0,1 0 0,0 0 0,0 0 0,0 0 0,0 0 0,0-1 0,0 1 0,1-1 0,-1 0 0,1 0 0,-1 0 0,1 0 0,0-1 0,0 1 0,0-1 0,7 1 0,-2 0 0,0-1 0,0 0 0,0-1 0,1 0 0,-1-1 0,0 1 0,0-2 0,0 1 0,13-5 0,-19 4 0,0 0 0,0 0 0,0 0 0,0 0 0,0 0 0,0-1 0,-1 1 0,1-1 0,-1 0 0,0 0 0,0 0 0,0 0 0,0 0 0,0 0 0,-1 0 0,1-1 0,-1 1 0,0-1 0,0 1 0,0-1 0,0 1 0,-1-1 0,0 0 0,1 1 0,-1-1 0,-1 1 0,1-1 0,0 0 0,-1 1 0,0-1 0,0 1 0,0-1 0,0 1 0,0-1 0,-1 1 0,0 0 0,-3-6 0,4 8 0,1 1 0,0 0 0,0-1 0,-1 1 0,1 0 0,0 0 0,-1-1 0,1 1 0,0 0 0,-1 0 0,1-1 0,0 1 0,-1 0 0,1 0 0,0 0 0,-1 0 0,1 0 0,0 0 0,-1-1 0,1 1 0,-1 0 0,1 0 0,0 0 0,-1 0 0,1 0 0,-1 0 0,1 1 0,0-1 0,-1 0 0,1 0 0,0 0 0,-1 0 0,1 0 0,-1 1 0,-8 12 0,1 21 0,7-20 0,0-1 0,0 1 0,1 0 0,1 0 0,1 0 0,0 0 0,4 14 0,-5-24 0,0 0 0,0 0 0,0 0 0,1-1 0,-1 1 0,1 0 0,0-1 0,0 1 0,1-1 0,-1 0 0,1 0 0,-1 0 0,1 0 0,0 0 0,0 0 0,0-1 0,1 1 0,-1-1 0,1 0 0,-1 0 0,1 0 0,0-1 0,-1 1 0,1-1 0,0 0 0,0 0 0,0 0 0,7 0 0,-7-2 0,0 1 0,0-1 0,0 0 0,0 0 0,0 0 0,0 0 0,-1-1 0,1 0 0,0 1 0,-1-1 0,1-1 0,-1 1 0,0 0 0,0-1 0,0 0 0,0 0 0,0 0 0,-1 0 0,1 0 0,-1 0 0,0-1 0,3-4 0,0 0 0,-1-1 0,0 1 0,0-1 0,-1 0 0,0 0 0,-1 0 0,0 0 0,1-15 0,-12 53 0,1 37 0,2 1 0,6 108 0,3-101 0,-14 129 0,10-195 0,0-1 0,-1 1 0,0-1 0,0 1 0,-1-1 0,0 0 0,-7 13 0,9-18 0,0-1 0,0 1 0,-1-1 0,1 0 0,0 0 0,0 1 0,-1-1 0,1 0 0,0 0 0,-1 0 0,1-1 0,-1 1 0,1 0 0,-1 0 0,0-1 0,-2 1 0,2-1 0,-1 0 0,1 0 0,0 0 0,0 0 0,0-1 0,0 1 0,0-1 0,0 1 0,0-1 0,0 0 0,0 0 0,0 0 0,0 0 0,0 0 0,0 0 0,1-1 0,-3-1 0,-2-3 0,-1-1 0,1 0 0,0-1 0,0 1 0,1-1 0,0 0 0,0 0 0,1-1 0,0 0 0,1 1 0,-5-17 0,3 5 0,1 0 0,1-1 0,0 1 0,1-30 0,3 37 0,-1 0 0,2-1 0,0 1 0,1 0 0,0 1 0,0-1 0,2 0 0,0 1 0,0 0 0,1 0 0,0 0 0,1 1 0,0 0 0,1 0 0,1 1 0,-1 0 0,2 0 0,-1 1 0,1 1 0,0-1 0,1 1 0,0 1 0,1 0 0,-1 1 0,1 0 0,0 1 0,1 0 0,-1 1 0,1 0 0,0 1 0,0 0 0,0 1 0,0 1 0,0 0 0,21 1 0,-24 1-124,1 0 0,0 1 0,0 0 0,-1 1 0,0 0 0,1 1-1,-1 0 1,0 0 0,-1 1 0,18 11 0,-3 4-6702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4.797"/>
    </inkml:context>
    <inkml:brush xml:id="br0">
      <inkml:brushProperty name="width" value="0.05" units="cm"/>
      <inkml:brushProperty name="height" value="0.05" units="cm"/>
    </inkml:brush>
  </inkml:definitions>
  <inkml:trace contextRef="#ctx0" brushRef="#br0">324 196 24575,'2'0'0,"0"-1"0,0 1 0,-1-1 0,1 0 0,0 1 0,0-1 0,-1 0 0,1 0 0,0 0 0,-1 0 0,1-1 0,-1 1 0,1 0 0,1-3 0,20-25 0,-19 25 0,-2 0 0,1 1 0,-1 0 0,0-1 0,0 1 0,0-1 0,-1 0 0,1 1 0,-1-1 0,0 0 0,0 0 0,0 0 0,-1 0 0,1 0 0,-1 0 0,0 0 0,0 0 0,0 0 0,-1 0 0,0-5 0,0 6 0,-1-1 0,1 1 0,-1-1 0,0 1 0,0 0 0,0 0 0,0 0 0,-1 0 0,1 0 0,-1 1 0,1-1 0,-1 1 0,0-1 0,0 1 0,0 0 0,-1 0 0,1 0 0,0 1 0,-1-1 0,1 1 0,-5-1 0,-2-1 0,0 1 0,0 0 0,0 1 0,0 0 0,0 1 0,-1 0 0,1 1 0,0 0 0,0 0 0,-19 6 0,15-3 0,0 1 0,0 0 0,1 1 0,0 1 0,0 0 0,-22 17 0,31-21 0,0 0 0,0 0 0,0 0 0,1 1 0,0 0 0,0-1 0,0 1 0,0 0 0,0 1 0,1-1 0,0 0 0,0 1 0,0-1 0,1 1 0,-3 7 0,4-8 0,0 0 0,0 0 0,0-1 0,0 1 0,1 0 0,-1 0 0,1 0 0,0 0 0,0 0 0,1-1 0,-1 1 0,1 0 0,0-1 0,0 1 0,0-1 0,0 0 0,0 0 0,1 0 0,4 5 0,14 11 0,1-1 0,0-1 0,2-1 0,36 19 0,42 30 0,-91-57 0,0 1 0,-1 0 0,0 1 0,0 0 0,-1 1 0,12 18 0,-19-26 0,0 0 0,0 0 0,-1 0 0,1 0 0,-1 0 0,1 0 0,-1 1 0,0-1 0,-1 1 0,1-1 0,0 1 0,-1-1 0,0 1 0,0-1 0,0 1 0,0-1 0,0 1 0,-1-1 0,-1 6 0,0-6 0,1 0 0,-1 0 0,0 0 0,0 0 0,-1 0 0,1-1 0,0 1 0,-1-1 0,0 1 0,0-1 0,1 0 0,-1 0 0,0 0 0,-1 0 0,1-1 0,0 1 0,0-1 0,-1 0 0,-3 1 0,-14 3 0,0 0 0,0-1 0,0-2 0,0 0 0,-39-2 0,44 0 0,0-2 0,-1 0 0,1-1 0,0-1 0,1 0 0,-1-2 0,1 1 0,-17-10 0,29 14-114,0-1 1,0 0-1,1 0 0,-1 1 0,1-1 1,-1-1-1,1 1 0,0 0 0,0-1 1,0 1-1,-3-5 0,0-6-6712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6.121"/>
    </inkml:context>
    <inkml:brush xml:id="br0">
      <inkml:brushProperty name="width" value="0.05" units="cm"/>
      <inkml:brushProperty name="height" value="0.05" units="cm"/>
    </inkml:brush>
  </inkml:definitions>
  <inkml:trace contextRef="#ctx0" brushRef="#br0">157 49 24575,'-8'-7'0,"-1"0"0,0 1 0,0 1 0,0 0 0,-1 0 0,-12-5 0,20 10 0,0-1 0,-1 0 0,1 1 0,0-1 0,0 1 0,0 0 0,0 0 0,0 0 0,0 0 0,0 0 0,0 0 0,-1 0 0,1 1 0,0-1 0,0 1 0,0 0 0,0-1 0,0 1 0,0 0 0,1 0 0,-1 0 0,0 0 0,0 1 0,1-1 0,-1 0 0,1 1 0,-1-1 0,1 1 0,-1 0 0,1-1 0,0 1 0,0 0 0,0 0 0,0 0 0,0 0 0,0 0 0,1 0 0,-2 3 0,-1 7 0,0 0 0,0 0 0,1 1 0,1-1 0,0 1 0,1 0 0,1 19 0,0-25 0,0-1 0,0 0 0,0 0 0,0 0 0,1 0 0,0 0 0,0-1 0,1 1 0,0-1 0,-1 1 0,2-1 0,-1 0 0,1 0 0,0 0 0,0 0 0,0-1 0,8 7 0,-9-9 0,-1-1 0,0 0 0,1 1 0,0-1 0,-1 0 0,1 0 0,0 0 0,-1-1 0,1 1 0,0-1 0,0 1 0,0-1 0,-1 0 0,1 0 0,0 0 0,0-1 0,0 1 0,-1-1 0,1 1 0,0-1 0,0 0 0,-1 0 0,1 0 0,-1 0 0,1-1 0,-1 1 0,1-1 0,-1 1 0,0-1 0,0 0 0,0 0 0,0 0 0,0 0 0,3-4 0,-1 1 0,0-1 0,0 0 0,0 1 0,-1-1 0,0 0 0,0-1 0,-1 1 0,0 0 0,0-1 0,0 0 0,-1 1 0,0-1 0,0-10 0,-1 10 0,-1 0 0,0 0 0,0 1 0,-1-1 0,1 0 0,-2 1 0,1-1 0,-4-6 0,4 9 0,0 1 0,0 0 0,0 0 0,0 0 0,-1 0 0,1 0 0,-1 0 0,0 1 0,0-1 0,0 1 0,0 0 0,0 0 0,0 0 0,-1 0 0,1 0 0,-4-1 0,6 3 0,1 0 0,-1-1 0,1 1 0,-1 0 0,0 0 0,1-1 0,-1 1 0,1 0 0,-1 0 0,0 0 0,1 0 0,-1-1 0,1 1 0,-1 0 0,0 0 0,1 0 0,-1 1 0,0-1 0,1 0 0,-1 0 0,1 0 0,-1 0 0,0 1 0,1-1 0,-1 0 0,1 0 0,-1 1 0,1-1 0,-1 0 0,1 1 0,-1-1 0,1 1 0,-1-1 0,1 1 0,0-1 0,-1 1 0,1-1 0,0 1 0,-1-1 0,1 1 0,0-1 0,0 1 0,-1-1 0,1 1 0,0 0 0,0 1 0,0-1 0,0 0 0,1 0 0,-1 0 0,0 0 0,1 0 0,-1 1 0,1-1 0,-1 0 0,1 0 0,-1 0 0,1 0 0,0 0 0,0-1 0,-1 1 0,1 0 0,0 0 0,0 0 0,0-1 0,0 1 0,0 0 0,0-1 0,0 1 0,2 0 0,5 2 0,1-1 0,0 0 0,0-1 0,0 0 0,0 0 0,0 0 0,15-2 0,-13 0 0,0 1 0,0 0 0,0 1 0,19 4 0,-16-1 0,-1 1 0,1 1 0,-1 0 0,0 0 0,18 13 0,-25-15 0,0 0 0,-1 1 0,0-1 0,0 1 0,0 0 0,0 0 0,-1 0 0,0 1 0,0 0 0,0 0 0,-1 0 0,0 0 0,4 10 0,-7-15 0,0-1 0,1 1 0,-1 0 0,0 0 0,1 0 0,-1-1 0,0 1 0,0 0 0,0 0 0,0 0 0,0-1 0,0 1 0,0 0 0,0 0 0,0 0 0,0 0 0,0-1 0,0 1 0,-1 0 0,1 0 0,0 0 0,-1-1 0,1 1 0,-1 0 0,1-1 0,0 1 0,-1 0 0,0-1 0,1 1 0,-1 0 0,1-1 0,-1 1 0,0-1 0,1 1 0,-1-1 0,0 0 0,1 1 0,-1-1 0,-2 1 0,2-1 0,-1 0 0,0 0 0,0 0 0,1 0 0,-1 0 0,0 0 0,0-1 0,0 1 0,1-1 0,-1 1 0,0-1 0,1 0 0,-1 1 0,1-1 0,-1 0 0,1 0 0,-3-2 0,1 0 0,-1 0 0,1 0 0,1 0 0,-1 0 0,0-1 0,1 1 0,0-1 0,0 0 0,0 1 0,0-1 0,0 0 0,1 0 0,0 0 0,0 0 0,0 0 0,0-1 0,1 1 0,-1 0 0,1 0 0,0-1 0,0 1 0,1 0 0,-1 0 0,1 0 0,0 0 0,0-1 0,4-6 0,-3 5 0,1 1 0,-1 0 0,1 0 0,1 0 0,-1 0 0,1 1 0,0-1 0,0 1 0,0 0 0,0 0 0,1 0 0,0 1 0,0-1 0,0 1 0,0 0 0,0 1 0,0-1 0,1 1 0,9-2 0,-9 3 0,1 0 0,0 0 0,0 1 0,0 0 0,-1 1 0,1-1 0,0 1 0,0 0 0,-1 1 0,1 0 0,-1 0 0,1 0 0,-1 1 0,0 0 0,0 0 0,0 1 0,0-1 0,-1 1 0,1 1 0,8 8 0,-10-10 0,0 2 0,-1-1 0,1 0 0,-1 1 0,0-1 0,0 1 0,0 0 0,-1 0 0,0 0 0,0 0 0,0 0 0,-1 1 0,1-1 0,-1 1 0,0-1 0,-1 1 0,0-1 0,0 1 0,0-1 0,0 1 0,-1-1 0,0 1 0,0-1 0,0 1 0,-4 9 0,3-13 0,1 1 0,-1-1 0,1 0 0,-1 0 0,0 0 0,0 0 0,0 0 0,0 0 0,0 0 0,0-1 0,0 1 0,-4 1 0,5-2 0,1-1 0,-1 0 0,1 0 0,-1 1 0,1-1 0,-1 0 0,1 0 0,-1 0 0,0 0 0,1 0 0,-1 0 0,1 0 0,-1 0 0,0 0 0,1 0 0,-1 0 0,1 0 0,-1 0 0,0 0 0,1-1 0,-1 1 0,0-1 0,0 1 0,1-1 0,-1 0 0,1 0 0,-1 0 0,1 1 0,-1-1 0,1 0 0,0 0 0,-1 0 0,1 0 0,0 0 0,0 0 0,0 0 0,-1 0 0,1 0 0,0 0 0,0 0 0,1 0 0,-1-1 0,1-4 0,0 0 0,1 0 0,0 0 0,0 0 0,0 1 0,0-1 0,1 0 0,0 1 0,1 0 0,-1 0 0,1 0 0,0 0 0,7-7 0,-1 3 0,0-1 0,1 2 0,0-1 0,1 2 0,12-7 0,-21 12 0,1 0 0,-1 1 0,0-1 0,1 1 0,-1 0 0,1 0 0,0 1 0,-1-1 0,1 1 0,0-1 0,5 2 0,-8-1 0,0 0 0,0 0 0,0 1 0,0-1 0,0 1 0,0-1 0,0 1 0,0-1 0,0 1 0,0 0 0,0-1 0,0 1 0,0 0 0,0 0 0,0-1 0,-1 1 0,1 0 0,0 0 0,-1 0 0,1 0 0,-1 0 0,1 0 0,-1 0 0,1 0 0,-1 1 0,0-1 0,0 0 0,1 0 0,-1 0 0,0 0 0,0 0 0,0 1 0,0-1 0,0 0 0,0 0 0,-1 0 0,1 0 0,0 0 0,-1 2 0,-1 7 0,1 1 0,0 0 0,0-1 0,2 1 0,-1 0 0,4 16 0,-4-24 0,1-1 0,-1 1 0,1-1 0,0 1 0,0-1 0,0 0 0,1 1 0,-1-1 0,1 0 0,-1 0 0,1 0 0,-1 0 0,1 0 0,0 0 0,0-1 0,0 1 0,0-1 0,0 1 0,0-1 0,1 0 0,-1 0 0,0 0 0,1 0 0,-1 0 0,1 0 0,-1 0 0,1-1 0,-1 0 0,1 1 0,-1-1 0,1 0 0,0 0 0,4-1 0,0 0 0,0 0 0,0-1 0,0 1 0,0-1 0,0-1 0,0 1 0,-1-1 0,1-1 0,-1 1 0,11-9 0,-13 10 0,0-1 0,0-1 0,-1 1 0,1-1 0,-1 1 0,0-1 0,0 0 0,0 0 0,0 0 0,-1-1 0,0 1 0,0-1 0,0 1 0,0-1 0,-1 0 0,2-7 0,-5-3 0,2 15 0,0-1 0,0 1 0,-1 0 0,1 0 0,0-1 0,0 1 0,0 0 0,-1 0 0,1 0 0,0-1 0,0 1 0,-1 0 0,1 0 0,0 0 0,0 0 0,-1 0 0,1 0 0,0 0 0,0 0 0,-1-1 0,1 1 0,0 0 0,-1 0 0,1 0 0,0 0 0,0 0 0,-1 0 0,1 1 0,-1-1 0,0 1 0,0-1 0,0 1 0,1-1 0,-1 1 0,0-1 0,1 1 0,-1 0 0,0 0 0,1-1 0,-1 1 0,1 0 0,-1 0 0,1-1 0,0 1 0,-1 0 0,1 0 0,0 0 0,-1 0 0,1 0 0,0 0 0,0 0 0,0-1 0,0 1 0,0 0 0,0 0 0,0 1 0,2 12 0,1-1 0,0 0 0,0 0 0,2 0 0,-1 0 0,11 18 0,6 20 0,-17-42 0,33 112 0,-34-109 0,-1 1 0,0-1 0,-1 0 0,-1 1 0,0-1 0,0 0 0,-1 1 0,-3 13 0,3-23 0,1 0 0,-1 0 0,0-1 0,0 1 0,0 0 0,0 0 0,-1-1 0,1 1 0,-1-1 0,0 1 0,0-1 0,1 0 0,-2 1 0,1-1 0,0 0 0,0 0 0,-1-1 0,1 1 0,-1 0 0,1-1 0,-1 1 0,0-1 0,1 0 0,-1 0 0,-4 1 0,3-2 0,1 1 0,-1-1 0,1 0 0,-1-1 0,0 1 0,1 0 0,-1-1 0,1 0 0,0 0 0,-1 0 0,1 0 0,0-1 0,-1 1 0,1-1 0,0 0 0,0 0 0,0 0 0,0 0 0,1 0 0,-1-1 0,-2-2 0,1 1 0,0-1 0,1 1 0,0-1 0,-1 0 0,1 0 0,1 0 0,-1 0 0,1 0 0,0-1 0,0 1 0,1-1 0,0 1 0,0-1 0,0 0 0,0 1 0,1-1 0,0 0 0,0 0 0,1 1 0,-1-1 0,1 0 0,1 1 0,-1-1 0,3-6 0,-1 4 0,1 1 0,-1 0 0,1 0 0,1 0 0,-1 0 0,1 1 0,0 0 0,1 0 0,0 0 0,0 0 0,0 1 0,0 0 0,1 1 0,0-1 0,0 1 0,12-5 0,1 2 61,-1 1 0,1 1 0,29-3 1,13-3-1672,-46 7-5216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6.588"/>
    </inkml:context>
    <inkml:brush xml:id="br0">
      <inkml:brushProperty name="width" value="0.05" units="cm"/>
      <inkml:brushProperty name="height" value="0.05" units="cm"/>
    </inkml:brush>
  </inkml:definitions>
  <inkml:trace contextRef="#ctx0" brushRef="#br0">489 139 24575,'3'-3'0,"0"0"0,-1-1 0,1 1 0,-1-1 0,0 1 0,0-1 0,0 1 0,0-1 0,-1 0 0,0 0 0,1 0 0,-2 0 0,1 0 0,0 0 0,-1 0 0,0-1 0,1 1 0,-2 0 0,1-4 0,-1 5 0,1 0 0,-1 1 0,1-1 0,-1 0 0,0 1 0,0-1 0,0 0 0,0 1 0,0 0 0,-1-1 0,1 1 0,-1 0 0,0 0 0,0-1 0,1 1 0,-1 1 0,0-1 0,-1 0 0,1 0 0,0 1 0,0-1 0,-1 1 0,1 0 0,-1 0 0,1 0 0,-1 0 0,0 0 0,1 0 0,-4 0 0,-2 1 0,0 0 0,1 0 0,-1 1 0,0 0 0,1 0 0,-1 0 0,1 1 0,0 1 0,-1-1 0,1 1 0,-9 5 0,-9 6 0,-37 26 0,32-18 0,2 0 0,0 2 0,1 1 0,2 2 0,1 0 0,1 1 0,-37 61 0,55-81 0,1 0 0,0 1 0,0 0 0,1 0 0,1 0 0,-1 0 0,1 0 0,-1 13 0,3-18 0,0 0 0,0-1 0,0 1 0,1-1 0,-1 1 0,1-1 0,0 1 0,0-1 0,0 0 0,0 1 0,1-1 0,0 0 0,-1 0 0,1 0 0,0 0 0,0 0 0,1 0 0,-1 0 0,0-1 0,1 1 0,0-1 0,-1 0 0,1 0 0,0 0 0,4 2 0,2 0 0,2 0 0,-1 0 0,0-1 0,1-1 0,-1 1 0,1-2 0,-1 0 0,1 0 0,0 0 0,0-2 0,15-1 0,1-2 0,0-1 0,0-1 0,34-12 0,-30 7 0,-1-2 0,0 0 0,-1-3 0,0 0 0,30-24 0,-47 32 0,-1-1 0,0 0 0,-1-1 0,0-1 0,-1 1 0,0-1 0,0-1 0,-1 0 0,-1 0 0,0-1 0,0 1 0,-1-2 0,-1 1 0,5-18 0,-9 26 0,0-1 0,0 1 0,-1-1 0,0 0 0,0 1 0,0-1 0,0 0 0,-1 1 0,0-1 0,0 1 0,-1-1 0,1 1 0,-1 0 0,0-1 0,-1 1 0,1 0 0,-1 0 0,0 0 0,0 1 0,-7-8 0,4 6 0,-1 0 0,1 1 0,-2-1 0,1 1 0,-1 1 0,1-1 0,-1 1 0,0 1 0,-1-1 0,1 1 0,-1 1 0,-11-3 0,4 3-195,0 0 0,1 1 0,-1 0 0,0 1 0,0 1 0,-20 3 0,2 3-6631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6.943"/>
    </inkml:context>
    <inkml:brush xml:id="br0">
      <inkml:brushProperty name="width" value="0.05" units="cm"/>
      <inkml:brushProperty name="height" value="0.05" units="cm"/>
    </inkml:brush>
  </inkml:definitions>
  <inkml:trace contextRef="#ctx0" brushRef="#br0">0 29 24575,'4'-1'0,"0"1"0,0-1 0,0 0 0,0 0 0,0-1 0,0 1 0,0-1 0,4-2 0,22-8 0,-25 11-52,1 0-1,-1 0 1,0 1-1,0-1 1,1 1-1,-1 1 1,1-1-1,-1 1 1,0 0-1,0 0 1,0 0-1,1 1 1,-1-1-1,0 1 1,-1 1-1,1-1 1,0 1-1,-1 0 1,1 0-1,-1 0 0,0 0 1,0 1-1,0 0 1,0 0-1,3 5 1,0-1-6774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7.191"/>
    </inkml:context>
    <inkml:brush xml:id="br0">
      <inkml:brushProperty name="width" value="0.05" units="cm"/>
      <inkml:brushProperty name="height" value="0.05" units="cm"/>
    </inkml:brush>
  </inkml:definitions>
  <inkml:trace contextRef="#ctx0" brushRef="#br0">0 33 24575,'0'-2'0,"0"-4"0,3-2 0,2-1 0,4 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27.367"/>
    </inkml:context>
    <inkml:brush xml:id="br0">
      <inkml:brushProperty name="width" value="0.05" units="cm"/>
      <inkml:brushProperty name="height" value="0.05" units="cm"/>
    </inkml:brush>
  </inkml:definitions>
  <inkml:trace contextRef="#ctx0" brushRef="#br0">39 1 24575,'-3'0'0,"-2"2"0,-4 2 0,-2-1 0,1-1-8191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0.367"/>
    </inkml:context>
    <inkml:brush xml:id="br0">
      <inkml:brushProperty name="width" value="0.05" units="cm"/>
      <inkml:brushProperty name="height" value="0.05" units="cm"/>
    </inkml:brush>
  </inkml:definitions>
  <inkml:trace contextRef="#ctx0" brushRef="#br0">381 16 24575,'-316'-11'0,"300"9"0,9 1 0,-1 0 0,0 1 0,1-1 0,-11 2 0,18 2 0,7 2 0,8 4 0,-8-5 0,1 1 0,-1-1 0,-1 1 0,1 1 0,0-1 0,-1 1 0,0 0 0,-1 0 0,1 1 0,-1 0 0,0 0 0,-1 0 0,5 11 0,1 5 0,-1 1 0,-1 0 0,6 30 0,-3-22-1365,-4-22-5461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0.975"/>
    </inkml:context>
    <inkml:brush xml:id="br0">
      <inkml:brushProperty name="width" value="0.05" units="cm"/>
      <inkml:brushProperty name="height" value="0.05" units="cm"/>
    </inkml:brush>
  </inkml:definitions>
  <inkml:trace contextRef="#ctx0" brushRef="#br0">1 53 24575,'1'-5'0,"0"1"0,0 0 0,0-1 0,1 1 0,0 0 0,0 0 0,0-1 0,0 1 0,0 1 0,6-8 0,6 47 0,-3-20 0,0 0 0,2 0 0,0-1 0,1-1 0,0 0 0,18 13 0,-14-11 0,365 274 0,-225-179 0,490 395 0,-525-406 0,108 92 0,-226-188-195,-1 1 0,1-1 0,-1 1 0,0-1 0,0 1 0,4 8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1.895"/>
    </inkml:context>
    <inkml:brush xml:id="br0">
      <inkml:brushProperty name="width" value="0.05" units="cm"/>
      <inkml:brushProperty name="height" value="0.05" units="cm"/>
    </inkml:brush>
  </inkml:definitions>
  <inkml:trace contextRef="#ctx0" brushRef="#br0">380 81 24575,'0'0'0,"0"1"0,0-1 0,0 1 0,1-1 0,-1 1 0,0-1 0,1 0 0,-1 1 0,0-1 0,1 1 0,-1-1 0,0 0 0,1 1 0,-1-1 0,1 1 0,-1-1 0,0 0 0,1 0 0,-1 1 0,1-1 0,-1 0 0,1 0 0,-1 0 0,2 1 0,17 3 0,-10-2 0,-7-1 0,-1-1 0,0 0 0,1 1 0,-1-1 0,0 1 0,1-1 0,-1 1 0,0 0 0,0-1 0,0 1 0,1 0 0,-1 0 0,0 0 0,0 0 0,0 0 0,0 0 0,-1 0 0,1 0 0,0 0 0,0 1 0,-1-1 0,1 0 0,0 2 0,-1-1 0,0-1 0,0 1 0,0-1 0,-1 0 0,1 1 0,0-1 0,-1 0 0,1 1 0,-1-1 0,0 0 0,1 1 0,-1-1 0,0 0 0,0 0 0,0 0 0,0 0 0,0 0 0,-1 2 0,-3 1 0,1-1 0,-1 1 0,0-1 0,0 0 0,0 0 0,-1 0 0,1-1 0,0 0 0,-1 0 0,-7 2 0,8-4 0,1 0 0,0 0 0,-1-1 0,1 1 0,0-1 0,0 0 0,-1 0 0,1 0 0,0-1 0,0 0 0,0 1 0,1-1 0,-1-1 0,0 1 0,1 0 0,-1-1 0,1 0 0,-5-4 0,6 5 0,1 0 0,-1 0 0,0 0 0,1 0 0,0 0 0,-1 0 0,1 0 0,0-1 0,0 1 0,0 0 0,0-1 0,0 1 0,1 0 0,-1-1 0,1 1 0,0-1 0,-1 1 0,1-1 0,0 1 0,1-1 0,-1 1 0,0-1 0,1 1 0,-1-1 0,1 1 0,0-1 0,0 1 0,0 0 0,0 0 0,0-1 0,0 1 0,3-3 0,2-2 0,0 0 0,0 1 0,1-1 0,0 1 0,15-10 0,-18 14 0,-1 0 0,0 0 0,0 1 0,1-1 0,-1 1 0,1-1 0,0 1 0,-1 0 0,1 1 0,0-1 0,-1 0 0,1 1 0,0 0 0,0 0 0,-1 0 0,1 1 0,4 0 0,-6 0 0,0 0 0,0 0 0,0 0 0,0 0 0,-1 0 0,1 0 0,-1 1 0,1-1 0,-1 0 0,1 1 0,-1 0 0,1-1 0,-1 1 0,0 0 0,0 0 0,0-1 0,0 1 0,0 0 0,-1 0 0,1 0 0,-1 0 0,1 0 0,-1 0 0,0 0 0,1 1 0,-1 2 0,0 4 0,0-1 0,-1 1 0,0-1 0,0 1 0,-3 9 0,-5 8 0,-1 0 0,-1 0 0,-1-1 0,-1 0 0,-1-1 0,-1-1 0,-1-1 0,-2 0 0,0-1 0,-1 0 0,-32 25 0,37-34 0,0-1 0,-2-1 0,1-1 0,-24 11 0,32-17 0,1-1 0,0 0 0,-1 0 0,0 0 0,1-1 0,-12 0 0,14 0 0,1-2 0,-1 1 0,1 0 0,-1-1 0,1 0 0,0 1 0,-1-1 0,1-1 0,0 1 0,0 0 0,0-1 0,0 0 0,-6-3 0,8 4 0,0-1 0,-1 1 0,1 0 0,0 0 0,0 0 0,0-1 0,0 1 0,0-1 0,0 1 0,0-1 0,1 1 0,-1-1 0,0 1 0,1-1 0,-1 0 0,1 1 0,0-1 0,0 0 0,-1 1 0,1-3 0,1 1 0,-1 0 0,1 0 0,-1 0 0,1-1 0,0 1 0,0 0 0,0 0 0,1 1 0,-1-1 0,3-3 0,1-1 0,0-1 0,1 2 0,0-1 0,0 1 0,1 0 0,13-10 0,-14 12 0,0 1 0,-1 0 0,1 0 0,0 0 0,1 1 0,-1 0 0,0 0 0,1 0 0,-1 1 0,1 0 0,-1 0 0,1 1 0,-1 0 0,1 0 0,0 1 0,-1-1 0,1 2 0,-1-1 0,13 5 0,-11-3 0,-1 0 0,1 1 0,-1 0 0,0 1 0,0 0 0,-1 0 0,1 0 0,-1 1 0,0 0 0,-1 0 0,0 0 0,0 1 0,0 0 0,0 0 0,5 11 0,-3-1 0,8 30 0,-2-6 0,-13-41-33,0 1 0,0 0-1,1 0 1,-1 0 0,0 0-1,1 0 1,-1 0 0,1 0 0,-1 0-1,1 0 1,-1-1 0,1 1-1,-1 0 1,1 0 0,0-1-1,0 1 1,-1 0 0,1-1 0,0 1-1,0-1 1,0 1 0,-1-1-1,1 1 1,0-1 0,0 0-1,0 1 1,0-1 0,0 0 0,0 0-1,0 0 1,0 1 0,0-1-1,0 0 1,0 0 0,0 0-1,0-1 1,0 1 0,0 0 0,0 0-1,1-1 1,9-5-6793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2.326"/>
    </inkml:context>
    <inkml:brush xml:id="br0">
      <inkml:brushProperty name="width" value="0.05" units="cm"/>
      <inkml:brushProperty name="height" value="0.05" units="cm"/>
    </inkml:brush>
  </inkml:definitions>
  <inkml:trace contextRef="#ctx0" brushRef="#br0">197 136 24575,'-2'-1'0,"0"1"0,-1-1 0,1 1 0,0-1 0,0 0 0,0 0 0,0 0 0,0 0 0,0 0 0,-1-1 0,1 1 0,1 0 0,0 0 0,0 0 0,0 0 0,-1 0 0,1 1 0,0-1 0,-1 0 0,1 1 0,-1-1 0,1 1 0,0 0 0,-1-1 0,1 1 0,-1 0 0,1 0 0,-1 0 0,1 0 0,-1 0 0,1 0 0,-1 1 0,1-1 0,-3 1 0,4-1 0,-1 0 0,1 0 0,0 1 0,0-1 0,0 0 0,0 0 0,-1 0 0,1 0 0,0 0 0,0 0 0,0 1 0,0-1 0,0 0 0,0 0 0,-1 0 0,1 0 0,0 1 0,0-1 0,0 0 0,0 0 0,0 0 0,0 1 0,0-1 0,0 0 0,0 0 0,0 0 0,0 0 0,0 1 0,0-1 0,0 0 0,0 0 0,0 0 0,0 1 0,0-1 0,0 0 0,0 0 0,0 0 0,0 1 0,1-1 0,7 8 0,13 4 0,-20-11 0,4 1 0,0 0 0,0 0 0,1 0 0,-1-1 0,1 0 0,-1 0 0,1-1 0,-1 1 0,1-1 0,-1 0 0,1-1 0,9-1 0,-13 2 0,0 0 0,0-1 0,0 1 0,-1-1 0,1 0 0,0 0 0,0 0 0,0 0 0,-1 0 0,1 0 0,0 0 0,-1 0 0,1 0 0,-1-1 0,0 1 0,1-1 0,-1 1 0,0-1 0,0 0 0,0 1 0,0-1 0,0 0 0,0 0 0,0 0 0,-1 0 0,1 0 0,-1 1 0,1-1 0,-1 0 0,0 0 0,0 0 0,0 0 0,0 0 0,0 0 0,0 0 0,0 0 0,-1 0 0,0-3 0,-1 1 0,1-1 0,-1 1 0,-1 0 0,1-1 0,-1 1 0,1 0 0,-1 1 0,0-1 0,-1 0 0,1 1 0,0 0 0,-1-1 0,0 1 0,-4-2 0,0 0 0,0 0 0,0 0 0,0 1 0,0 0 0,-1 0 0,-12-2 0,15 5 0,1 0 0,-1 0 0,0 1 0,0 0 0,1 0 0,-1 1 0,0 0 0,1 0 0,-1 0 0,0 0 0,1 1 0,-1 0 0,1 0 0,0 1 0,0-1 0,0 1 0,0 0 0,0 0 0,1 1 0,-1 0 0,1 0 0,0 0 0,0 0 0,1 0 0,-1 1 0,1 0 0,0-1 0,0 1 0,-3 7 0,3-7 0,1 0 0,-1 1 0,1 0 0,0-1 0,1 1 0,-1 0 0,1 0 0,0 0 0,1 0 0,-1 0 0,1 0 0,0 0 0,1 0 0,-1 0 0,1 0 0,1 0 0,-1-1 0,1 1 0,0 0 0,0-1 0,0 1 0,1-1 0,0 1 0,0-1 0,1 0 0,-1-1 0,9 10 0,-5-8-195,1-1 0,0 1 0,0-1 0,1 0 0,-1-1 0,18 6 0,14 3-6631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3.292"/>
    </inkml:context>
    <inkml:brush xml:id="br0">
      <inkml:brushProperty name="width" value="0.05" units="cm"/>
      <inkml:brushProperty name="height" value="0.05" units="cm"/>
    </inkml:brush>
  </inkml:definitions>
  <inkml:trace contextRef="#ctx0" brushRef="#br0">87 145 24575,'-4'-7'0,"0"0"0,0 0 0,-11-12 0,13 17 0,0 0 0,0 0 0,0 0 0,-1 0 0,1 0 0,0 0 0,-1 1 0,1-1 0,-1 1 0,0 0 0,1 0 0,-1 0 0,-5-2 0,7 4 0,0-1 0,0 0 0,1 0 0,-1 0 0,0 0 0,0 1 0,0-1 0,0 0 0,0 1 0,0-1 0,1 1 0,-1-1 0,0 1 0,0-1 0,1 1 0,-1-1 0,0 1 0,1 0 0,-1-1 0,0 1 0,1 0 0,-1 0 0,1-1 0,-1 1 0,1 0 0,0 0 0,-1 0 0,1 0 0,0 0 0,0 0 0,-1-1 0,1 1 0,0 0 0,0 0 0,0 0 0,0 0 0,0 0 0,0 0 0,1 1 0,3 43 0,-3-39 0,9 43 0,-6-37 0,-1 0 0,-1-1 0,0 1 0,-1 0 0,0 0 0,-1 22 0,-3-27 0,0-10 0,2-12 0,3 1 0,2 0 0,0 0 0,0 0 0,9-17 0,-11 25 0,1 0 0,0 1 0,0 0 0,1-1 0,-1 1 0,1 0 0,0 1 0,1-1 0,-1 1 0,1-1 0,0 2 0,7-6 0,-11 8 0,1 1 0,-1-1 0,0 0 0,1 1 0,-1-1 0,1 1 0,-1-1 0,1 1 0,-1 0 0,1 0 0,0 0 0,-1 0 0,1 0 0,-1 0 0,1 0 0,-1 0 0,1 0 0,-1 1 0,1-1 0,-1 1 0,1-1 0,-1 1 0,1 0 0,-1-1 0,0 1 0,1 0 0,-1 0 0,0 0 0,0 0 0,1 0 0,-1 0 0,0 0 0,0 0 0,0 1 0,-1-1 0,1 0 0,0 1 0,0-1 0,-1 1 0,1-1 0,-1 1 0,1 1 0,2 6 0,0 0 0,0 0 0,-1 1 0,-1-1 0,1 15 0,-2 2 0,-1-16 0,1 0 0,1 1 0,-1-1 0,2 0 0,2 12 0,-4-20 0,1 0 0,-1-1 0,1 1 0,0 0 0,0-1 0,0 1 0,0 0 0,0-1 0,0 1 0,0-1 0,0 1 0,1-1 0,-1 0 0,1 1 0,-1-1 0,1 0 0,-1 0 0,1 0 0,0 0 0,-1-1 0,1 1 0,0 0 0,0-1 0,-1 1 0,1-1 0,0 1 0,0-1 0,0 0 0,0 0 0,0 0 0,-1 0 0,1 0 0,3-1 0,2 0 0,0-1 0,0 0 0,0-1 0,0 1 0,0-1 0,-1-1 0,0 1 0,0-1 0,0 0 0,0-1 0,0 1 0,-1-1 0,7-8 0,1-2 0,0 0 0,-1 0 0,16-31 0,-17 25 0,-1 0 0,-1-1 0,-1 0 0,-2 0 0,0-1 0,-1 0 0,-1 0 0,1-24 0,-5 47 0,0 0 0,0 0 0,0 0 0,0 0 0,0 0 0,0 0 0,0 0 0,0 0 0,-1 0 0,1 0 0,0 0 0,0 0 0,0 0 0,0 0 0,0 0 0,0 0 0,0 0 0,0 0 0,0 0 0,0 0 0,0 0 0,-4 15 0,-3 24 0,1 54 0,8 131 0,2-207 0,0-22 0,1-28 0,-4 10 0,-1 10 0,1 1 0,0-1 0,0 0 0,5-15 0,-5 23 0,1 1 0,-1 0 0,1 0 0,0 1 0,0-1 0,1 0 0,-1 1 0,1-1 0,0 1 0,0 0 0,0 0 0,0 0 0,0 0 0,1 1 0,-1-1 0,8-3 0,-6 3 0,1 1 0,-1 0 0,1 0 0,-1 1 0,1 0 0,0 0 0,0 0 0,0 0 0,0 1 0,-1 0 0,1 0 0,0 1 0,0-1 0,0 2 0,0-1 0,-1 0 0,1 1 0,-1 0 0,1 0 0,-1 1 0,10 5 0,-10-5 0,-1 0 0,1 1 0,-1-1 0,0 1 0,0 0 0,0 0 0,0 0 0,-1 0 0,1 1 0,-1 0 0,0-1 0,-1 1 0,1 0 0,-1 0 0,0 1 0,0-1 0,-1 0 0,0 1 0,1-1 0,-2 1 0,1-1 0,-1 1 0,0 6 0,0-10 0,0-1 0,0 0 0,-1 1 0,1-1 0,0 0 0,-1 1 0,1-1 0,-1 0 0,0 0 0,1 1 0,-1-1 0,0 0 0,0 0 0,0 0 0,0 0 0,0 0 0,0 0 0,0 0 0,0 0 0,0-1 0,0 1 0,0 0 0,0-1 0,-1 1 0,1-1 0,0 1 0,-1-1 0,1 1 0,0-1 0,-1 0 0,1 0 0,0 0 0,-1 1 0,1-1 0,0-1 0,-1 1 0,-2 0 0,3 0 0,0-1 0,0 1 0,0 0 0,0 0 0,0-1 0,0 1 0,0 0 0,0-1 0,0 1 0,0-1 0,0 1 0,0-1 0,1 0 0,-1 1 0,0-1 0,0 0 0,1 0 0,-1 1 0,0-1 0,1 0 0,-1 0 0,1 0 0,-1 0 0,1 0 0,-1 0 0,1 0 0,-1 0 0,1 0 0,0 0 0,0 0 0,0 0 0,0 0 0,0 0 0,-1 0 0,2 0 0,-1 0 0,0 0 0,0 0 0,0 0 0,0 0 0,1 0 0,-1 0 0,1 0 0,-1 0 0,0 0 0,1 0 0,1-2 0,0 0 0,0 0 0,0 0 0,1 0 0,-1 0 0,1 0 0,0 0 0,0 1 0,0-1 0,0 1 0,1 0 0,-1 0 0,1 0 0,-1 0 0,1 1 0,-1 0 0,1-1 0,0 1 0,7-1 0,-8 2 0,0-1 0,-1 1 0,1 0 0,-1 0 0,1 1 0,-1-1 0,1 0 0,-1 1 0,1-1 0,-1 1 0,1 0 0,-1 0 0,0 0 0,1 0 0,-1 0 0,0 1 0,0-1 0,0 1 0,0-1 0,0 1 0,0 0 0,0-1 0,-1 1 0,1 0 0,-1 0 0,1 1 0,-1-1 0,0 0 0,2 4 0,1 5 36,-1-2 23,1 0 0,0 0 0,1-1 0,5 10 0,-9-17-130,0 1 0,1 0 1,-1-1-1,1 1 0,-1 0 1,1-1-1,-1 0 0,1 1 1,0-1-1,0 0 0,0 0 1,0 0-1,0 0 0,0 0 1,0-1-1,0 1 1,0 0-1,0-1 0,0 0 1,0 1-1,0-1 0,0 0 1,5 0-1,4-3-6755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3.463"/>
    </inkml:context>
    <inkml:brush xml:id="br0">
      <inkml:brushProperty name="width" value="0.05" units="cm"/>
      <inkml:brushProperty name="height" value="0.05" units="cm"/>
    </inkml:brush>
  </inkml:definitions>
  <inkml:trace contextRef="#ctx0" brushRef="#br0">52 45 24575,'-3'-3'0,"-2"-2"0,-4-4 0,1-2 0,-2 1 0,2 4 0,1 6 0,6 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34.282"/>
    </inkml:context>
    <inkml:brush xml:id="br0">
      <inkml:brushProperty name="width" value="0.05" units="cm"/>
      <inkml:brushProperty name="height" value="0.05" units="cm"/>
    </inkml:brush>
  </inkml:definitions>
  <inkml:trace contextRef="#ctx0" brushRef="#br0">30 151 24575,'-1'-2'0,"1"1"0,0-1 0,0 1 0,1-1 0,-1 0 0,0 1 0,0-1 0,1 1 0,-1-1 0,1 1 0,-1-1 0,1 1 0,0-1 0,0 1 0,0-1 0,-1 1 0,1 0 0,0 0 0,1-1 0,-1 1 0,0 0 0,0 0 0,0 0 0,1 0 0,-1 0 0,3-1 0,2 0 0,0 1 0,-1-1 0,1 1 0,0 0 0,0 1 0,6-1 0,-6 1 0,-1 0 0,1 0 0,-1-1 0,0 0 0,1 0 0,-1 0 0,7-4 0,-7 2 0,-1 1 0,0-2 0,0 1 0,0 0 0,-1-1 0,1 0 0,-1 0 0,0 0 0,0 0 0,3-7 0,-5 10 0,0 0 0,0-1 0,-1 1 0,1 0 0,-1 0 0,1 0 0,-1-1 0,1 1 0,-1 0 0,0-1 0,0 1 0,0 0 0,0-1 0,0 1 0,0 0 0,0-1 0,0 1 0,0 0 0,0-1 0,-1 1 0,1 0 0,-1 0 0,1-1 0,-1 1 0,1 0 0,-1 0 0,0 0 0,1-1 0,-1 1 0,0 0 0,0 0 0,0 0 0,0 0 0,0 1 0,0-1 0,0 0 0,0 0 0,0 1 0,0-1 0,-1 0 0,1 1 0,0-1 0,0 1 0,-2-1 0,0 1 0,0-1 0,0 1 0,0 0 0,0 0 0,0 0 0,0 0 0,0 1 0,0-1 0,0 1 0,0 0 0,1 0 0,-1 0 0,0 0 0,0 0 0,1 1 0,-1-1 0,-3 3 0,-5 4 0,1 0 0,-15 14 0,17-14 0,0 2 0,0-1 0,1 1 0,0 0 0,0 1 0,1-1 0,-8 23 0,12-29 0,1 0 0,0 0 0,0 1 0,0-1 0,1 0 0,-1 1 0,1-1 0,0 1 0,0-1 0,1 0 0,0 6 0,0-7 0,0-1 0,0 1 0,0-1 0,0 1 0,1-1 0,-1 0 0,1 1 0,-1-1 0,1 0 0,0 0 0,0 0 0,0 0 0,0 0 0,0-1 0,0 1 0,0-1 0,1 1 0,-1-1 0,5 2 0,2 0 0,1 0 0,0 0 0,1-1 0,-1 0 0,0-1 0,0-1 0,1 1 0,-1-1 0,1-1 0,-1 0 0,19-4 0,-14 1 0,0 0 0,0-1 0,0-1 0,0 0 0,-1-1 0,0 0 0,14-10 0,-18 9 0,0 0 0,0 0 0,-1-1 0,-1-1 0,12-14 0,-16 19 0,0-1 0,-1 0 0,0 0 0,1 0 0,-2 0 0,1-1 0,-1 1 0,0-1 0,0 1 0,-1-1 0,1-10 0,-2 17 0,1-1 0,-1 1 0,0-1 0,0 1 0,0-1 0,0 0 0,0 1 0,0-1 0,0 1 0,0-1 0,0 1 0,0-1 0,0 1 0,0-1 0,0 1 0,0-1 0,-1 1 0,1-1 0,0 1 0,0-1 0,-1 1 0,1-1 0,0 1 0,0-1 0,-1 1 0,1 0 0,-1-1 0,1 1 0,0 0 0,-1-1 0,1 1 0,-1 0 0,1-1 0,-1 1 0,0 0 0,1 0 0,-1 1 0,1-1 0,-1 1 0,1 0 0,0-1 0,-1 1 0,1-1 0,0 1 0,-1 0 0,1-1 0,0 1 0,0 0 0,0 0 0,0-1 0,0 1 0,0 0 0,0 0 0,0-1 0,0 1 0,0 0 0,0-1 0,0 1 0,0 0 0,0 0 0,1-1 0,-1 1 0,1 1 0,1 3 0,1 0 0,-1 0 0,1-1 0,0 1 0,0-1 0,1 1 0,-1-1 0,1 0 0,0 0 0,0-1 0,0 1 0,1-1 0,-1 0 0,1 0 0,6 2 0,-6-2 0,0 0 0,-1-1 0,1 1 0,-1 1 0,1-1 0,-1 1 0,0 0 0,0-1 0,0 2 0,-1-1 0,0 0 0,0 1 0,0 0 0,0 0 0,0-1 0,2 9 0,-4-5 0,0 1 0,0-1 0,0 1 0,-1-1 0,-1 1 0,1-1 0,-1 1 0,-1-1 0,0 0 0,0 0 0,0 1 0,-1-1 0,0-1 0,-1 1 0,0 0 0,0-1 0,-1 0 0,1 0 0,-10 10 0,13-16 10,-1 0 0,1 0 0,0 0 0,-1 0 0,1-1-1,0 1 1,-1-1 0,1 1 0,-1-1 0,1 1 0,-1-1 0,1 0 0,-1 1-1,1-1 1,-1 0 0,1 0 0,-1 0 0,0-1 0,1 1 0,-1 0 0,1 0-1,-1-1 1,1 1 0,0-1 0,-1 1 0,1-1 0,-1 0 0,0-1-1,-7-3-77,1 0 0,1-1 0,-13-11 0,-4-3-1311,15 14-5447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5.768"/>
    </inkml:context>
    <inkml:brush xml:id="br0">
      <inkml:brushProperty name="width" value="0.05" units="cm"/>
      <inkml:brushProperty name="height" value="0.05" units="cm"/>
    </inkml:brush>
  </inkml:definitions>
  <inkml:trace contextRef="#ctx0" brushRef="#br0">126 1 24575,'0'0'0,"0"1"0,-1-1 0,1 1 0,0-1 0,0 0 0,0 1 0,0-1 0,0 1 0,0-1 0,0 1 0,0-1 0,0 0 0,1 1 0,-1-1 0,0 1 0,0-1 0,0 0 0,0 1 0,1-1 0,-1 0 0,0 1 0,0-1 0,1 0 0,-1 1 0,0-1 0,0 0 0,1 1 0,-1-1 0,0 0 0,1 0 0,-1 1 0,0-1 0,1 0 0,19 14 0,-11-6 0,-6-6 0,0 1 0,0-1 0,0 1 0,-1 0 0,0 0 0,1 0 0,-1 1 0,0-1 0,-1 0 0,1 1 0,0-1 0,-1 1 0,0 0 0,0-1 0,0 1 0,0 0 0,-1 0 0,0 0 0,1-1 0,-2 7 0,0-4 0,0 0 0,-1 0 0,1 0 0,-2 0 0,1 0 0,-1 0 0,0 0 0,0 0 0,0-1 0,-1 0 0,-6 8 0,5-7 0,0-1 0,0 1 0,-1-1 0,0 0 0,0 0 0,0 0 0,-1-1 0,-10 5 0,14-7 0,1-1 0,-1 0 0,0 0 0,0-1 0,0 1 0,0-1 0,0 1 0,0-1 0,0 0 0,0 0 0,1 0 0,-1 0 0,0-1 0,0 1 0,0-1 0,0 1 0,0-1 0,0 0 0,1-1 0,-1 1 0,0 0 0,1-1 0,-1 1 0,1-1 0,-4-3 0,5 4 0,-1 0 0,1-1 0,-1 1 0,1 0 0,0-1 0,0 0 0,0 1 0,0-1 0,0 0 0,0 0 0,0 1 0,0-1 0,1 0 0,-1 0 0,1 0 0,-1 0 0,1 0 0,0 0 0,0-3 0,0 2 0,1-1 0,0 0 0,-1 1 0,1-1 0,1 1 0,-1 0 0,0-1 0,1 1 0,0 0 0,2-3 0,3-4 0,1 0 0,0 1 0,0 0 0,1 1 0,13-10 0,-21 17 0,8-6 0,-1 0 0,2 1 0,-1 0 0,1 1 0,15-7 0,-25 12 4,0 0-1,1-1 0,-1 1 0,0 0 1,0 0-1,0 0 0,0 0 1,1 0-1,-1 0 0,0 0 0,0 0 1,0 0-1,1 0 0,-1 0 0,0 0 1,0 0-1,0 0 0,1 0 1,-1 0-1,0 0 0,0 0 0,0 0 1,0 0-1,1 0 0,-1 0 1,0 0-1,0 0 0,0 0 0,1 0 1,-1 0-1,0 0 0,0 1 1,0-1-1,0 0 0,0 0 0,1 0 1,-1 0-1,0 0 0,0 1 0,0-1 1,0 0-1,0 0 0,0 0 1,0 0-1,0 1 0,0-1 0,1 0 1,-1 0-1,0 0 0,0 1 1,0-1-1,-6 14 168,-12 11-1878,9-17-5119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6.095"/>
    </inkml:context>
    <inkml:brush xml:id="br0">
      <inkml:brushProperty name="width" value="0.05" units="cm"/>
      <inkml:brushProperty name="height" value="0.05" units="cm"/>
    </inkml:brush>
  </inkml:definitions>
  <inkml:trace contextRef="#ctx0" brushRef="#br0">249 1 24575,'-1'10'0,"-1"-1"0,0 1 0,-1-1 0,0 1 0,0-1 0,-1 0 0,-1 0 0,1 0 0,-9 10 0,-2 9 0,-21 43 137,15-26-513,-2-2 1,-2-1-1,-56 74 1,74-107-6451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6.565"/>
    </inkml:context>
    <inkml:brush xml:id="br0">
      <inkml:brushProperty name="width" value="0.05" units="cm"/>
      <inkml:brushProperty name="height" value="0.05" units="cm"/>
    </inkml:brush>
  </inkml:definitions>
  <inkml:trace contextRef="#ctx0" brushRef="#br0">139 7 24575,'0'0'0,"0"0"0,-1 0 0,1 0 0,0 0 0,0 0 0,-1 0 0,1 0 0,0 0 0,0 0 0,0 0 0,-1-1 0,1 1 0,0 0 0,0 0 0,0 0 0,-1 0 0,1 0 0,0 0 0,0 0 0,0-1 0,0 1 0,0 0 0,-1 0 0,1 0 0,0 0 0,0-1 0,0 1 0,0 0 0,0 0 0,0 0 0,0-1 0,0 1 0,-1 0 0,1 0 0,0 0 0,0-1 0,0 1 0,0 0 0,0 0 0,0-1 0,0 1 0,2 0 0,0 9 0,-2 2 0,-2 0 0,1 1 0,-1-1 0,-1 0 0,0 0 0,0 0 0,-1-1 0,-6 11 0,9-19 0,1 0 0,-1-1 0,0 1 0,0 0 0,0-1 0,0 1 0,0-1 0,-1 1 0,1-1 0,0 0 0,-1 1 0,1-1 0,-1 0 0,1 0 0,-1 0 0,0 0 0,1 0 0,-1-1 0,0 1 0,0 0 0,0-1 0,1 1 0,-1-1 0,-3 0 0,2 0 0,0 0 0,0 0 0,0 0 0,0-1 0,0 0 0,0 1 0,0-1 0,1 0 0,-1-1 0,0 1 0,0 0 0,1-1 0,-1 0 0,-2-2 0,3 3 0,-1-1 0,1 0 0,0 0 0,0 0 0,1 0 0,-1-1 0,0 1 0,1 0 0,-1-1 0,1 1 0,0-1 0,0 1 0,0-1 0,0 0 0,0-3 0,1 4 0,0 0 0,0 0 0,0 0 0,0-1 0,0 1 0,1 0 0,-1 0 0,1 0 0,-1 0 0,1 0 0,0 1 0,0-1 0,0 0 0,0 0 0,0 0 0,0 1 0,0-1 0,1 1 0,-1-1 0,1 1 0,-1-1 0,1 1 0,2-2 0,33-17 342,-35 19-437,0 0 0,0 0 0,0 1 0,0-1 1,0 1-1,0-1 0,0 1 0,0 0 0,0 0 0,0 0 1,0 0-1,0 0 0,0 0 0,0 0 0,0 1 1,0-1-1,4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7.081"/>
    </inkml:context>
    <inkml:brush xml:id="br0">
      <inkml:brushProperty name="width" value="0.05" units="cm"/>
      <inkml:brushProperty name="height" value="0.05" units="cm"/>
    </inkml:brush>
  </inkml:definitions>
  <inkml:trace contextRef="#ctx0" brushRef="#br0">379 81 24575,'-2'-6'0,"0"0"0,-1 0 0,1 1 0,-1-1 0,0 1 0,0-1 0,-1 1 0,1 0 0,-9-8 0,10 11 0,-1 0 0,0 0 0,0 1 0,0-1 0,0 0 0,0 1 0,0 0 0,-1 0 0,1 0 0,0 0 0,0 0 0,-1 1 0,1 0 0,-1-1 0,1 1 0,0 0 0,-1 1 0,1-1 0,-5 1 0,-7 3 0,-1 0 0,1 0 0,-1 2 0,2 0 0,-1 1 0,1 0 0,0 1 0,-18 13 0,21-13 0,-1 1 0,1 1 0,1 0 0,0 0 0,0 1 0,1 0 0,0 1 0,1 0 0,-10 19 0,16-25 0,-1 0 0,1-1 0,0 1 0,1 0 0,-1 0 0,1 0 0,1 0 0,-1 0 0,1 0 0,0 0 0,0 0 0,0 1 0,3 8 0,-2-10 0,1-1 0,0 1 0,0-1 0,0 0 0,0 1 0,1-1 0,-1 0 0,1-1 0,0 1 0,0 0 0,1-1 0,-1 1 0,1-1 0,-1 0 0,1 0 0,0-1 0,8 5 0,3-1 0,1 0 0,-1 0 0,1-1 0,0-1 0,0-1 0,0-1 0,0 0 0,24 0 0,-20-2 0,-1-1 0,0-1 0,0-1 0,0 0 0,0-1 0,35-13 0,-49 15 29,0-1-1,0 0 1,0 0-1,0 0 0,0 0 1,-1-1-1,0 1 1,1-1-1,-1 0 1,0-1-1,6-8 1,-9 11-74,0 1 0,-1-1 0,1 0 0,0 0 0,0 1 0,-1-1 0,1 0 0,-1 0 0,0 0 0,1 0 1,-1 0-1,0 0 0,0 0 0,0 0 0,0 0 0,-1 0 0,1 1 0,0-1 0,-1 0 0,0 0 0,1 0 1,-1 0-1,0 1 0,0-1 0,0 0 0,0 0 0,0 1 0,0-1 0,0 1 0,-1-1 0,1 1 0,-1 0 1,1 0-1,-1-1 0,1 1 0,-1 0 0,-2-1 0,-8-5-6781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7.357"/>
    </inkml:context>
    <inkml:brush xml:id="br0">
      <inkml:brushProperty name="width" value="0.05" units="cm"/>
      <inkml:brushProperty name="height" value="0.05" units="cm"/>
    </inkml:brush>
  </inkml:definitions>
  <inkml:trace contextRef="#ctx0" brushRef="#br0">18 21 24575,'-5'-5'0,"-2"-1"0,4 0 0,1 3 0,4 7 0,1 9 0,3 8 0,1 8 0,-2 4 0,-1 1 0,-1-1 0,-2 0 0,0-4 0,-1-2 0,0-4 0,0-2 0,0-3 0,-1-5-8191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7.622"/>
    </inkml:context>
    <inkml:brush xml:id="br0">
      <inkml:brushProperty name="width" value="0.05" units="cm"/>
      <inkml:brushProperty name="height" value="0.05" units="cm"/>
    </inkml:brush>
  </inkml:definitions>
  <inkml:trace contextRef="#ctx0" brushRef="#br0">10 54 24575,'1'-3'0,"1"1"0,-1-1 0,0 0 0,0 0 0,0 0 0,0 0 0,0 0 0,-1 0 0,0 0 0,1-1 0,-1 1 0,0 0 0,0 0 0,-1 0 0,0-6 0,-1 13 0,1-1 0,0 0 0,0 0 0,0 1 0,1-1 0,-1 0 0,1 6 0,0 99 285,2-70-835,-2 1 0,-9 69 0,6-93-6276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7.977"/>
    </inkml:context>
    <inkml:brush xml:id="br0">
      <inkml:brushProperty name="width" value="0.05" units="cm"/>
      <inkml:brushProperty name="height" value="0.05" units="cm"/>
    </inkml:brush>
  </inkml:definitions>
  <inkml:trace contextRef="#ctx0" brushRef="#br0">9 141 24575,'-5'-40'0,"4"32"0,0 1 0,0-1 0,0 0 0,1 0 0,0 0 0,3-15 0,-3 21 0,1 0 0,-1 1 0,1-1 0,0 1 0,-1-1 0,1 1 0,0-1 0,0 1 0,0 0 0,0-1 0,0 1 0,1 0 0,-1 0 0,0 0 0,3-2 0,-2 2 0,1 0 0,0 0 0,-1 0 0,1 0 0,0 1 0,0-1 0,0 1 0,-1-1 0,1 1 0,0 0 0,6 1 0,13 1 0,0 2 0,0 1 0,0 0 0,0 2 0,-1 0 0,0 2 0,-1 0 0,0 1 0,0 1 0,25 19 0,-38-24 0,0 0 0,0 0 0,0 1 0,-1-1 0,0 2 0,0-1 0,-1 1 0,0-1 0,0 2 0,-1-1 0,0 0 0,-1 1 0,1 0 0,2 15 0,-4-15 0,-1-1 0,-1 1 0,1-1 0,-2 0 0,1 1 0,-1-1 0,0 0 0,-1 1 0,0-1 0,0 0 0,-1 0 0,0 0 0,0-1 0,-1 1 0,0-1 0,-7 12 0,5-12 0,0 1 0,-1-1 0,1 0 0,-1-1 0,-1 1 0,1-1 0,-1-1 0,0 1 0,0-1 0,-1-1 0,1 0 0,-1 0 0,0 0 0,0-1 0,0-1 0,-1 0 0,1 0 0,-1 0 0,1-1 0,-1-1 0,0 0 0,1 0 0,-1-1 0,-14-2 0,22 2-80,0 1 0,0-1-1,0 1 1,1-1 0,-1 1-1,0-1 1,1 0 0,-1 0-1,0 0 1,1 0 0,-1 0 0,1-1-1,0 1 1,-1 0 0,1-1-1,-2-1 1,-1-6-6746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9.327"/>
    </inkml:context>
    <inkml:brush xml:id="br0">
      <inkml:brushProperty name="width" value="0.05" units="cm"/>
      <inkml:brushProperty name="height" value="0.05" units="cm"/>
    </inkml:brush>
  </inkml:definitions>
  <inkml:trace contextRef="#ctx0" brushRef="#br0">1 39 24575,'0'-2'0,"1"1"0,0 0 0,-1-1 0,1 1 0,0 0 0,-1 0 0,1-1 0,0 1 0,0 0 0,0 0 0,0 0 0,0 0 0,0 0 0,1 0 0,-1 1 0,2-2 0,21-11 0,-15 11 0,1 1 0,-1 0 0,1 0 0,-1 1 0,1 0 0,-1 1 0,15 2 0,6 0 0,57 4 0,-18 0 0,72-4 0,-141-3 14,1 1 0,-1-1-1,1 0 1,0 0 0,-1 0-1,1 0 1,-1 0-1,1 0 1,-1 0 0,1 0-1,-1 0 1,1-1 0,-1 1-1,1 0 1,-1 0 0,1 0-1,-1 0 1,1-1 0,-1 1-1,1 0 1,-1-1 0,1 1-1,-1 0 1,1-1 0,-13-4-1721,-5 2-5119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9.563"/>
    </inkml:context>
    <inkml:brush xml:id="br0">
      <inkml:brushProperty name="width" value="0.05" units="cm"/>
      <inkml:brushProperty name="height" value="0.05" units="cm"/>
    </inkml:brush>
  </inkml:definitions>
  <inkml:trace contextRef="#ctx0" brushRef="#br0">6 0 24575,'0'0'0,"-1"0"0,1 0 0,0 0 0,0 0 0,-1 1 0,1-1 0,0 0 0,0 0 0,0 0 0,-1 0 0,1 0 0,0 0 0,0 1 0,0-1 0,-1 0 0,1 0 0,0 0 0,0 1 0,0-1 0,0 0 0,-1 0 0,1 0 0,0 1 0,0-1 0,0 0 0,0 0 0,0 1 0,0-1 0,0 0 0,0 0 0,0 1 0,0-1 0,0 0 0,0 1 0,0-1 0,0 0 0,0 0 0,0 1 0,0-1 0,0 0 0,0 0 0,0 1 0,0-1 0,1 0 0,-1 0 0,0 0 0,0 1 0,0-1 0,0 0 0,1 1 0,8 16 0,-6-12 0,20 38 0,-1-4 0,31 81 0,-12 31-1365,-37-132-5461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49.957"/>
    </inkml:context>
    <inkml:brush xml:id="br0">
      <inkml:brushProperty name="width" value="0.05" units="cm"/>
      <inkml:brushProperty name="height" value="0.05" units="cm"/>
    </inkml:brush>
  </inkml:definitions>
  <inkml:trace contextRef="#ctx0" brushRef="#br0">52 125 24575,'-18'-32'0,"13"23"0,0 1 0,0-1 0,1 0 0,0 0 0,1 0 0,-3-12 0,5 20 0,1 1 0,0-1 0,0 1 0,0-1 0,0 0 0,0 1 0,-1-1 0,1 0 0,0 1 0,1-1 0,-1 1 0,0-1 0,0 0 0,0 1 0,0-1 0,0 1 0,1-1 0,-1 0 0,0 1 0,0-1 0,1 1 0,-1-1 0,0 1 0,1-1 0,-1 1 0,1-1 0,-1 1 0,0 0 0,2-1 0,-1 0 0,0 1 0,0 0 0,0 0 0,0 0 0,0 0 0,1 0 0,-1 0 0,0 0 0,0 0 0,0 0 0,0 0 0,0 1 0,0-1 0,2 1 0,36 20 0,-39-21 0,42 26 0,-2 2 0,-2 2 0,69 67 0,-105-95 0,0 1 0,0 0 0,0-1 0,0 1 0,0 0 0,0 0 0,-1 0 0,1 1 0,0 4 0,-1-7 0,-1-1 0,0 1 0,0-1 0,0 1 0,0-1 0,0 1 0,0-1 0,0 1 0,0-1 0,0 1 0,-1-1 0,1 1 0,0-1 0,0 1 0,0-1 0,0 1 0,-1-1 0,1 0 0,0 1 0,-1-1 0,1 1 0,0-1 0,-1 0 0,1 1 0,-1 0 0,0-1 0,-1 1 0,1-1 0,0 1 0,-1-1 0,1 0 0,-1 0 0,1 1 0,-1-1 0,1 0 0,0 0 0,-1-1 0,1 1 0,-1 0 0,-1-1 0,1 1 0,-1 0 0,1 0 0,-1-1 0,0 1 0,1-1 0,-1 0 0,1 0 0,-1 0 0,1 0 0,0 0 0,-1-1 0,1 1 0,0-1 0,0 1 0,0-1 0,0 0 0,0 0 0,1 0 0,-1 0 0,0 0 0,1 0 0,-1 0 0,1 0 0,0-1 0,0 1 0,0-1 0,0 1 0,0-1 0,0 1 0,1-1 0,0 1 0,-1-1 0,1 0 0,0 1 0,0-1 0,0 1 0,0-1 0,1 0 0,-1 1 0,2-4 0,0-4 0,1 1 0,0 0 0,1-1 0,0 2 0,1-1 0,0 0 0,0 1 0,1 0 0,10-12 0,-11 14-91,-1 0 0,1 1 0,1 0 0,-1 0 0,1 0 0,0 0 0,0 1 0,0 0 0,1 1 0,0-1 0,-1 1 0,1 1 0,0-1 0,15-2 0,-7 3-6735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1.396"/>
    </inkml:context>
    <inkml:brush xml:id="br0">
      <inkml:brushProperty name="width" value="0.05" units="cm"/>
      <inkml:brushProperty name="height" value="0.05" units="cm"/>
    </inkml:brush>
  </inkml:definitions>
  <inkml:trace contextRef="#ctx0" brushRef="#br0">86 241 24575,'1'0'0,"-1"0"0,0 1 0,0-1 0,0 0 0,0 0 0,0 0 0,0 0 0,1 0 0,-1 1 0,0-1 0,0 0 0,0 0 0,1 0 0,-1 0 0,0 0 0,0 0 0,0 0 0,1 0 0,-1 0 0,0 0 0,0 0 0,0 0 0,1 0 0,-1 0 0,0 0 0,0 0 0,0 0 0,1 0 0,-1 0 0,0 0 0,0 0 0,0 0 0,0 0 0,1 0 0,-1 0 0,0-1 0,0 1 0,0 0 0,4-9 0,-4 7 0,1 1 0,-1 0 0,0-1 0,0 1 0,0 0 0,0-1 0,-1 1 0,1-1 0,0 1 0,-1 0 0,1 0 0,0-1 0,-1 1 0,1 0 0,-2-3 0,1 4 0,0-1 0,0 0 0,0 1 0,1-1 0,-1 0 0,0 1 0,0-1 0,0 1 0,0-1 0,0 1 0,0 0 0,0-1 0,0 1 0,0 0 0,0 0 0,0 0 0,0 0 0,-1 0 0,1 0 0,0 0 0,0 0 0,-1 0 0,0 1 0,-1 0 0,1 0 0,0 0 0,0 0 0,-1 0 0,1 0 0,0 0 0,0 1 0,-2 2 0,-1 0 0,1 1 0,-1 0 0,1 0 0,0 0 0,1 0 0,-6 11 0,7-13 0,1 1 0,-1 0 0,1 0 0,0 0 0,0 0 0,0 0 0,1 0 0,-1 0 0,1 0 0,0 0 0,0 0 0,0 1 0,1-1 0,-1 0 0,1 0 0,0 0 0,0 0 0,1 0 0,1 4 0,0-4 0,-1-1 0,1 1 0,0-1 0,0 1 0,0-1 0,0 0 0,0 0 0,1-1 0,-1 1 0,1-1 0,0 0 0,0 0 0,0 0 0,0 0 0,0 0 0,0-1 0,8 2 0,-5-2 0,0 1 0,0-1 0,0 0 0,0-1 0,0 0 0,0 0 0,0-1 0,11-1 0,-16 1 0,0 1 0,1-1 0,-1 0 0,0 0 0,0 0 0,0 0 0,0 0 0,0 0 0,0-1 0,0 1 0,0-1 0,-1 1 0,1-1 0,0 0 0,-1 1 0,0-1 0,1 0 0,-1 0 0,0 0 0,0 0 0,0 0 0,0-1 0,0 1 0,-1 0 0,1 0 0,0-1 0,-1 1 0,0 0 0,1-4 0,-2-6 0,1 0 0,-2 0 0,1 0 0,-6-19 0,4 21 0,0-1 0,1 1 0,1 0 0,0-1 0,0 1 0,2-15 0,4 11 0,-5 14 0,0 0 0,1 0 0,-1 0 0,0 0 0,1 0 0,-1 0 0,0 0 0,0 0 0,1 0 0,-1 0 0,0 0 0,0 0 0,1 0 0,-1 0 0,0 0 0,0 1 0,0-1 0,1 0 0,-1 0 0,0 0 0,0 0 0,0 1 0,1-1 0,-1 0 0,0 0 0,0 0 0,0 1 0,0-1 0,0 0 0,1 0 0,-1 1 0,9 27 0,-7 38 0,-1 6 0,0-66 0,0-1 0,0 1 0,0-1 0,0 1 0,1-1 0,0 0 0,0 1 0,1-1 0,5 9 0,-7-13 0,0 0 0,0 0 0,0 0 0,0 1 0,0-2 0,0 1 0,1 0 0,-1 0 0,0 0 0,0 0 0,1-1 0,-1 1 0,0-1 0,1 1 0,-1-1 0,0 1 0,1-1 0,-1 0 0,1 0 0,-1 1 0,1-1 0,-1 0 0,1-1 0,-1 1 0,1 0 0,-1 0 0,0 0 0,1-1 0,-1 1 0,1-1 0,-1 1 0,0-1 0,1 0 0,-1 1 0,0-1 0,0 0 0,0 0 0,0 0 0,1 0 0,0-1 0,6-6 0,0 0 0,0 0 0,-1-1 0,7-9 0,-11 13 0,6-8 0,-1 0 0,0-1 0,11-28 0,2 92 0,-15-38 0,1-1 0,0 0 0,0-1 0,1 0 0,16 18 0,-21-25 0,1 0 0,-1 0 0,0 0 0,1-1 0,-1 1 0,1-1 0,0 0 0,0 0 0,0 0 0,0 0 0,0-1 0,1 1 0,-1-1 0,0 0 0,1-1 0,-1 1 0,0-1 0,1 0 0,-1 0 0,8-1 0,-9 1 0,-1-1 0,1 0 0,-1-1 0,1 1 0,-1 0 0,0-1 0,1 1 0,-1-1 0,0 0 0,0 0 0,0 0 0,0 0 0,0 0 0,-1 0 0,1 0 0,0-1 0,-1 1 0,0-1 0,0 1 0,0-1 0,0 1 0,0-1 0,0 0 0,0 1 0,-1-1 0,0 0 0,1 0 0,-1 1 0,0-5 0,0-4 0,-1 0 0,0 0 0,0 0 0,-1 0 0,0 1 0,-5-14 0,6 23 0,1 0 0,-1 1 0,1-1 0,0 0 0,-1 0 0,1 0 0,0 0 0,0 1 0,-1-1 0,1 0 0,0 0 0,0 0 0,0 0 0,0 0 0,0 0 0,0 0 0,1 1 0,-1-1 0,0 0 0,0 0 0,1 0 0,-1 0 0,1-1 0,0 2 0,-1 0 0,1 0 0,0 0 0,0 0 0,-1 0 0,1-1 0,0 1 0,0 1 0,-1-1 0,1 0 0,0 0 0,0 0 0,-1 0 0,1 0 0,0 1 0,-1-1 0,1 0 0,0 1 0,-1-1 0,2 1 0,36 27 0,-32-22 0,-1 0 0,0 0 0,0 0 0,0 1 0,-1 0 0,6 13 0,-6-12 0,0 0 0,0-1 0,12 15 0,-14-20 0,1 1 0,0 0 0,-1-1 0,1 0 0,0 0 0,1 0 0,-1 0 0,0 0 0,1-1 0,-1 1 0,1-1 0,-1 0 0,6 1 0,-2 0 0,0-1 0,1 0 0,-1-1 0,0 0 0,1 0 0,-1 0 0,1-1 0,-1 0 0,11-3 0,-13 2 0,-1 1 0,1-1 0,-1 0 0,0-1 0,1 1 0,-1-1 0,0 0 0,-1 0 0,1 0 0,0 0 0,-1-1 0,0 1 0,0-1 0,0 0 0,3-6 0,8-11 0,-9 14 0,-1 0 0,1-1 0,-1 1 0,0-1 0,-1 0 0,3-9 0,-6 16 0,0 1 0,0-1 0,0 0 0,0 1 0,0-1 0,0 0 0,0 1 0,0-1 0,0 0 0,-1 0 0,1 1 0,0-1 0,0 1 0,-1-1 0,1 0 0,0 1 0,-1-1 0,1 1 0,-1-1 0,1 1 0,0-1 0,-1 1 0,0-1 0,1 1 0,-1-1 0,1 1 0,-1 0 0,1-1 0,-1 1 0,0 0 0,1-1 0,-1 1 0,0 0 0,1 0 0,-1 0 0,0 0 0,1 0 0,-1 0 0,0 0 0,1 0 0,-1 0 0,0 0 0,0 0 0,1 0 0,-2 0 0,-1 1 0,-1-1 0,0 0 0,1 1 0,-1 0 0,0 0 0,1 0 0,-5 2 0,5 0 0,0-1 0,0 1 0,1 0 0,-1 0 0,0 0 0,1 0 0,0 0 0,0 0 0,0 1 0,0-1 0,0 1 0,1-1 0,-1 1 0,1 0 0,0 0 0,0 0 0,1-1 0,-1 1 0,1 0 0,0 0 0,0 0 0,1 6 0,-1-4 0,0-1 0,1 1 0,-1 0 0,2 0 0,-1-1 0,0 1 0,1-1 0,0 1 0,1-1 0,-1 0 0,1 0 0,0 0 0,0 0 0,0 0 0,5 4 0,-5-7 0,1 1 0,0-1 0,1 0 0,-1 0 0,0 0 0,1 0 0,-1-1 0,1 1 0,-1-1 0,1 0 0,-1-1 0,1 1 0,0-1 0,-1 0 0,1 0 0,0-1 0,-1 1 0,1-1 0,0 0 0,7-3 0,6-1 0,-1-1 0,0-1 0,31-18 0,-34 16 0,0 0 0,0-2 0,-1 1 0,0-2 0,-1 0 0,-1 0 0,0-1 0,0 0 0,-1-1 0,-1 0 0,8-16 0,-13 21 0,1 1 0,-1-1 0,-1 0 0,0 0 0,0-1 0,-1 1 0,0 0 0,-1-1 0,0 1 0,0-1 0,-1 0 0,0 1 0,-1-1 0,0 0 0,-1 1 0,0-1 0,0 1 0,-1 0 0,0 0 0,-8-16 0,10 23 0,-1-1 0,1 0 0,-1 1 0,0-1 0,0 1 0,0 0 0,-1-1 0,1 1 0,0 0 0,-1 0 0,0 1 0,1-1 0,-1 1 0,0-1 0,0 1 0,-5-2 0,7 3 0,-1-1 0,1 1 0,0 0 0,0 0 0,-1 0 0,1 0 0,0 1 0,0-1 0,-1 0 0,1 0 0,0 1 0,0-1 0,0 0 0,0 1 0,-1 0 0,1-1 0,-1 2 0,0-1 0,1 1 0,-1-1 0,1 1 0,-1 0 0,1-1 0,0 1 0,0 0 0,0 0 0,0 0 0,0 0 0,1 0 0,-1 0 0,0 3 0,-1 7 0,0 1 0,1-1 0,0 0 0,1 1 0,1-1 0,0 0 0,0 1 0,2-1 0,-1 0 0,1 0 0,6 12 0,-1-3 0,1 0 0,0-1 0,2 0 0,1-1 0,16 22 0,-19-29-151,1-1-1,0 0 0,0-1 0,1 0 1,0 0-1,0-1 0,1-1 1,17 10-1,-14-12-6674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2.261"/>
    </inkml:context>
    <inkml:brush xml:id="br0">
      <inkml:brushProperty name="width" value="0.05" units="cm"/>
      <inkml:brushProperty name="height" value="0.05" units="cm"/>
    </inkml:brush>
  </inkml:definitions>
  <inkml:trace contextRef="#ctx0" brushRef="#br0">18 75 24575,'-7'-5'0,"0"-4"0,4 0 0,9 1 0,13-1 0,14 2 0,10 2 0,10 2 0,8 1 0,5 1 0,2-2 0,-4 0 0,-6-2 0,-12 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2.464"/>
    </inkml:context>
    <inkml:brush xml:id="br0">
      <inkml:brushProperty name="width" value="0.05" units="cm"/>
      <inkml:brushProperty name="height" value="0.05" units="cm"/>
    </inkml:brush>
  </inkml:definitions>
  <inkml:trace contextRef="#ctx0" brushRef="#br0">22 1 24575,'-2'1'0,"1"0"0,-1 0 0,1 1 0,-1-1 0,1 1 0,-1-1 0,1 1 0,0-1 0,0 1 0,0 0 0,0 0 0,0-1 0,0 1 0,1 0 0,-1 0 0,0 0 0,1 0 0,0 0 0,-1 0 0,1 0 0,0 0 0,0 0 0,0 0 0,0 0 0,0 0 0,1 0 0,-1 0 0,2 3 0,0 6 0,1 0 0,1 0 0,7 15 0,-1-3 0,9 18 0,-2 0 0,-1 2 0,15 66 0,-7 27-1365,-20-120-5461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3.415"/>
    </inkml:context>
    <inkml:brush xml:id="br0">
      <inkml:brushProperty name="width" value="0.05" units="cm"/>
      <inkml:brushProperty name="height" value="0.05" units="cm"/>
    </inkml:brush>
  </inkml:definitions>
  <inkml:trace contextRef="#ctx0" brushRef="#br0">2 154 24575,'0'-13'0,"-1"7"0,1 0 0,0 0 0,0 1 0,1-1 0,0 1 0,2-10 0,-2 13 0,0 1 0,-1-1 0,1 1 0,0-1 0,0 1 0,0 0 0,1-1 0,-1 1 0,0 0 0,0 0 0,1 0 0,-1 0 0,1 0 0,-1 0 0,1 0 0,-1 0 0,1 0 0,0 1 0,-1-1 0,1 1 0,0-1 0,-1 1 0,1 0 0,0-1 0,0 1 0,1 0 0,45 1 0,-38 0 0,0 0 0,0-1 0,1 0 0,-1-1 0,11-2 0,-20 3 0,0 0 0,0 0 0,-1 0 0,1-1 0,0 1 0,0 0 0,-1 0 0,1-1 0,0 1 0,-1 0 0,1-1 0,0 1 0,-1-1 0,1 1 0,-1-1 0,1 1 0,0-1 0,-1 1 0,0-1 0,1 1 0,-1-1 0,1 0 0,-1 1 0,0-1 0,1 0 0,-1 0 0,1-1 0,-1 1 0,-1 0 0,1 0 0,0 0 0,0-1 0,-1 1 0,1 0 0,-1 0 0,1 0 0,-1 0 0,0 0 0,1 0 0,-1 0 0,0 0 0,0 0 0,-1-1 0,-2-2 0,0 0 0,0 0 0,0 1 0,-1 0 0,1 0 0,-10-5 0,12 8 0,0-1 0,1 0 0,-1 1 0,0-1 0,0 1 0,0-1 0,0 1 0,1 0 0,-1 0 0,0 0 0,0 0 0,0 0 0,0 0 0,0 0 0,0 1 0,1-1 0,-1 1 0,0-1 0,0 1 0,-3 1 0,4 0 0,-1-1 0,1 1 0,0-1 0,0 1 0,-1-1 0,1 1 0,0 0 0,0 0 0,1-1 0,-1 1 0,0 0 0,0 0 0,1 0 0,0 0 0,-1 0 0,1 3 0,-1 4 0,1 0 0,0 0 0,1 0 0,0 0 0,1 0 0,0-1 0,4 14 0,-2-11 0,0-1 0,1 1 0,1-1 0,0 0 0,0-1 0,1 1 0,0-1 0,0-1 0,13 12 0,-15-15 0,0-1 0,0-1 0,0 1 0,0-1 0,1 0 0,0 0 0,-1 0 0,1-1 0,0 0 0,0 0 0,0 0 0,0-1 0,1 0 0,-1 0 0,0 0 0,0-1 0,1 0 0,10-2 0,-14 2 0,0-1 0,0 1 0,-1-1 0,1 0 0,0 0 0,-1 0 0,1 0 0,-1 0 0,1-1 0,-1 1 0,0-1 0,1 0 0,-1 0 0,0 1 0,0-1 0,0 0 0,-1-1 0,1 1 0,2-3 0,-3 1 0,1 0 0,0-1 0,-1 1 0,0 0 0,0-1 0,0 1 0,-1 0 0,1-1 0,-1 1 0,0-1 0,-1-4 0,-1-8 0,-1 0 0,-1 0 0,-1 0 0,0 1 0,-8-17 0,2 0 0,12 19 0,0 13 0,-1 1 0,1 0 0,-1 0 0,0-1 0,1 1 0,-1 0 0,1 0 0,-1 0 0,1 0 0,-1 0 0,0 0 0,1 0 0,-1 0 0,1 0 0,-1 0 0,1 0 0,-1 0 0,1 0 0,-1 0 0,1 0 0,-1 0 0,0 0 0,1 1 0,-1-1 0,1 0 0,-1 0 0,0 1 0,1-1 0,-1 0 0,0 0 0,1 1 0,7 4 0,-2 1 0,1-1 0,-1 1 0,1 0 0,-2 0 0,1 1 0,-1 0 0,6 9 0,-1 1 0,-1 0 0,12 29 0,-19-39 0,7 15 0,-6-19 0,-1-15 0,-2 7 0,0-1 0,1 1 0,0-1 0,0 0 0,1 1 0,-1 0 0,1-1 0,0 1 0,1 0 0,-1 0 0,1 0 0,5-6 0,-6 8 0,1 0 0,0-1 0,-1 2 0,2-1 0,-1 0 0,0 1 0,0-1 0,1 1 0,-1 0 0,1 0 0,0 0 0,0 1 0,0-1 0,-1 1 0,1 0 0,0 0 0,8-1 0,-11 2 0,1 0 0,0 0 0,-1 0 0,1 0 0,0 0 0,-1 0 0,1 1 0,-1-1 0,1 1 0,-1-1 0,1 1 0,-1-1 0,1 1 0,-1 0 0,1 0 0,-1-1 0,0 1 0,0 0 0,1 0 0,-1 1 0,0-1 0,0 0 0,0 0 0,0 0 0,0 1 0,0-1 0,0 1 0,-1-1 0,1 0 0,0 1 0,-1-1 0,1 4 0,1 5 0,0 0 0,-1-1 0,-1 1 0,0 16 0,2 15 0,-2-40 0,0 0 0,0 0 0,0-1 0,1 1 0,-1 0 0,0 0 0,0-1 0,0 1 0,1 0 0,-1 0 0,0-1 0,1 1 0,-1-1 0,1 1 0,-1 0 0,1-1 0,-1 1 0,1-1 0,-1 1 0,1-1 0,-1 1 0,1-1 0,0 1 0,-1-1 0,1 0 0,0 1 0,0-1 0,-1 0 0,1 0 0,0 1 0,-1-1 0,1 0 0,0 0 0,0 0 0,-1 0 0,1 0 0,0 0 0,0 0 0,0 0 0,-1 0 0,1-1 0,0 1 0,-1 0 0,1 0 0,0-1 0,0 1 0,-1 0 0,1-1 0,0 1 0,-1-1 0,2 0 0,2-2 0,-1 0 0,1 0 0,0 0 0,-1-1 0,0 1 0,5-8 0,9-17 0,-2 0 0,16-43 0,-26 81 0,2 13 0,-6-18 0,0-3 0,4 14 0,0 0 0,14 29 0,-18-42 0,0 0 0,1 0 0,0 0 0,0 0 0,0 0 0,0 0 0,0-1 0,0 1 0,0-1 0,1 0 0,0 0 0,-1 0 0,1 0 0,0 0 0,0 0 0,0-1 0,0 1 0,0-1 0,0 0 0,1 0 0,4 1 0,2-3-1365,-2-2-5461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4.622"/>
    </inkml:context>
    <inkml:brush xml:id="br0">
      <inkml:brushProperty name="width" value="0.05" units="cm"/>
      <inkml:brushProperty name="height" value="0.05" units="cm"/>
    </inkml:brush>
  </inkml:definitions>
  <inkml:trace contextRef="#ctx0" brushRef="#br0">11 11 24575,'-8'-8'0,"5"5"0,4 10 0,20 89 0,-12-62 0,-1 1 0,-2 0 0,-2 0 0,1 43 0,-5-77-76,0 1 1,0-1-1,0 0 0,0 0 0,0 1 0,0-1 0,-1 0 0,1 0 1,0 0-1,-1 1 0,1-1 0,-1 0 0,1 0 0,-1 0 1,0 0-1,1 0 0,-2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4.853"/>
    </inkml:context>
    <inkml:brush xml:id="br0">
      <inkml:brushProperty name="width" value="0.05" units="cm"/>
      <inkml:brushProperty name="height" value="0.05" units="cm"/>
    </inkml:brush>
  </inkml:definitions>
  <inkml:trace contextRef="#ctx0" brushRef="#br0">26 469 24575,'-10'-57'0,"-4"-77"0,13 111 0,1 0 0,1 0 0,1 0 0,1 0 0,2 0 0,8-28 0,-11 44 0,0 1 0,1 0 0,0 0 0,0 0 0,1 0 0,-1 0 0,1 1 0,0 0 0,1-1 0,0 1 0,5-4 0,-8 7 0,1 0 0,-1 1 0,1-1 0,0 1 0,-1-1 0,1 1 0,0 0 0,0 0 0,0 0 0,0 1 0,0-1 0,0 1 0,0 0 0,1-1 0,-1 1 0,0 0 0,0 1 0,0-1 0,0 1 0,0-1 0,0 1 0,0 0 0,0 0 0,0 0 0,0 1 0,2 1 0,5 3 0,0 1 0,-1 0 0,1 0 0,-2 1 0,1 0 0,-1 1 0,0 0 0,11 17 0,-1 2 0,26 56 0,-33-58 0,0 0 0,-2 1 0,-1 0 0,-1 0 0,-1 1 0,-2 0 0,0 0 0,-2 0 0,-3 43 0,-2-49-1365,-1-7-5461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5.425"/>
    </inkml:context>
    <inkml:brush xml:id="br0">
      <inkml:brushProperty name="width" value="0.05" units="cm"/>
      <inkml:brushProperty name="height" value="0.05" units="cm"/>
    </inkml:brush>
  </inkml:definitions>
  <inkml:trace contextRef="#ctx0" brushRef="#br0">53 172 24575,'-6'-1'0,"1"-1"0,0 1 0,0-1 0,1 1 0,-1-2 0,0 1 0,0 0 0,-6-6 0,11 8 0,0 0 0,0 0 0,-1 0 0,1 0 0,0 0 0,0 0 0,0 0 0,0 0 0,0 0 0,0 0 0,0 0 0,0 0 0,0 0 0,0 0 0,0 0 0,0 0 0,0-1 0,0 1 0,0 0 0,0 0 0,0 0 0,0 0 0,-1 0 0,1 0 0,0 0 0,0 0 0,0 0 0,0 0 0,0 0 0,0-1 0,0 1 0,0 0 0,0 0 0,0 0 0,0 0 0,1 0 0,-1 0 0,0 0 0,0 0 0,0 0 0,0 0 0,0 0 0,0-1 0,0 1 0,0 0 0,0 0 0,0 0 0,0 0 0,0 0 0,0 0 0,0 0 0,0 0 0,0 0 0,0 0 0,1 0 0,-1 0 0,0 0 0,0 0 0,0 0 0,0 0 0,0 0 0,0 0 0,0 0 0,0 0 0,0 0 0,11-2 0,11 2 0,46 7 0,41 4 0,112-2 0,-213-9 0,-1-1 0,1 0 0,0 0 0,-1-1 0,0 0 0,13-5 0,-19 7 0,0-1 0,1 1 0,-1-1 0,0 1 0,1-1 0,-1 0 0,0 0 0,0 1 0,0-1 0,0 0 0,0 0 0,0 0 0,0 0 0,0 0 0,0-1 0,0 1 0,-1 0 0,1 0 0,0 0 0,-1-1 0,1 1 0,-1 0 0,0-1 0,1 1 0,-1 0 0,0-1 0,0 1 0,0-1 0,1 1 0,-2 0 0,1-1 0,0 1 0,0-1 0,0 1 0,-1 0 0,1-1 0,0 1 0,-1 0 0,0-1 0,1 1 0,-1 0 0,0 0 0,0-2 0,-1 1 0,1 0 0,-1-1 0,1 1 0,-1 0 0,0 0 0,0 0 0,0 0 0,0 1 0,0-1 0,0 0 0,0 1 0,-1 0 0,1-1 0,0 1 0,-1 0 0,-4-1 0,6 2 0,-1-1 0,0 1 0,1 0 0,-1 1 0,1-1 0,-1 0 0,1 0 0,-1 1 0,0-1 0,1 1 0,-1-1 0,1 1 0,0-1 0,-1 1 0,1 0 0,0 0 0,-1 0 0,1 0 0,0 0 0,0 0 0,0 0 0,0 0 0,0 0 0,0 1 0,0-1 0,0 0 0,0 1 0,0-1 0,0 4 0,-5 8 0,0 1 0,2 0 0,-1 0 0,2 1 0,0-1 0,-2 30 0,5-37 0,-1 1 0,1-1 0,1 1 0,-1-1 0,1 0 0,1 1 0,-1-1 0,1 0 0,0 0 0,1 0 0,0 0 0,0 0 0,0 0 0,1-1 0,7 10 0,-9-13 0,1-1 0,-1 1 0,1-1 0,0 1 0,0-1 0,0 0 0,0 0 0,0-1 0,0 1 0,0-1 0,1 1 0,-1-1 0,0 0 0,1 0 0,-1 0 0,1-1 0,-1 1 0,6-1 0,-4 0 0,0-1 0,0 0 0,0 0 0,-1 0 0,1-1 0,0 0 0,0 0 0,-1 0 0,1 0 0,-1-1 0,7-5 0,-1 1 0,-1-1 0,-1 0 0,1-1 0,-1 0 0,-1-1 0,0 1 0,0-1 0,-1 0 0,0-1 0,5-13 0,-4 0 0,-1-1 0,0 1 0,2-35 0,-1-51 0,-4 253 0,-1-121 0,1 0 0,1 1 0,1-1 0,11 29 0,-14-44 38,1-1 0,1 1 0,-1-1 0,1 1 0,0-1 0,1 0 0,-1 0 0,11 10 0,-12-14-110,-1 0 1,0-1 0,1 1 0,0 0 0,-1-1 0,1 1 0,0-1 0,0 0 0,-1 0-1,1 0 1,0 0 0,0-1 0,0 1 0,0-1 0,0 0 0,0 0 0,1 0 0,-1 0 0,0 0-1,0 0 1,0-1 0,0 0 0,5-1 0,6-5-6755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6.504"/>
    </inkml:context>
    <inkml:brush xml:id="br0">
      <inkml:brushProperty name="width" value="0.05" units="cm"/>
      <inkml:brushProperty name="height" value="0.05" units="cm"/>
    </inkml:brush>
  </inkml:definitions>
  <inkml:trace contextRef="#ctx0" brushRef="#br0">108 360 24575,'0'-6'0,"-1"0"0,0-1 0,-1 1 0,1 0 0,-1 0 0,0 0 0,-1 0 0,1 0 0,-5-6 0,2 2 0,-1 1 0,-1 0 0,0 0 0,-10-11 0,-8 6 0,25 14 0,-1-1 0,1 1 0,-1 0 0,1-1 0,0 1 0,-1 0 0,1 0 0,-1 0 0,1 0 0,-1-1 0,1 1 0,-1 0 0,1 0 0,-1 0 0,1 0 0,-1 0 0,1 0 0,-1 0 0,1 0 0,-1 0 0,1 0 0,-1 1 0,1-1 0,-1 0 0,1 0 0,-1 0 0,1 1 0,-1-1 0,1 0 0,-1 0 0,1 1 0,0-1 0,-1 0 0,1 1 0,0-1 0,-1 1 0,1-1 0,0 0 0,-1 1 0,1-1 0,0 1 0,0-1 0,0 1 0,-1-1 0,1 1 0,0-1 0,0 1 0,0-1 0,0 1 0,0 0 0,0 0 0,1 1 0,-1-1 0,1 1 0,0-1 0,-1 0 0,1 1 0,0-1 0,0 0 0,0 1 0,0-1 0,0 0 0,0 0 0,0 0 0,0 0 0,1 0 0,-1 0 0,0 0 0,1-1 0,-1 1 0,3 1 0,32 11 0,-32-11 0,1-1 0,0 0 0,0 0 0,-1-1 0,1 1 0,0-1 0,0 0 0,0 0 0,0-1 0,0 1 0,-1-1 0,1 0 0,0-1 0,-1 1 0,1-1 0,-1 0 0,1 0 0,-1 0 0,0 0 0,1-1 0,-1 0 0,-1 0 0,1 0 0,4-5 0,-7 9 0,0 1 0,0 0 0,0-1 0,0 1 0,-1 0 0,1 0 0,-1-1 0,1 1 0,-1 0 0,0 0 0,1 3 0,0 5 0,2-2 0,-1 1 0,1-1 0,1 1 0,0-1 0,0 0 0,0 0 0,1 0 0,0-1 0,11 13 0,-13-17 0,0 0 0,0 0 0,1 0 0,-1 0 0,1-1 0,0 0 0,-1 1 0,1-1 0,0 0 0,1-1 0,-1 1 0,0-1 0,0 0 0,1 0 0,-1 0 0,0 0 0,1-1 0,-1 0 0,1 0 0,-1 0 0,1 0 0,4-2 0,-7 2 0,-1-1 0,1 0 0,0 0 0,0 0 0,0 0 0,-1 0 0,1 0 0,0 0 0,-1 0 0,1 0 0,-1-1 0,0 1 0,1-1 0,-1 1 0,0-1 0,0 0 0,0 1 0,0-1 0,0 0 0,0 0 0,0 0 0,-1 0 0,1 1 0,-1-1 0,0 0 0,1 0 0,-1-4 0,1-7 0,-1 1 0,0-1 0,-2-17 0,0 11 0,2 34 0,0-2 0,1 0 0,0 0 0,1 0 0,0-1 0,7 22 0,-7-31 0,-1 0 0,0 0 0,1 0 0,-1 0 0,1 0 0,0-1 0,0 1 0,0-1 0,1 1 0,-1-1 0,1 1 0,-1-1 0,1 0 0,0 0 0,-1-1 0,1 1 0,0-1 0,0 1 0,0-1 0,1 0 0,-1 0 0,0 0 0,0 0 0,1-1 0,-1 1 0,0-1 0,1 0 0,5 0 0,-1-1 0,-1 0 0,1 0 0,-1 0 0,0-1 0,0 0 0,1-1 0,-1 0 0,-1 0 0,1 0 0,0-1 0,-1 1 0,0-2 0,0 1 0,0-1 0,6-6 0,-9 8 0,0-1 0,0 1 0,0-1 0,-1 1 0,0-1 0,0 0 0,0 1 0,0-1 0,0 0 0,-1 0 0,1-1 0,-1 1 0,-1 0 0,1 0 0,0-1 0,-1 1 0,0 0 0,0-1 0,0 1 0,-1 0 0,1-1 0,-1 1 0,0 0 0,0 0 0,-1 0 0,1 0 0,-3-5 0,1 3 0,0 0 0,0 1 0,0 0 0,-1 0 0,0 0 0,-5-6 0,8 11 0,1-1 0,-1 0 0,0 1 0,0-1 0,0 0 0,0 1 0,0-1 0,0 1 0,0-1 0,0 1 0,0 0 0,0-1 0,0 1 0,0 0 0,0 0 0,0-1 0,0 1 0,0 0 0,0 0 0,0 0 0,0 1 0,0-1 0,0 0 0,-1 0 0,1 0 0,0 1 0,0-1 0,0 1 0,0-1 0,0 1 0,1-1 0,-1 1 0,0-1 0,0 1 0,0 0 0,0 0 0,1-1 0,-1 1 0,0 0 0,1 0 0,-1 0 0,-1 1 0,-1 4 0,0-1 0,1 1 0,-1-1 0,1 1 0,0 0 0,0 0 0,1 0 0,0 0 0,0 0 0,0 0 0,1 0 0,0 0 0,0 1 0,2 7 0,-2-11 0,1 0 0,-1 0 0,1 1 0,0-1 0,0 0 0,0-1 0,1 1 0,-1 0 0,1 0 0,-1 0 0,1-1 0,0 1 0,2 2 0,-2-4 0,0 0 0,-1 1 0,1-1 0,0 0 0,0 0 0,0 0 0,0 0 0,0-1 0,0 1 0,0 0 0,1-1 0,-1 1 0,0-1 0,0 0 0,0 0 0,0 0 0,1 0 0,-1 0 0,0 0 0,4-2 0,-2 1 0,1 0 0,0-1 0,0 0 0,-1 0 0,0 0 0,9-6 0,-11 6 0,0 0 0,1 0 0,-1 1 0,1-1 0,-1 1 0,1 0 0,-1-1 0,1 1 0,0 1 0,0-1 0,-1 0 0,1 1 0,0-1 0,0 1 0,0 0 0,0 0 0,0 0 0,-1 0 0,1 0 0,0 1 0,4 1 0,2 1 0,0 0 0,1 0 0,-1-1 0,0 0 0,1-1 0,10 1 0,-17-2 0,0 0 0,0-1 0,0 1 0,0-1 0,0 0 0,0 0 0,-1 0 0,1 0 0,0 0 0,0 0 0,-1-1 0,1 1 0,-1-1 0,1 0 0,-1 0 0,0 0 0,1 0 0,-1 0 0,0-1 0,-1 1 0,1-1 0,0 1 0,1-4 0,4-10 0,-2 1 0,1-1 0,-2 0 0,0 0 0,-1-1 0,2-30 0,-1 14 0,-2 14 0,5-40 0,-7 54 0,0 0 0,0 0 0,0 0 0,-1 0 0,1 0 0,-1 0 0,-1 1 0,1-1 0,-3-5 0,4 9 0,0 1 0,0-1 0,0 1 0,-1-1 0,1 1 0,0-1 0,0 0 0,-1 1 0,1-1 0,-1 1 0,1-1 0,0 1 0,-1 0 0,1-1 0,-1 1 0,1-1 0,-1 1 0,1 0 0,-1-1 0,1 1 0,-1 0 0,0 0 0,1-1 0,-1 1 0,1 0 0,-1 0 0,0 0 0,1 0 0,-1 0 0,1 0 0,-1 0 0,0 0 0,1 0 0,-1 0 0,0 0 0,1 0 0,-1 0 0,1 1 0,-1-1 0,1 0 0,-1 0 0,0 1 0,1-1 0,-1 0 0,1 1 0,-1-1 0,1 0 0,-1 2 0,-2 0 0,1 0 0,0 1 0,0-1 0,0 1 0,0 0 0,1 0 0,-1 0 0,-1 4 0,-2 9 0,1 0 0,0 0 0,1 0 0,1 1 0,1-1 0,0 1 0,3 31 0,5 5 0,13 57 0,33 87-1365,-35-148-5461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7.485"/>
    </inkml:context>
    <inkml:brush xml:id="br0">
      <inkml:brushProperty name="width" value="0.05" units="cm"/>
      <inkml:brushProperty name="height" value="0.05" units="cm"/>
    </inkml:brush>
  </inkml:definitions>
  <inkml:trace contextRef="#ctx0" brushRef="#br0">1 0 24575,'13'308'0,"-13"-30"0,7 193 0,-4-434 0,1-1 0,15 57 0,-14-74 0,2 0 0,0-1 0,1 1 0,0-1 0,2-1 0,15 23 0,-22-37 0,-1 0 0,1 1 0,-1 0 0,0-1 0,0 1 0,0 0 0,0 0 0,-1 0 0,0 0 0,0 1 0,0-1 0,0 0 0,0 0 0,-1 1 0,0-1 0,0 0 0,0 1 0,-1 5 0,0-9 0,1 1 0,0-1 0,0 1 0,0-1 0,0 1 0,1-1 0,-1 0 0,0 1 0,1-1 0,-1 1 0,1-1 0,-1 1 0,1-1 0,-1 0 0,1 0 0,0 1 0,0-1 0,0 0 0,0 0 0,0 0 0,0 0 0,0 0 0,0 0 0,0 0 0,0 0 0,1 0 0,-1 0 0,0-1 0,1 1 0,-1 0 0,0-1 0,1 0 0,-1 1 0,1-1 0,2 1 0,8 1 0,0-1 0,0 0 0,21-1 0,-11 0 0,1288 62-4132,-5 66-1,404 149 3855,-1088-178-563,-498-85 2034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8.460"/>
    </inkml:context>
    <inkml:brush xml:id="br0">
      <inkml:brushProperty name="width" value="0.05" units="cm"/>
      <inkml:brushProperty name="height" value="0.05" units="cm"/>
    </inkml:brush>
  </inkml:definitions>
  <inkml:trace contextRef="#ctx0" brushRef="#br0">26 94 24575,'-2'-1'0,"1"0"0,-1 0 0,0 0 0,0 0 0,1 0 0,-1-1 0,1 1 0,-1 0 0,1-1 0,-1 0 0,1 1 0,0-1 0,0 0 0,0 0 0,0 1 0,-1-4 0,2 4 0,0 0 0,-1 0 0,1 0 0,0-1 0,0 1 0,1 0 0,-1 0 0,0 0 0,0 0 0,0-1 0,1 1 0,-1 0 0,1 0 0,-1 0 0,1 0 0,-1 0 0,1 0 0,0 0 0,-1 0 0,1 0 0,0 0 0,0 0 0,-1 1 0,1-1 0,0 0 0,0 0 0,0 1 0,0-1 0,0 1 0,2-2 0,6-2 0,0 0 0,-1 0 0,2 1 0,-1 0 0,0 1 0,11-2 0,62-4 0,-56 7 0,439-2-1575,4 33-850,-402-25 2210,1783 182-4612,-6 57 1681,-1603-211 2691,-174-23 428,657 70 2111,-684-78-819,0-1 0,49-6 0,-85 5-1049,-1-1 0,0 1 0,1-1 0,-1 0 1,0 0-1,0 0 0,0-1 0,0 1 0,6-4 0,-9 5-168,1-1 0,-1 1 0,1-1 0,-1 1 0,0 0 1,1-1-1,-1 1 0,0-1 0,0 1 0,1-1 0,-1 1 0,0-1 0,0 1 0,0-1 0,1 1 0,-1-1 0,0 1 0,0-1 0,0 1 0,0-1 1,0 1-1,0-1 0,0 0 0,-1 0 58,1-1 0,-1 1 0,0 0 0,1 0 0,-1-1 0,0 1 0,0 0 0,1 0 0,-1 0 0,0 0 0,0 0 0,0 0 0,-2 0 0,-8-7 85,0 1-1,0 1 1,-1 0-1,0 0 1,0 2-1,-21-7 1,5 4 28,1 2 1,-32-3-1,50 7-219,1 1 0,0 0 0,-1 0 0,1 1 0,0 0 0,0 0 0,-1 1 0,-13 5 0,20-6 0,0 0 0,-1 0 0,1 0 0,0 0 0,0 1 0,0-1 0,0 1 0,0-1 0,0 1 0,0 0 0,1-1 0,-1 1 0,1 0 0,-1 0 0,1 0 0,0 1 0,0-1 0,-1 0 0,2 0 0,-1 1 0,0-1 0,0 0 0,1 1 0,-1-1 0,1 1 0,0-1 0,0 1 0,0-1 0,0 1 0,0-1 0,0 1 0,1-1 0,0 4 0,4 7 0,0 0 0,0 0 0,2-1 0,-1 0 0,1 0 0,1 0 0,13 14 0,-10-12 0,-1 0 0,0 1 0,-1 0 0,8 19 0,-12-18 0,0 0 0,-1 1 0,0 0 0,-2 0 0,0 0 0,-1 0 0,-1 0 0,0 0 0,-5 30 0,-6 10 0,-25 83 0,30-119 0,-139 413 0,30-99 0,112-324 0,-1-1 0,0 1 0,-1 0 0,0-1 0,-1 0 0,-13 18 0,14-22 0,0-1 0,0 0 0,-1-1 0,1 1 0,-1-1 0,0 0 0,-1 0 0,1-1 0,0 1 0,-1-2 0,0 1 0,-8 2 0,-9 0 0,0-1 0,0 0 0,0-2 0,-1-1 0,1-1 0,-28-3 0,-145-29 0,-347-111-2041,411 102-4109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26:58.863"/>
    </inkml:context>
    <inkml:brush xml:id="br0">
      <inkml:brushProperty name="width" value="0.05" units="cm"/>
      <inkml:brushProperty name="height" value="0.05" units="cm"/>
    </inkml:brush>
  </inkml:definitions>
  <inkml:trace contextRef="#ctx0" brushRef="#br0">25 1 24575,'0'2'0,"0"4"0,0 5 0,0 5 0,0 6 0,0 8 0,0 11 0,-3 12 0,-2 15 0,-1 15 0,0 15 0,2 12 0,4 14 0,1-14-8191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34.168"/>
    </inkml:context>
    <inkml:brush xml:id="br0">
      <inkml:brushProperty name="width" value="0.05" units="cm"/>
      <inkml:brushProperty name="height" value="0.05" units="cm"/>
    </inkml:brush>
  </inkml:definitions>
  <inkml:trace contextRef="#ctx0" brushRef="#br0">1179 304 24575,'0'-5'0,"0"0"0,0 0 0,-1-1 0,1 1 0,-1 0 0,0 0 0,-1 0 0,1 0 0,-1 0 0,-3-5 0,3 7 0,-1-1 0,1 1 0,-1 0 0,0 0 0,0 0 0,0 0 0,-1 0 0,1 1 0,0 0 0,-1-1 0,0 1 0,-7-3 0,-12-3 0,1 0 0,-2 1 0,1 1 0,-1 2 0,-39-4 0,-121 7 0,142 3 0,0 3 0,0 1 0,0 2 0,1 2 0,1 2 0,-73 30 0,79-26 0,0 2 0,1 1 0,1 1 0,1 2 0,1 2 0,1 0 0,-47 52 0,65-64 0,0 2 0,1-1 0,1 1 0,1 1 0,-1 0 0,2 0 0,0 1 0,-5 19 0,10-26 0,-1 1 0,2 0 0,-1 0 0,1 0 0,1 0 0,0 0 0,0 0 0,1 0 0,0 0 0,1 0 0,0 0 0,1-1 0,0 1 0,0-1 0,6 10 0,-1-4 0,2 0 0,0-1 0,0 0 0,1-1 0,1 0 0,0 0 0,1-2 0,0 1 0,1-2 0,1 0 0,17 10 0,10 2 0,1-1 0,84 27 0,-59-29 0,1-2 0,1-4 0,0-3 0,1-2 0,0-4 0,110-8 0,-140 1 0,0-1 0,-1-3 0,1-1 0,-2-2 0,1-1 0,-2-2 0,55-27 0,-74 30 0,-1 0 0,-1-1 0,0-1 0,0 0 0,-1-2 0,-1 1 0,0-2 0,-1 0 0,0-1 0,-2 0 0,0-1 0,0-1 0,-2 1 0,0-2 0,-1 1 0,10-33 0,-12 27 0,-2 0 0,0 0 0,-2-1 0,0 0 0,-2 0 0,-1 0 0,-1 0 0,-1 0 0,-1 0 0,-11-44 0,8 49 0,-1 0 0,0 0 0,-2 1 0,0 0 0,-1 1 0,-1 0 0,0 0 0,-2 1 0,0 1 0,0 0 0,-2 1 0,0 0 0,-21-15 0,13 14 49,-1 2 0,0 0 0,-1 1-1,-1 2 1,0 0 0,-42-10 0,17 9-618,0 2 0,-79-4 0,16 9-6257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2.012"/>
    </inkml:context>
    <inkml:brush xml:id="br0">
      <inkml:brushProperty name="width" value="0.05" units="cm"/>
      <inkml:brushProperty name="height" value="0.05" units="cm"/>
    </inkml:brush>
  </inkml:definitions>
  <inkml:trace contextRef="#ctx0" brushRef="#br0">0 82 24575,'8'0'0,"0"-1"0,0 0 0,0-1 0,14-3 0,4-2 0,55-10 0,135-8 0,86 14 0,-271 10 0,705-1 0,-550 3 0,-172-1 47,4 1-400,0-2 0,1 0 0,24-5 0,-29 2-6473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39.829"/>
    </inkml:context>
    <inkml:brush xml:id="br0">
      <inkml:brushProperty name="width" value="0.05" units="cm"/>
      <inkml:brushProperty name="height" value="0.05" units="cm"/>
    </inkml:brush>
  </inkml:definitions>
  <inkml:trace contextRef="#ctx0" brushRef="#br0">11 206 24575,'1'0'0,"0"0"0,0-1 0,0 1 0,0 0 0,0-1 0,-1 1 0,1-1 0,0 0 0,0 1 0,0-1 0,-1 1 0,1-1 0,0 0 0,-1 0 0,1 1 0,-1-1 0,1 0 0,-1 0 0,1 0 0,-1 0 0,1 1 0,-1-3 0,8-19 0,-7 13 0,0 1 0,0 0 0,-1-14 0,0 20 0,0-1 0,0 1 0,0-1 0,0 1 0,-1-1 0,1 1 0,-1 0 0,0-1 0,1 1 0,-1 0 0,0-1 0,-1 1 0,1 0 0,0 0 0,-1 0 0,-1-2 0,3 4 0,0-1 0,-1 1 0,1 0 0,0 0 0,-1 0 0,1-1 0,0 1 0,0 0 0,-1 0 0,1 0 0,-1 0 0,1 0 0,0 0 0,-1-1 0,1 1 0,0 0 0,-1 0 0,1 0 0,0 0 0,-1 0 0,1 1 0,-1-1 0,1 0 0,0 0 0,-1 0 0,1 0 0,0 0 0,-1 0 0,1 1 0,0-1 0,-1 0 0,1 0 0,-7 14 0,2 17 0,5-14 0,2 0 0,0 0 0,1-1 0,1 1 0,0 0 0,1-1 0,1 0 0,1 0 0,0-1 0,1 0 0,1 0 0,0 0 0,1-1 0,11 12 0,-12-16 0,0 0 0,1-1 0,-1-1 0,2 0 0,-1 0 0,1-1 0,0 0 0,18 7 0,-21-11 0,1 1 0,1-2 0,-1 1 0,0-1 0,1-1 0,-1 0 0,1 0 0,-1-1 0,1 0 0,-1 0 0,1-1 0,11-3 0,-14 3 0,0-1 0,-1 0 0,1 0 0,-1-1 0,0 0 0,0 0 0,0 0 0,0-1 0,-1 1 0,1-2 0,-1 1 0,0 0 0,0-1 0,0 0 0,4-7 0,-4 5 0,0-1 0,-1 0 0,-1 0 0,1 0 0,-1 0 0,-1-1 0,1 1 0,-1-1 0,-1 1 0,1-15 0,-1 2 0,-2 1 0,0-1 0,-2 1 0,0-1 0,-1 1 0,-1 0 0,-1 0 0,-1 1 0,-11-24 0,-26-30 0,44 70-1365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0.236"/>
    </inkml:context>
    <inkml:brush xml:id="br0">
      <inkml:brushProperty name="width" value="0.05" units="cm"/>
      <inkml:brushProperty name="height" value="0.05" units="cm"/>
    </inkml:brush>
  </inkml:definitions>
  <inkml:trace contextRef="#ctx0" brushRef="#br0">0 87 24575,'0'-3'0,"0"-1"0,1 1 0,-1-1 0,1 1 0,-1-1 0,1 1 0,0-1 0,1 1 0,-1 0 0,0-1 0,1 1 0,0 0 0,0 0 0,0 0 0,0 0 0,0 1 0,0-1 0,1 1 0,0-1 0,-1 1 0,1 0 0,0 0 0,0 0 0,0 0 0,0 0 0,0 1 0,1-1 0,-1 1 0,0 0 0,1 0 0,5-1 0,1 1 0,0-1 0,0 1 0,0 1 0,0 0 0,-1 1 0,1-1 0,0 2 0,0-1 0,0 2 0,12 3 0,-4 1 0,-1 1 0,1 0 0,-2 1 0,22 15 0,-32-19 0,0-1 0,0 1 0,-1 0 0,1 0 0,-1 1 0,0-1 0,-1 1 0,1 0 0,-1 1 0,-1-1 0,1 1 0,-1 0 0,5 13 0,-7-16 0,-1-1 0,1 0 0,-1 0 0,1 1 0,-1-1 0,0 1 0,-1-1 0,1 0 0,0 1 0,-1-1 0,0 0 0,0 0 0,0 0 0,0 1 0,0-1 0,-1 0 0,0 0 0,1-1 0,-1 1 0,0 0 0,0 0 0,0-1 0,-1 1 0,-3 2 0,-5 4 0,-1-1 0,0-1 0,0 0 0,-23 9 0,23-10 0,0 0 0,0 0 0,-14 11 0,25-17 0,1 0 0,-1 1 0,0-1 0,1 1 0,-1-1 0,1 1 0,-1-1 0,1 1 0,-1-1 0,1 1 0,-1-1 0,1 1 0,-1 0 0,1-1 0,0 1 0,-1 0 0,1-1 0,0 1 0,-1 0 0,1-1 0,0 1 0,0 0 0,0 0 0,0-1 0,0 1 0,0 0 0,0 0 0,0-1 0,0 1 0,0 0 0,0 0 0,0-1 0,1 1 0,-1 0 0,0 0 0,1-1 0,-1 1 0,0 0 0,1-1 0,-1 1 0,1-1 0,-1 1 0,1 0 0,-1-1 0,1 1 0,-1-1 0,2 1 0,3 3 0,1-1 0,-1 0 0,1 0 0,10 3 0,-7-2 0,47 18 0,-27-12 0,-1 2 0,-1 0 0,46 29 0,-71-39 0,1 0 0,0 0 0,-1 0 0,1 0 0,-1 1 0,0-1 0,0 1 0,0-1 0,0 1 0,0 0 0,-1 0 0,1 0 0,-1 0 0,2 4 0,-3-6 0,0 0 0,0 0 0,1 0 0,-1 1 0,0-1 0,-1 0 0,1 0 0,0 0 0,0 0 0,0 0 0,-1 0 0,1 0 0,-1 0 0,1 0 0,0 0 0,-1 0 0,0 0 0,0 1 0,0 0 0,-1-1 0,0 1 0,0-1 0,1 0 0,-1 1 0,0-1 0,0 0 0,0 0 0,0 0 0,-1 0 0,-2 1 0,-10 1 49,0 0 0,0 0 0,0-2-1,0 1 1,0-2 0,-21-2 0,-90-16-1756,71 6-5119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0.500"/>
    </inkml:context>
    <inkml:brush xml:id="br0">
      <inkml:brushProperty name="width" value="0.05" units="cm"/>
      <inkml:brushProperty name="height" value="0.05" units="cm"/>
    </inkml:brush>
  </inkml:definitions>
  <inkml:trace contextRef="#ctx0" brushRef="#br0">574 20 24575,'-18'-5'0,"0"0"0,0 2 0,0 0 0,-1 1 0,1 1 0,-1 0 0,1 2 0,-1 0 0,0 1 0,1 0 0,0 2 0,0 0 0,0 2 0,0 0 0,1 0 0,0 2 0,0 0 0,1 1 0,0 0 0,0 2 0,1 0 0,-18 17 0,19-15 0,0 0 0,1 1 0,1 0 0,0 1 0,1 1 0,0 0 0,2 0 0,0 1 0,0 0 0,2 0 0,0 1 0,1 0 0,1 1 0,1-1 0,0 1 0,2 0 0,0-1 0,1 1 0,0 0 0,2 0 0,5 35 0,0-31 0,1-1 0,0 0 0,2-1 0,0 0 0,2 0 0,0-1 0,1 0 0,2-1 0,-1 0 0,2-1 0,1-1 0,0 0 0,30 24 0,-7-12 0,2 0 0,0-3 0,1-2 0,2-1 0,67 24 0,-46-24-682,112 23-1,-69-26-6143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0.715"/>
    </inkml:context>
    <inkml:brush xml:id="br0">
      <inkml:brushProperty name="width" value="0.05" units="cm"/>
      <inkml:brushProperty name="height" value="0.05" units="cm"/>
    </inkml:brush>
  </inkml:definitions>
  <inkml:trace contextRef="#ctx0" brushRef="#br0">6 22 24575,'-4'-18'0,"3"14"0,7 14 0,267 441 0,-243-399 0,-3 1 0,24 67 0,-45-103 0,0 2 0,-1-1 0,-1 0 0,0 1 0,-2 0 0,0 0 0,-1 0 0,-1 0 0,-1 0 0,-6 37 0,4-45-105,-1 0 0,0 0 0,-1-1 0,0 0 0,0 0 0,-1 0 0,-1 0 0,1-1 0,-1 0 0,-1-1 0,0 1 0,-10 7 0,-43 32-6721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1.228"/>
    </inkml:context>
    <inkml:brush xml:id="br0">
      <inkml:brushProperty name="width" value="0.05" units="cm"/>
      <inkml:brushProperty name="height" value="0.05" units="cm"/>
    </inkml:brush>
  </inkml:definitions>
  <inkml:trace contextRef="#ctx0" brushRef="#br0">35 73 24575,'0'-5'0,"0"-1"0,-1 1 0,1 0 0,-1 0 0,-1-1 0,1 1 0,-1 0 0,0 0 0,0 0 0,0 0 0,-1 1 0,-4-7 0,7 11 0,0 0 0,-1-1 0,1 1 0,0 0 0,0 0 0,-1 0 0,1 0 0,0 0 0,-1 1 0,1-1 0,0 0 0,-1 0 0,1 0 0,0 0 0,0 0 0,-1 0 0,1 0 0,0 0 0,0 1 0,-1-1 0,1 0 0,0 0 0,0 0 0,-1 1 0,1-1 0,0 0 0,0 0 0,0 1 0,-1-1 0,1 0 0,0 0 0,0 1 0,0-1 0,0 0 0,0 0 0,0 1 0,0-1 0,0 0 0,0 1 0,0-1 0,0 0 0,0 1 0,0-1 0,0 0 0,0 0 0,0 1 0,0-1 0,-3 19 0,3-19 0,-1 25 0,1-1 0,1 1 0,9 45 0,24 71 0,-28-122 114,0-1 0,16 31 0,-18-41-304,1 0 0,-1-1 1,2 0-1,-1 0 0,1 0 1,0-1-1,0 1 1,9 5-1,3 0-6636</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1.382"/>
    </inkml:context>
    <inkml:brush xml:id="br0">
      <inkml:brushProperty name="width" value="0.05" units="cm"/>
      <inkml:brushProperty name="height" value="0.05" units="cm"/>
    </inkml:brush>
  </inkml:definitions>
  <inkml:trace contextRef="#ctx0" brushRef="#br0">74 109 24575,'-3'-9'0,"-4"-9"0,-4-4 0,-2-2 0,-4 4 0,3 7 0,6 10 0,7 8 0,8 9 0,1 3-8191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1.775"/>
    </inkml:context>
    <inkml:brush xml:id="br0">
      <inkml:brushProperty name="width" value="0.05" units="cm"/>
      <inkml:brushProperty name="height" value="0.05" units="cm"/>
    </inkml:brush>
  </inkml:definitions>
  <inkml:trace contextRef="#ctx0" brushRef="#br0">3 427 24575,'2'1'0,"0"-1"0,0 1 0,0-1 0,0 1 0,0 0 0,0 0 0,0 0 0,-1 0 0,1 0 0,0 0 0,-1 1 0,1-1 0,-1 0 0,1 1 0,-1-1 0,3 4 0,17 29 0,-14-15 0,-2 0 0,0-1 0,-1 2 0,3 26 0,-2-7 0,13 70 0,4 141 0,-37-309 0,8 25 0,-58-342 0,26-1 0,38 359 0,0 6 0,0 0 0,1 0 0,0 1 0,1-1 0,1 0 0,0 0 0,5-17 0,-7 27 0,1 1 0,-1-1 0,1 1 0,-1 0 0,1-1 0,0 1 0,0 0 0,-1 0 0,1 0 0,0-1 0,0 1 0,0 0 0,1 0 0,-1 0 0,0 0 0,0 1 0,0-1 0,1 0 0,-1 0 0,0 1 0,1-1 0,-1 1 0,1-1 0,-1 1 0,1 0 0,-1-1 0,1 1 0,-1 0 0,1 0 0,-1 0 0,1 0 0,-1 0 0,1 1 0,-1-1 0,0 0 0,1 1 0,-1-1 0,1 1 0,-1-1 0,0 1 0,1 0 0,1 0 0,6 5 0,1 0 0,-1 0 0,0 0 0,11 12 0,-17-16 0,15 15-195,-1 1 0,-1 0 0,-1 1 0,0 0 0,-1 1 0,16 32 0,-10-8-6631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1.934"/>
    </inkml:context>
    <inkml:brush xml:id="br0">
      <inkml:brushProperty name="width" value="0.05" units="cm"/>
      <inkml:brushProperty name="height" value="0.05" units="cm"/>
    </inkml:brush>
  </inkml:definitions>
  <inkml:trace contextRef="#ctx0" brushRef="#br0">111 0 24575,'-6'3'0,"-8"4"0,-5 4 0,-1 0 0,-2-2 0,4 0 0,8 0 0,8-3 0,11-2 0,10-2 0,8-1 0,7-1 0,11 0 0,7-1 0,6-2 0,-7-1-8191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2.328"/>
    </inkml:context>
    <inkml:brush xml:id="br0">
      <inkml:brushProperty name="width" value="0.05" units="cm"/>
      <inkml:brushProperty name="height" value="0.05" units="cm"/>
    </inkml:brush>
  </inkml:definitions>
  <inkml:trace contextRef="#ctx0" brushRef="#br0">257 162 24575,'9'0'0,"0"0"0,0-1 0,0 0 0,0 0 0,0-1 0,10-3 0,-17 4 0,0 1 0,-1-1 0,1 0 0,0 0 0,0 0 0,-1 0 0,1 0 0,-1 0 0,1 0 0,-1 0 0,1-1 0,-1 1 0,0-1 0,1 1 0,-1-1 0,0 1 0,0-1 0,0 0 0,0 0 0,0 1 0,-1-1 0,1 0 0,-1 0 0,1 0 0,-1 0 0,0 0 0,1 0 0,-1 0 0,0 0 0,0 0 0,0 0 0,-1 0 0,1 1 0,0-1 0,-2-3 0,1 1 0,-1-1 0,0 1 0,0 0 0,0 0 0,-1 0 0,1 0 0,-1 0 0,0 0 0,0 1 0,-1-1 0,1 1 0,-1 0 0,1 0 0,-1 0 0,0 1 0,0-1 0,0 1 0,0 0 0,-8-3 0,-2 0 0,0 1 0,-1 0 0,1 1 0,-30-3 0,30 5 0,1 1 0,-1 0 0,1 1 0,-1 1 0,1 0 0,-26 8 0,35-9 0,0 1 0,0-1 0,0 1 0,0 1 0,0-1 0,0 0 0,0 1 0,1 0 0,0 0 0,-1 0 0,-2 3 0,5-3 0,-1-1 0,1 1 0,-1-1 0,1 1 0,0 0 0,0-1 0,0 1 0,1 0 0,-1 0 0,0-1 0,1 1 0,0 0 0,0 0 0,0 0 0,0 0 0,0 0 0,0-1 0,2 6 0,0 0 0,1 0 0,0 0 0,1 0 0,-1-1 0,1 1 0,1-1 0,-1 0 0,1 0 0,1 0 0,8 8 0,9 7 0,37 28 0,-30-27 0,12 10 0,-20-17 0,40 39 0,-61-54 0,0 0 0,0 0 0,0 0 0,0 0 0,0 0 0,0 1 0,-1-1 0,1 0 0,0 0 0,-1 1 0,1-1 0,-1 1 0,1-1 0,-1 1 0,1 1 0,-1-2 0,-1-1 0,1 1 0,0-1 0,0 1 0,0 0 0,-1-1 0,1 1 0,0-1 0,0 1 0,-1-1 0,1 1 0,-1-1 0,1 1 0,0-1 0,-1 1 0,1-1 0,-1 0 0,1 1 0,-1-1 0,1 0 0,-1 1 0,1-1 0,-1 0 0,0 0 0,0 1 0,-4 0 0,-1 0 0,1 0 0,-1 0 0,0-1 0,0 1 0,-7-2 0,-9 0 0,0-1 0,0-1 0,0-1 0,0-1 0,1-1 0,-1-1 0,1-1 0,-28-14 0,25 4 342,23 17-428,0 0 1,0 0 0,0 0-1,0 0 1,1 0 0,-1 0-1,0 0 1,0 0 0,1-1-1,-1 1 1,1 0 0,-1-1-1,1 1 1,0 0 0,0 0-1,-1-1 1,1 1 0,0-1-1,0-1 1,4-8-6741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3.210"/>
    </inkml:context>
    <inkml:brush xml:id="br0">
      <inkml:brushProperty name="width" value="0.05" units="cm"/>
      <inkml:brushProperty name="height" value="0.05" units="cm"/>
    </inkml:brush>
  </inkml:definitions>
  <inkml:trace contextRef="#ctx0" brushRef="#br0">0 134 24575,'29'-12'0,"-24"11"0,-1 0 0,0-1 0,0 1 0,0-1 0,0 0 0,0 0 0,0-1 0,0 1 0,-1-1 0,1 1 0,-1-1 0,0 0 0,5-7 0,-5 1 0,-9 7 0,-12 11 0,14-4 0,1-1 0,-1 1 0,1 0 0,0 0 0,0 0 0,0 1 0,1-1 0,0 1 0,0-1 0,0 1 0,1 0 0,0 0 0,0 0 0,0 0 0,1-1 0,0 1 0,0 0 0,0 0 0,2 8 0,-1-7 0,0 1 0,1 0 0,0-1 0,1 1 0,-1-1 0,1 0 0,1 0 0,-1 0 0,1 0 0,1-1 0,-1 1 0,1-1 0,0 0 0,7 6 0,-4-5 0,0-1 0,0-1 0,0 0 0,1 0 0,0 0 0,0-1 0,16 4 0,-21-6 0,0-1 0,0 0 0,0-1 0,0 1 0,0-1 0,0 1 0,1-1 0,-1-1 0,0 1 0,0 0 0,0-1 0,0 0 0,0 0 0,0 0 0,0-1 0,0 1 0,-1-1 0,1 0 0,0 0 0,5-4 0,-6 3 0,0 0 0,-1-1 0,0 1 0,0 0 0,0-1 0,0 1 0,0-1 0,-1 1 0,1-1 0,-1 0 0,0 0 0,0 0 0,-1 0 0,1 0 0,-1 1 0,0-6 0,0-8 0,0 1 0,-5-23 0,4 23 0,-1 1 0,-1 1 0,-1-1 0,0 0 0,-1 1 0,0 0 0,-9-15 0,14 29 0,0-1 0,0 1 0,0 0 0,0-1 0,0 1 0,0 0 0,0 0 0,0-1 0,-1 1 0,1 0 0,0 0 0,0-1 0,0 1 0,-1 0 0,1 0 0,0 0 0,0-1 0,0 1 0,-1 0 0,1 0 0,0 0 0,0 0 0,-1 0 0,1-1 0,0 1 0,-1 0 0,1 0 0,0 0 0,0 0 0,-1 0 0,1 0 0,0 0 0,-1 0 0,1 0 0,-2 11 0,6 17 0,0-15 0,2 0 0,0 0 0,0-1 0,1 0 0,0 0 0,1 0 0,0-1 0,1 0 0,1-1 0,15 14 0,-19-18 0,1-1 0,0 0 0,1-1 0,-1 0 0,1 0 0,-1 0 0,1-1 0,0 0 0,1 0 0,-1-1 0,0 0 0,1-1 0,-1 0 0,1 0 0,-1-1 0,1 0 0,-1 0 0,12-3 0,-14 2 0,0-1 0,0 0 0,0 0 0,0 0 0,-1-1 0,1 0 0,-1 0 0,0-1 0,1 1 0,-2-1 0,1 0 0,0 0 0,-1-1 0,0 0 0,0 1 0,0-1 0,4-8 0,5-9 0,-1-2 0,-1 1 0,7-26 0,13-26 0,-12 46 0,-19 29 0,0 0 0,0 0 0,0 0 0,0 0 0,0-1 0,0 1 0,1 0 0,-1 0 0,0 0 0,0 0 0,0 0 0,0 0 0,1 0 0,-1-1 0,0 1 0,0 0 0,0 0 0,1 0 0,-1 0 0,0 0 0,0 0 0,0 0 0,1 0 0,-1 0 0,0 0 0,0 0 0,0 0 0,1 0 0,-1 0 0,0 0 0,0 0 0,0 1 0,0-1 0,1 0 0,-1 0 0,0 0 0,0 0 0,0 0 0,0 0 0,1 0 0,-1 1 0,0-1 0,4 20 0,-3 122 0,-20 175 0,18-303 0,-1 0 0,0 0 0,-5 16 0,7-30 0,0 0 0,0 0 0,0 0 0,0 0 0,0 0 0,0 0 0,0 0 0,0 1 0,0-1 0,0 0 0,0 0 0,0 0 0,0 0 0,-1 0 0,1 0 0,0 0 0,0 1 0,0-1 0,0 0 0,0 0 0,0 0 0,0 0 0,0 0 0,0 0 0,0 0 0,0 0 0,0 0 0,-1 0 0,1 0 0,0 1 0,0-1 0,0 0 0,0 0 0,0 0 0,0 0 0,0 0 0,-1 0 0,1 0 0,0 0 0,0 0 0,0 0 0,0 0 0,0 0 0,0 0 0,0 0 0,-1 0 0,1 0 0,0 0 0,0 0 0,0 0 0,0-1 0,0 1 0,0 0 0,0 0 0,0 0 0,-1 0 0,1 0 0,0 0 0,0 0 0,0 0 0,0 0 0,0 0 0,0-1 0,-6-10 0,-1-17 0,2-8 0,3 0 0,0 0 0,7-63 0,-2 72 0,2 1 0,0-1 0,2 1 0,1 1 0,19-44 0,-25 64 0,1-1 0,0 1 0,0 1 0,0-1 0,1 0 0,0 1 0,0 0 0,0-1 0,0 2 0,0-1 0,7-4 0,-8 7 0,-1 0 0,0 0 0,1 0 0,-1 0 0,1 0 0,-1 0 0,1 1 0,-1-1 0,1 1 0,-1 0 0,1 0 0,0 0 0,-1 0 0,1 0 0,-1 1 0,1-1 0,-1 1 0,1 0 0,-1-1 0,1 1 0,-1 0 0,0 0 0,1 1 0,-1-1 0,0 0 0,0 1 0,2 1 0,2 3 0,0-1 0,0 1 0,-1 0 0,0 0 0,0 0 0,0 1 0,-1-1 0,0 1 0,0 0 0,-1 0 0,0 1 0,0-1 0,-1 1 0,0 0 0,0-1 0,-1 1 0,1 12 0,-1-15 0,-1 1 0,0-1 0,-1 1 0,0 0 0,1-1 0,-2 0 0,1 1 0,-1-1 0,0 0 0,0 1 0,0-1 0,0 0 0,-1-1 0,0 1 0,0 0 0,-1-1 0,1 0 0,-1 1 0,0-1 0,0-1 0,0 1 0,0-1 0,-1 1 0,0-1 0,-7 3 0,4-1-151,-1-2-1,1 1 0,-1-1 0,1 0 1,-1-1-1,0 0 0,0 0 1,-16 0-1,10-4-6674</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3.691"/>
    </inkml:context>
    <inkml:brush xml:id="br0">
      <inkml:brushProperty name="width" value="0.05" units="cm"/>
      <inkml:brushProperty name="height" value="0.05" units="cm"/>
    </inkml:brush>
  </inkml:definitions>
  <inkml:trace contextRef="#ctx0" brushRef="#br0">2 164 24575,'6'-3'0,"26"-17"0,-30 18 0,0 1 0,0 0 0,0 0 0,0 1 0,0-1 0,0 0 0,1 1 0,-1-1 0,0 1 0,0 0 0,0-1 0,5 2 0,-7-1 0,1 0 0,-1 0 0,0 1 0,1-1 0,-1 0 0,1 1 0,-1-1 0,0 0 0,0 1 0,1-1 0,-1 0 0,0 1 0,1-1 0,-1 1 0,0-1 0,0 1 0,0-1 0,1 1 0,-1-1 0,0 1 0,0-1 0,0 1 0,0-1 0,0 1 0,0-1 0,0 1 0,0-1 0,0 1 0,0-1 0,0 1 0,-1-1 0,1 0 0,0 2 0,-6 18 0,4-17 0,-4 16 0,-40 127 0,40-125 0,2 1 0,1 0 0,1 0 0,1 41 0,1-60 0,0 0 0,0-1 0,1 1 0,-1-1 0,1 1 0,-1-1 0,1 1 0,0-1 0,0 0 0,0 1 0,1-1 0,-1 0 0,3 4 0,-3-5 0,-1-1 0,1 0 0,-1 1 0,1-1 0,-1 0 0,1 1 0,-1-1 0,1 0 0,-1 0 0,1 1 0,0-1 0,-1 0 0,1 0 0,-1 0 0,1 0 0,0 0 0,-1 0 0,1 0 0,-1 0 0,1 0 0,0 0 0,-1 0 0,1 0 0,1-1 0,-1 0 0,1 1 0,-1-1 0,0 0 0,1 0 0,-1 0 0,0 0 0,0 0 0,0 0 0,0-1 0,0 1 0,2-3 0,1-4 0,1 0 0,-1-1 0,-1 1 0,1-1 0,-2 0 0,4-16 0,6-58 0,-12 78 0,6-157 0,-5 71 0,-1 85 0,0 0 0,1 1 0,0-1 0,0 1 0,0 0 0,0-1 0,1 1 0,0 0 0,0 0 0,1 0 0,3-6 0,-5 9 0,1 0 0,0 0 0,0 0 0,0 0 0,0 1 0,0-1 0,0 1 0,0-1 0,0 1 0,0 0 0,1 0 0,-1 0 0,0 0 0,1 0 0,-1 0 0,1 1 0,-1-1 0,1 1 0,0 0 0,-1 0 0,1 0 0,-1 0 0,1 0 0,-1 0 0,6 2 0,-1 0 0,0 0 0,0 1 0,-1-1 0,1 2 0,-1-1 0,1 1 0,-1 0 0,0 0 0,0 0 0,-1 1 0,0 0 0,1 0 0,-2 1 0,1-1 0,-1 1 0,1 0 0,4 10 0,-6-11 0,-1 0 0,1 0 0,-1 0 0,0 0 0,-1 1 0,1-1 0,-1 0 0,0 1 0,0-1 0,-1 1 0,1-1 0,-1 1 0,-1-1 0,1 1 0,-1-1 0,0 1 0,0-1 0,0 0 0,-1 1 0,0-1 0,0 0 0,0 0 0,-6 8 0,4-8 0,0 0 0,0-1 0,-1 0 0,0 0 0,0 0 0,0 0 0,0-1 0,-1 0 0,0 0 0,1 0 0,-1-1 0,-8 3 0,-1-1 0,0-1 0,0 0 0,0-1 0,-15 1 0,24-3-105,1 0 0,-1 0 0,1 0 0,-1-1 0,1 0 0,-1 0 0,1-1 0,-1 1 0,1-1 0,0 0 0,0 0 0,-6-4 0,-4-6-6721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4.913"/>
    </inkml:context>
    <inkml:brush xml:id="br0">
      <inkml:brushProperty name="width" value="0.05" units="cm"/>
      <inkml:brushProperty name="height" value="0.05" units="cm"/>
    </inkml:brush>
  </inkml:definitions>
  <inkml:trace contextRef="#ctx0" brushRef="#br0">72 27 24575,'16'-21'0,"-13"16"0,-7 18 0,-60 181 0,57-163 0,1 0 0,2 0 0,0 0 0,2 47 0,2-74 0,1 1 0,-1-1 0,1 0 0,0 0 0,0 0 0,0 0 0,0 0 0,1-1 0,0 1 0,-1 0 0,1 0 0,1-1 0,-1 0 0,5 6 0,-5-7 0,0-1 0,-1 1 0,1-1 0,0 0 0,0 0 0,0 0 0,0 0 0,0 0 0,0 0 0,0 0 0,0-1 0,1 1 0,-1-1 0,0 0 0,0 1 0,1-1 0,-1 0 0,0 0 0,0-1 0,1 1 0,-1 0 0,0-1 0,0 1 0,0-1 0,0 0 0,0 0 0,0 0 0,3-1 0,2-2 0,0-1 0,0 1 0,0-1 0,-1-1 0,0 1 0,0-1 0,0 0 0,-1 0 0,0-1 0,7-11 0,-6 8 0,-1 1 0,0-1 0,-1-1 0,0 1 0,-1-1 0,0 1 0,2-16 0,-4 26 0,-1-1 0,0 0 0,0 1 0,0-1 0,1 1 0,-1-1 0,0 1 0,0-1 0,0 0 0,0 1 0,0-1 0,0 1 0,0-1 0,0 0 0,0 1 0,0-1 0,-1 1 0,1-1 0,0 0 0,0 1 0,0-1 0,-1 1 0,1-1 0,0 1 0,-1-1 0,1 1 0,-1-1 0,-10 11 0,-11 24 0,16-22 0,12-22 0,4 1 0,-9 9 0,-1 1 0,1-1 0,-1 1 0,1-1 0,-1 1 0,0-1 0,1 1 0,-1-1 0,0 1 0,1-1 0,-1 1 0,0-1 0,0 1 0,1 0 0,-1-1 0,0 1 0,0-1 0,0 1 0,0 0 0,0-1 0,0 1 0,0-1 0,0 1 0,0 0 0,0-1 0,0 1 0,0 0 0,-1 0 0,0 19 0,-2-1 0,-8 38 0,5-33 0,-4 34 0,10-50 0,-1-1 0,1 1 0,1-1 0,-1 1 0,1-1 0,0 0 0,1 1 0,4 12 0,-5-18 0,0 1 0,0-1 0,0 1 0,0-1 0,1 0 0,-1 1 0,0-1 0,1 0 0,0 0 0,-1 0 0,1 0 0,0-1 0,0 1 0,0 0 0,0-1 0,1 1 0,-1-1 0,0 0 0,1 0 0,-1 0 0,1 0 0,-1 0 0,1 0 0,-1-1 0,1 1 0,-1-1 0,1 0 0,0 0 0,-1 0 0,1 0 0,-1 0 0,1 0 0,0-1 0,-1 1 0,1-1 0,3-1 0,2-1 0,-1-1 0,1 1 0,-1-1 0,0 0 0,0 0 0,-1-1 0,0 0 0,1-1 0,-2 1 0,10-11 0,22-37 0,32-58 0,-27 41 0,-49 85 0,1-1 0,1 2 0,0-1 0,1 0 0,0 1 0,1 0 0,1-1 0,0 23 0,3 146 0,4-117 0,2 49 0,-7-99 0,-1 0 0,0 0 0,-2 0 0,-6 26 0,9-41 0,-1 0 0,1 0 0,-1 0 0,0 1 0,0-1 0,0 0 0,0-1 0,0 1 0,0 0 0,0 0 0,-1 0 0,1-1 0,-1 1 0,1-1 0,-1 1 0,0-1 0,0 1 0,1-1 0,-1 0 0,0 0 0,0 0 0,0 0 0,0 0 0,0-1 0,0 1 0,-1-1 0,-3 1 0,3-1 0,-1 0 0,1 0 0,-1-1 0,0 0 0,1 0 0,-1 0 0,1 0 0,0 0 0,-1-1 0,1 1 0,0-1 0,0 0 0,0 0 0,0 0 0,0 0 0,-3-4 0,3 3 0,0 1 0,1-1 0,-1 0 0,1 0 0,-1 0 0,1-1 0,0 1 0,0 0 0,0-1 0,1 1 0,-1-1 0,1 0 0,0 0 0,0 1 0,0-1 0,1 0 0,-1 0 0,1 0 0,0 0 0,0 0 0,0 0 0,1 0 0,-1 1 0,1-1 0,0 0 0,0 0 0,0 0 0,1 1 0,-1-1 0,1 1 0,0-1 0,0 1 0,3-4 0,4-5 0,0 0 0,1 1 0,1 0 0,0 0 0,0 1 0,1 0 0,17-10 0,1 2 0,1 1 0,0 1 0,2 2 0,-1 1 0,49-12 0,-51 18 0,-1 1 0,2 1 0,-1 2 0,0 1 0,1 1 0,45 5 0,-52 0 0,-18 0 342,-11-3-2049,-6-2-5119</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6.203"/>
    </inkml:context>
    <inkml:brush xml:id="br0">
      <inkml:brushProperty name="width" value="0.05" units="cm"/>
      <inkml:brushProperty name="height" value="0.05" units="cm"/>
    </inkml:brush>
  </inkml:definitions>
  <inkml:trace contextRef="#ctx0" brushRef="#br0">250 282 24575,'42'-41'0,"21"-24"0,-57 57 0,1 0 0,-2-1 0,1 0 0,-1 0 0,0 0 0,5-17 0,-9 24 0,0-1 0,-1 1 0,1-1 0,0 1 0,-1-1 0,0 0 0,0 1 0,1-1 0,-2 0 0,1 1 0,0-1 0,0 0 0,-1 1 0,0-1 0,1 1 0,-1-1 0,0 1 0,0-1 0,0 1 0,-1-1 0,1 1 0,0 0 0,-1 0 0,0 0 0,1 0 0,-1 0 0,0 0 0,0 0 0,0 0 0,0 1 0,-1-1 0,1 1 0,0 0 0,-1 0 0,-4-2 0,-2-1 0,-1 1 0,1 0 0,-1 1 0,0 0 0,0 1 0,0 0 0,0 1 0,-14 0 0,4 2 0,1 0 0,0 1 0,-1 1 0,1 1 0,-30 12 0,42-14 0,-1 0 0,1 1 0,-1 0 0,1 0 0,1 0 0,-1 1 0,0 0 0,1 1 0,0 0 0,1 0 0,-1 0 0,1 0 0,0 1 0,1 0 0,-1 0 0,-3 8 0,7-11 0,0 0 0,0 1 0,0-1 0,0 0 0,0 1 0,1-1 0,0 1 0,0-1 0,0 1 0,1-1 0,-1 1 0,1-1 0,0 1 0,1-1 0,-1 0 0,1 1 0,-1-1 0,1 0 0,1 0 0,-1 0 0,0-1 0,1 1 0,0 0 0,0-1 0,0 0 0,5 5 0,4 2 0,1 1 0,0-2 0,0 1 0,1-2 0,0 0 0,17 6 0,51 18 0,-57-24 0,1 2 0,-1 1 0,0 1 0,34 22 0,-57-33 0,0 1 0,0-1 0,0 1 0,0 0 0,0 0 0,0-1 0,-1 1 0,1 0 0,-1 0 0,1 1 0,-1-1 0,0 0 0,0 0 0,0 1 0,0-1 0,0 0 0,0 1 0,0 2 0,-1-2 0,-1 0 0,1 0 0,0-1 0,-1 1 0,0 0 0,1 0 0,-1-1 0,0 1 0,0-1 0,-1 1 0,1-1 0,-1 1 0,1-1 0,-1 0 0,0 1 0,-2 1 0,-2 3 0,1-1 0,-2 0 0,1 0 0,-1 0 0,0-1 0,0 0 0,0-1 0,-1 1 0,1-1 0,-1-1 0,0 1 0,0-2 0,-1 1 0,1-1 0,-1 0 0,1-1 0,-1 0 0,1 0 0,-16-1 0,23 0 9,-1 0 0,1 0 0,0 0-1,-1 0 1,1 0 0,0 0 0,-1-1-1,1 1 1,0-1 0,0 1 0,-1-1-1,1 1 1,0-1 0,0 0 0,0 1-1,0-1 1,0 0 0,0 0 0,0 0-1,0 0 1,0 0 0,0 0 0,0 0-1,1 0 1,-1 0 0,0 0 0,1 0-1,-1 0 1,1-1 0,-1 1 0,1 0-1,0 0 1,-1-1 0,1 1 0,0 0-1,0-1 1,0 1 0,0-2 0,1-3-199,0 1 0,0 0 1,1 0-1,-1-1 0,1 1 1,0 0-1,1 1 1,2-6-1,2-1-6636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6.871"/>
    </inkml:context>
    <inkml:brush xml:id="br0">
      <inkml:brushProperty name="width" value="0.05" units="cm"/>
      <inkml:brushProperty name="height" value="0.05" units="cm"/>
    </inkml:brush>
  </inkml:definitions>
  <inkml:trace contextRef="#ctx0" brushRef="#br0">0 18 24575,'0'-1'0,"0"0"0,0 0 0,0 0 0,0 0 0,0 0 0,0 0 0,1 0 0,-1 0 0,0 0 0,1 0 0,-1 0 0,0 0 0,1 0 0,-1 0 0,1 1 0,1-3 0,2 5 0,0 9 0,1 28 0,-3 1 0,-3 66 0,0-37 0,0 243 0,3-295 0,-2-17 0,0 0 0,0 0 0,0 0 0,1 0 0,-1 0 0,0 0 0,0 1 0,0-1 0,0 0 0,0 0 0,0 0 0,0 0 0,0 0 0,1 0 0,-1 0 0,0 0 0,0 0 0,0 0 0,0 0 0,0 0 0,0 0 0,0 0 0,1 0 0,-1 0 0,0 0 0,0 0 0,0 0 0,0 0 0,0 0 0,0 0 0,0 0 0,1 0 0,-1 0 0,0 0 0,0 0 0,0 0 0,0 0 0,0-1 0,0 1 0,0 0 0,0 0 0,1 0 0,-1 0 0,0 0 0,0 0 0,0 0 0,0 0 0,0 0 0,0-1 0,0 1 0,0 0 0,0 0 0,0 0 0,13-27 0,-8 17 0,5-12 0,2 1 0,0 1 0,1 0 0,1 0 0,1 2 0,22-23 0,-26 31 0,0 0 0,0 1 0,0 0 0,1 1 0,1 0 0,-1 1 0,1 1 0,0 0 0,1 0 0,-1 1 0,25-5 0,-33 9 0,1 0 0,0 1 0,-1 0 0,1 0 0,0 0 0,-1 0 0,1 1 0,-1 0 0,1 0 0,-1 1 0,1-1 0,-1 1 0,0 0 0,0 1 0,0-1 0,0 1 0,0 0 0,0 0 0,-1 1 0,0-1 0,1 1 0,-1 0 0,-1 0 0,7 8 0,-6-5 0,0 0 0,0 0 0,0 1 0,-1-1 0,0 1 0,-1 0 0,1 0 0,-1 0 0,-1 0 0,0 0 0,0 0 0,0 0 0,-1 0 0,-1 0 0,1 0 0,-4 14 0,1-11 0,0 0 0,-1 0 0,-1-1 0,0 1 0,-1-1 0,0 0 0,0-1 0,-1 1 0,0-1 0,0 0 0,-1-1 0,-1 0 0,1 0 0,-1-1 0,0 0 0,-1-1 0,0 1 0,-18 7 0,17-9 0,0 0 0,-1 0 0,0-1 0,0-1 0,0 0 0,0-1 0,0 0 0,0 0 0,-1-2 0,1 1 0,0-2 0,-1 0 0,1 0 0,0-1 0,0 0 0,0-1 0,-17-7 0,27 10-50,-1-1-1,1 0 1,-1-1-1,1 1 0,0 0 1,0-1-1,0 1 1,-1-1-1,1 0 1,1 1-1,-1-1 0,0 0 1,0 0-1,1-1 1,-1 1-1,1 0 1,0 0-1,-1-1 0,1 1 1,0-1-1,0 1 1,1-1-1,-1 1 1,1-1-1,-1 1 1,1-5-1,2-13-6775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7.246"/>
    </inkml:context>
    <inkml:brush xml:id="br0">
      <inkml:brushProperty name="width" value="0.05" units="cm"/>
      <inkml:brushProperty name="height" value="0.05" units="cm"/>
    </inkml:brush>
  </inkml:definitions>
  <inkml:trace contextRef="#ctx0" brushRef="#br0">107 107 24575,'0'0'0,"1"0"0,-1 0 0,0 0 0,1 0 0,-1 0 0,0 0 0,0 0 0,1 0 0,-1 0 0,0 0 0,0 0 0,0 0 0,1 0 0,-1 0 0,0 0 0,0 0 0,1-1 0,-1 1 0,0 0 0,0 0 0,0 0 0,1 0 0,-1-1 0,0 1 0,0 0 0,0 0 0,0 0 0,1-1 0,-1 1 0,0 0 0,0 0 0,0 0 0,0-1 0,0 1 0,0 0 0,0-1 0,-3-10 0,-12-9 0,14 19 0,0-1 0,0 1 0,-1 0 0,1 0 0,-1 0 0,1 0 0,-1 0 0,1 0 0,-1 1 0,1-1 0,-1 0 0,0 1 0,1-1 0,-1 1 0,0 0 0,1 0 0,-1-1 0,0 1 0,1 0 0,-1 0 0,0 1 0,0-1 0,1 0 0,-1 0 0,0 1 0,1-1 0,-1 1 0,0 0 0,1-1 0,-1 1 0,1 0 0,-1 0 0,1 0 0,0 0 0,-1 0 0,1 0 0,0 1 0,0-1 0,-1 0 0,1 1 0,0-1 0,0 0 0,1 1 0,-2 2 0,-3 4 0,1 0 0,1 0 0,-1 1 0,1-1 0,1 1 0,0 0 0,-2 11 0,3-11 0,0-1 0,0 1 0,1 0 0,0-1 0,1 1 0,0 0 0,0-1 0,1 1 0,4 12 0,-4-16 0,0-1 0,1 0 0,-1 0 0,1 0 0,0 0 0,0 0 0,0 0 0,0-1 0,1 1 0,-1-1 0,1 0 0,0 0 0,0 0 0,0-1 0,0 1 0,1-1 0,-1 0 0,8 2 0,-4-2 0,-1 0 0,0 0 0,0-1 0,1 0 0,-1 0 0,1-1 0,-1 0 0,1 0 0,-1-1 0,10-2 0,-14 3 0,1-1 0,0 0 0,-1-1 0,1 1 0,-1-1 0,1 1 0,-1-1 0,1 0 0,-1 0 0,0-1 0,0 1 0,0 0 0,0-1 0,-1 0 0,1 0 0,-1 0 0,1 0 0,-1 0 0,0 0 0,-1-1 0,3-5 0,0-2 0,-1 0 0,-1-1 0,0 1 0,0-1 0,-2 1 0,1-1 0,-1 0 0,-1 1 0,0-1 0,-1 0 0,0 1 0,0 0 0,-2-1 0,1 1 0,-1 0 0,-1 1 0,0-1 0,0 1 0,-1 0 0,-10-13 0,14 21 0,1 0 0,-1 0 0,0 0 0,0 0 0,0 0 0,0 0 0,-1 0 0,1 1 0,0-1 0,-1 1 0,1 0 0,-1 0 0,0 0 0,1 0 0,-1 0 0,0 0 0,1 1 0,-4-1 0,5 1 7,1 0 0,0 0 1,-1 1-1,1-1 0,0 0 0,-1 0 0,1 0 0,0 1 0,0-1 0,-1 0 0,1 1 1,0-1-1,0 0 0,0 0 0,-1 1 0,1-1 0,0 1 0,0-1 0,0 0 0,0 1 1,0-1-1,0 0 0,0 1 0,0-1 0,0 0 0,0 1 0,0-1 0,0 1 0,0-1 1,0 0-1,0 1 0,0-1 0,0 0 0,0 1 0,0-1 0,0 0 0,1 1 0,-1-1 1,0 0-1,0 1 0,0-1 0,1 0 0,-1 1 0,0-1 0,0 0 0,1 0 0,-1 1 1,12 14-1715,3 0-5119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7.621"/>
    </inkml:context>
    <inkml:brush xml:id="br0">
      <inkml:brushProperty name="width" value="0.05" units="cm"/>
      <inkml:brushProperty name="height" value="0.05" units="cm"/>
    </inkml:brush>
  </inkml:definitions>
  <inkml:trace contextRef="#ctx0" brushRef="#br0">52 67 24575,'1'-1'0,"0"-1"0,0 1 0,-1-1 0,1 0 0,0 1 0,-1-1 0,0 0 0,1 0 0,-1 1 0,0-1 0,0 0 0,0 0 0,0 1 0,0-1 0,0 0 0,-1 0 0,1 1 0,0-1 0,-1 0 0,0 1 0,1-1 0,-1 0 0,0 1 0,0-1 0,0 1 0,0-1 0,0 1 0,0 0 0,0-1 0,0 1 0,0 0 0,-1 0 0,1 0 0,-1 0 0,1 0 0,-1 0 0,-1-1 0,2 2 0,0 0 0,0 0 0,1 1 0,-1-1 0,0 0 0,0 0 0,0 0 0,0 1 0,0-1 0,1 1 0,-1-1 0,0 0 0,0 1 0,1-1 0,-1 1 0,0 0 0,1-1 0,-1 1 0,0 0 0,1-1 0,-1 1 0,1 0 0,-1-1 0,1 1 0,0 0 0,-1 0 0,1 0 0,0 0 0,-1-1 0,1 2 0,-8 28 0,5-12 0,2-1 0,0 1 0,0-1 0,2 1 0,0-1 0,1 1 0,1-1 0,1 0 0,0 0 0,1 0 0,1-1 0,1 1 0,14 26 0,-18-39 0,-1 0 0,1 0 0,1 0 0,-1 0 0,0 0 0,1 0 0,0-1 0,0 0 0,0 0 0,0 0 0,0 0 0,1 0 0,-1-1 0,1 0 0,9 3 0,-10-4 0,0-1 0,0 1 0,0-1 0,0 0 0,1 0 0,-1 0 0,0-1 0,0 0 0,0 1 0,0-2 0,0 1 0,0 0 0,0-1 0,0 1 0,-1-1 0,1 0 0,0-1 0,-1 1 0,6-5 0,0-1 0,-1 0 0,-1-1 0,1 0 0,-2 0 0,1 0 0,-1-1 0,0 0 0,-1 0 0,-1 0 0,1-1 0,-1 1 0,2-13 0,-2 8 0,-1-1 0,-1 1 0,0-1 0,-1 1 0,-1-1 0,0 0 0,-1 1 0,-4-20 0,5 32 0,-1 0 0,0 0 0,0 0 0,0 0 0,0 0 0,0 0 0,-1 0 0,1 0 0,-1 1 0,0-1 0,0 1 0,0-1 0,0 1 0,0 0 0,0-1 0,-1 1 0,1 1 0,-1-1 0,1 0 0,-1 0 0,0 1 0,-4-2 0,4 2 0,1 1 0,-1-1 0,0 1 0,1 0 0,-1 0 0,0 0 0,1 0 0,-1 0 0,0 0 0,0 1 0,1-1 0,-1 1 0,1 0 0,-1 0 0,1 0 0,-1 0 0,1 1 0,-1-1 0,1 0 0,0 1 0,0 0 0,0-1 0,0 1 0,0 0 0,0 0 0,-2 3 0,2-2-30,0-1 0,0 1-1,0 0 1,0-1 0,0 1-1,1 0 1,-1 0 0,1 0-1,0 0 1,0 1 0,0-1-1,0 0 1,1 0 0,-1 1-1,1-1 1,0 0-1,0 1 1,0-1 0,0 0-1,1 1 1,-1-1 0,1 0-1,0 0 1,0 0 0,0 1-1,0-1 1,1 0 0,-1 0-1,1 0 1,0-1 0,-1 1-1,2 0 1,-1-1 0,0 1-1,0-1 1,1 0 0,-1 1-1,1-1 1,0-1 0,-1 1-1,1 0 1,0-1 0,0 1-1,5 1 1,11 2-6796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8.070"/>
    </inkml:context>
    <inkml:brush xml:id="br0">
      <inkml:brushProperty name="width" value="0.05" units="cm"/>
      <inkml:brushProperty name="height" value="0.05" units="cm"/>
    </inkml:brush>
  </inkml:definitions>
  <inkml:trace contextRef="#ctx0" brushRef="#br0">0 324 24575,'51'-111'0,"-32"67"0,1 2 0,32-50 0,-50 88 0,1 0 0,1 0 0,-1 0 0,0 0 0,1 1 0,4-4 0,-7 6 0,-1 1 0,1-1 0,0 1 0,-1 0 0,1-1 0,0 1 0,0 0 0,-1-1 0,1 1 0,0 0 0,0 0 0,-1 0 0,1 0 0,0 0 0,0 0 0,0 0 0,-1 0 0,1 0 0,0 0 0,0 0 0,0 0 0,-1 0 0,1 1 0,0-1 0,0 0 0,-1 1 0,1-1 0,0 1 0,0-1 0,-1 0 0,1 1 0,-1-1 0,1 1 0,0 0 0,-1-1 0,1 1 0,-1 0 0,1-1 0,-1 1 0,0 0 0,1-1 0,-1 1 0,0 0 0,1 0 0,-1 0 0,3 7 0,0 0 0,-1 1 0,1-1 0,-2 0 0,1 1 0,-1-1 0,-1 1 0,0 17 0,-11 71 0,9-82 0,-8 50 0,-2-1 0,-39 117 0,37-160 0,9-20 0,6-14 0,2 0 0,1 0 0,0 1 0,1-1 0,1 1 0,-1 0 0,2 0 0,9-12 0,-5 8 0,2 0 0,-1 1 0,2 1 0,18-16 0,-31 29 0,1 0 0,-1 0 0,0 0 0,0 0 0,1 0 0,-1 0 0,1 0 0,-1 1 0,1-1 0,-1 0 0,1 1 0,-1-1 0,1 1 0,0 0 0,-1-1 0,4 1 0,-5 0 0,1 0 0,-1 0 0,0 1 0,0-1 0,0 0 0,1 0 0,-1 0 0,0 0 0,0 0 0,0 1 0,0-1 0,1 0 0,-1 0 0,0 0 0,0 1 0,0-1 0,0 0 0,0 0 0,0 1 0,1-1 0,-1 0 0,0 0 0,0 0 0,0 1 0,0-1 0,0 0 0,0 0 0,0 1 0,0-1 0,0 0 0,0 0 0,0 1 0,-1-1 0,-7 17 0,1-7 0,0 0 0,1 0 0,0 0 0,1 1 0,0 0 0,-4 12 0,8-17 0,0 0 0,0-1 0,0 1 0,1 0 0,0 0 0,0-1 0,1 1 0,-1 0 0,1 0 0,0-1 0,1 1 0,-1 0 0,1-1 0,5 11 0,4 2 0,0 0 0,2-1 0,0-1 0,0 0 0,2 0 0,0-2 0,0 0 0,2 0 0,-1-2 0,35 20 0,-41-26-170,0-1-1,1-1 0,-1 0 1,1 0-1,1-1 0,-1 0 1,21 2-1,-13-4-6655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8.285"/>
    </inkml:context>
    <inkml:brush xml:id="br0">
      <inkml:brushProperty name="width" value="0.05" units="cm"/>
      <inkml:brushProperty name="height" value="0.05" units="cm"/>
    </inkml:brush>
  </inkml:definitions>
  <inkml:trace contextRef="#ctx0" brushRef="#br0">90 11 24575,'0'0'0,"0"-1"0,0 1 0,0 0 0,0-1 0,0 1 0,0-1 0,0 1 0,0 0 0,0-1 0,0 1 0,0-1 0,0 1 0,0 0 0,0-1 0,-1 1 0,1 0 0,0-1 0,0 1 0,0 0 0,-1-1 0,1 1 0,0 0 0,-1-1 0,1 1 0,0 0 0,0 0 0,-1-1 0,1 1 0,-1 0 0,1 0 0,0 0 0,-1-1 0,0 1 0,-15 4 0,12-2 0,1 0 0,-1 1 0,1-1 0,-1 1 0,1-1 0,-3 4 0,0 3 0,1 0 0,1 0 0,0 0 0,0 0 0,0 0 0,1 1 0,1 0 0,-2 12 0,2-15 0,1 0 0,1 0 0,-1 0 0,1 1 0,1-1 0,-1 0 0,1 0 0,1 0 0,-1 0 0,1 0 0,0 0 0,4 8 0,-5-13-59,1 0 0,-1 1-1,0-1 1,1 0-1,0 0 1,0 0 0,-1 0-1,1 0 1,0 0 0,0 0-1,1-1 1,-1 1 0,0-1-1,1 0 1,-1 1-1,0-1 1,1 0 0,0 0-1,-1-1 1,1 1 0,-1 0-1,5-1 1,5-1-6767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8.443"/>
    </inkml:context>
    <inkml:brush xml:id="br0">
      <inkml:brushProperty name="width" value="0.05" units="cm"/>
      <inkml:brushProperty name="height" value="0.05" units="cm"/>
    </inkml:brush>
  </inkml:definitions>
  <inkml:trace contextRef="#ctx0" brushRef="#br0">18 165 24575,'0'-6'0,"0"-8"0,0-8 0,0-5 0,0-3 0,0 3 0,-3 4 0,0 10 0,-1 10 0,1 9 0,1 5 0,1 8 0,0 4 0,1-3-8191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48.872"/>
    </inkml:context>
    <inkml:brush xml:id="br0">
      <inkml:brushProperty name="width" value="0.05" units="cm"/>
      <inkml:brushProperty name="height" value="0.05" units="cm"/>
    </inkml:brush>
  </inkml:definitions>
  <inkml:trace contextRef="#ctx0" brushRef="#br0">158 340 24575,'10'0'0,"-1"0"0,0-1 0,12-2 0,-18 2 0,0 1 0,1-1 0,-1-1 0,0 1 0,0 0 0,0-1 0,-1 1 0,1-1 0,0 0 0,0 0 0,-1 0 0,4-4 0,-6 6 0,1 0 0,-1-1 0,0 1 0,1 0 0,-1 0 0,0 0 0,0-1 0,1 1 0,-1 0 0,0 0 0,1-1 0,-1 1 0,0 0 0,0 0 0,0-1 0,1 1 0,-1 0 0,0-1 0,0 1 0,0 0 0,0-1 0,0 1 0,0 0 0,0-1 0,1 1 0,-1-1 0,0 1 0,0 0 0,0-1 0,0 1 0,-1 0 0,1-1 0,0 1 0,0 0 0,0-1 0,0 1 0,0-1 0,0 1 0,0 0 0,-1 0 0,1-1 0,0 1 0,0 0 0,-1-1 0,1 1 0,0 0 0,0 0 0,-1-1 0,1 1 0,0 0 0,-1 0 0,1 0 0,0-1 0,0 1 0,-1 0 0,1 0 0,-1 0 0,1 0 0,0 0 0,-1 0 0,1 0 0,0 0 0,-1 0 0,0 0 0,-26 2 0,13 2 0,0 1 0,0 1 0,1 0 0,-1 1 0,1 1 0,1 0 0,0 0 0,0 1 0,0 1 0,1 0 0,1 0 0,0 1 0,0 1 0,1 0 0,0 0 0,-11 21 0,19-30 0,0 0 0,-1 1 0,1-1 0,1 0 0,-1 1 0,0-1 0,1 0 0,-1 1 0,1-1 0,0 0 0,0 1 0,1-1 0,-1 1 0,1-1 0,-1 0 0,1 1 0,2 4 0,-1-6 0,-1 1 0,0-1 0,1 0 0,-1 0 0,1-1 0,0 1 0,-1 0 0,1 0 0,0-1 0,0 1 0,0-1 0,0 0 0,0 0 0,1 1 0,-1-1 0,0-1 0,1 1 0,-1 0 0,0 0 0,1-1 0,-1 0 0,1 1 0,-1-1 0,6 0 0,2-1 0,0 0 0,0-1 0,-1 1 0,1-2 0,0 0 0,0 0 0,-1 0 0,0-1 0,0-1 0,0 0 0,0 0 0,-1 0 0,0-1 0,0-1 0,13-13 0,-9 8 0,0-2 0,-1 1 0,-1-1 0,0-1 0,-2 0 0,1 0 0,-2-1 0,9-23 0,-7 11 0,-1-1 0,-1 1 0,-1-1 0,-2-1 0,-1 1 0,-2 0 0,-3-58 0,1 82 0,0 1 0,0 0 0,0 0 0,0 0 0,-1 0 0,1 0 0,-1 0 0,-3-5 0,4 8 0,1 0 0,-1 1 0,1-1 0,0 1 0,-1-1 0,1 1 0,-1 0 0,0-1 0,1 1 0,-1-1 0,1 1 0,-1 0 0,1-1 0,-1 1 0,0 0 0,1 0 0,-1 0 0,0-1 0,1 1 0,-1 0 0,0 0 0,0 0 0,-1 0 0,1 1 0,0-1 0,0 1 0,0 0 0,0-1 0,0 1 0,0 0 0,0-1 0,0 1 0,0 0 0,0 0 0,1 0 0,-1 0 0,0 0 0,0 0 0,1 0 0,-2 2 0,-3 8 0,-1 0 0,2 0 0,0 1 0,0 0 0,1 0 0,0 0 0,1 0 0,-1 17 0,2 3 0,1-1 0,4 36 0,1-22 114,2-1 0,15 49 0,-16-72-358,1 0 0,1 0 0,1-1 0,1 0 1,0 0-1,18 23 0,-12-24-6582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14.711"/>
    </inkml:context>
    <inkml:brush xml:id="br0">
      <inkml:brushProperty name="width" value="0.05" units="cm"/>
      <inkml:brushProperty name="height" value="0.05" units="cm"/>
    </inkml:brush>
  </inkml:definitions>
  <inkml:trace contextRef="#ctx0" brushRef="#br0">927 93 24575,'0'-4'0,"0"-1"0,0 1 0,0-1 0,-1 1 0,0-1 0,0 1 0,0-1 0,0 1 0,-1 0 0,-2-6 0,2 8 0,0-1 0,0 1 0,0 0 0,0 0 0,0-1 0,-1 2 0,1-1 0,-1 0 0,1 0 0,-1 1 0,1 0 0,-1-1 0,0 1 0,0 0 0,0 0 0,-5-1 0,-20-1 0,1 0 0,-1 1 0,1 2 0,-39 4 0,63-4 0,-111 18 0,84-12 0,0-1 0,-55 2 0,72-8 0,-1 1 0,0 1 0,0 0 0,0 0 0,1 1 0,-1 1 0,1 1 0,-1 0 0,-21 10 0,26-10 0,1 0 0,0 1 0,0 0 0,0 0 0,1 1 0,0 0 0,-9 10 0,12-11 0,0 0 0,0 1 0,1-1 0,0 1 0,0 0 0,1-1 0,0 1 0,0 0 0,0 1 0,0-1 0,0 12 0,0 16 0,2-1 0,7 59 0,-1-16 0,-4 23 0,-20 193 0,-46 95 0,27-174 0,9 1 0,0 253 0,32-289 0,28 187 0,-13 91 0,-18-270 0,7-5 0,0 54 0,-9-177 0,-3 0 0,-11 63 0,11-100 0,-23 154 0,26-151 0,0 0 0,1 0 0,2 0 0,0 0 0,8 31 0,-4-29 0,-1 1 0,-1 0 0,-1 0 0,-1 0 0,-1 0 0,-2 0 0,-1 0 0,-1-1 0,-1 1 0,-14 48 0,14-63 0,-23 86 0,26-97 0,1 0 0,0 0 0,0 1 0,0-1 0,0 0 0,0 0 0,0 1 0,0-1 0,0 0 0,0 0 0,1 1 0,-1-1 0,0 0 0,1 0 0,-1 0 0,1 0 0,0 0 0,-1 1 0,1-1 0,0 0 0,-1 0 0,3 1 0,-1 0 0,0 0 0,1-1 0,-1 1 0,1-1 0,0 1 0,0-1 0,-1 0 0,1 0 0,4 1 0,6 1 0,1-1 0,0-1 0,16 0 0,-27-1 0,212-14 0,-171 9 0,-39 5-195,0-1 0,0 0 0,0 0 0,0-1 0,0 1 0,5-3 0,3-4-6631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34.831"/>
    </inkml:context>
    <inkml:brush xml:id="br0">
      <inkml:brushProperty name="width" value="0.05" units="cm"/>
      <inkml:brushProperty name="height" value="0.05" units="cm"/>
    </inkml:brush>
  </inkml:definitions>
  <inkml:trace contextRef="#ctx0" brushRef="#br0">0 0 24575,'281'18'0,"3"0"0,499-18-327,112 0-73,-119 54 400,-117-3 0,38-49 545,-359-4-363,-218 2-182,664 11 0,-473 14 0,-152-1 0,245 5 0,270-30 0,-658 1 118,-10 1-303,1-1-1,-1 0 1,1 0-1,0-1 1,-1 0 0,0 0-1,13-4 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5.555"/>
    </inkml:context>
    <inkml:brush xml:id="br0">
      <inkml:brushProperty name="width" value="0.05" units="cm"/>
      <inkml:brushProperty name="height" value="0.05" units="cm"/>
    </inkml:brush>
  </inkml:definitions>
  <inkml:trace contextRef="#ctx0" brushRef="#br0">604 145 24575,'0'-6'0,"1"0"0,0 1 0,0-1 0,3-9 0,-2 11 0,-1-1 0,0 0 0,0 1 0,0-1 0,0-10 0,-1 14 0,0-1 0,-1 0 0,1 0 0,-1 0 0,1 0 0,-1 1 0,0-1 0,1 0 0,-1 0 0,0 1 0,0-1 0,0 1 0,-1-1 0,1 1 0,0-1 0,0 1 0,-1 0 0,1 0 0,-4-2 0,-3-2 0,0 0 0,-1 1 0,0 0 0,0 1 0,0 0 0,0 0 0,-1 1 0,1 0 0,-1 1 0,-10-1 0,-8 1 0,0 1 0,-33 5 0,40-3 0,0 1 0,1 2 0,0 0 0,0 1 0,-34 15 0,46-17 0,-1 0 0,1 1 0,0 0 0,1 0 0,-1 1 0,1 0 0,0 0 0,0 1 0,1-1 0,0 1 0,0 1 0,1-1 0,0 1 0,0 0 0,-4 11 0,7-14 0,1 0 0,-1 0 0,1 0 0,0 0 0,1 1 0,-1-1 0,1 0 0,0 0 0,0 1 0,1-1 0,-1 0 0,4 10 0,-2-6 0,2-1 0,-1 0 0,1 1 0,0-1 0,1-1 0,10 15 0,3-2 0,1 0 0,0-2 0,44 32 0,-2-8 0,107 52 0,23 15 0,-190-108 0,11 6 0,-1 1 0,-1 0 0,19 20 0,-27-27 0,0 1 0,-1-1 0,1 1 0,-1 0 0,0 0 0,0-1 0,1 1 0,-1 0 0,0 0 0,-1 0 0,1 0 0,0 0 0,-1 1 0,1-1 0,-1 0 0,1 0 0,-1 0 0,0 1 0,0-1 0,0 0 0,0 0 0,-1 0 0,1 1 0,0-1 0,-1 0 0,0 0 0,1 0 0,-1 0 0,0 0 0,0 0 0,-2 3 0,-1 0 0,0 0 0,-1-1 0,0 0 0,1 0 0,-1 0 0,0 0 0,-1-1 0,1 0 0,-10 5 0,-7 0 0,-28 9 0,42-15 0,-55 16 0,-1-2 0,0-3 0,-1-3 0,-1-3 0,-86-1 0,141-7 0,0 0 0,0 0 0,0-1 0,0 0 0,1-1 0,-1 0 0,-10-5 0,18 7 0,1 0 0,-1 0 0,1-1 0,0 1 0,0-1 0,0 1 0,0-1 0,0 0 0,0 0 0,0 0 0,0 0 0,1 0 0,-1 0 0,1 0 0,-1-1 0,1 1 0,0 0 0,0-1 0,0 1 0,0-1 0,1 0 0,-1 1 0,1-1 0,-1 1 0,1-1 0,0 0 0,0 1 0,0-1 0,1 0 0,-1 1 0,0-1 0,1 0 0,0 1 0,1-4 0,14-31-1365,4 2-5461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6.128"/>
    </inkml:context>
    <inkml:brush xml:id="br0">
      <inkml:brushProperty name="width" value="0.05" units="cm"/>
      <inkml:brushProperty name="height" value="0.05" units="cm"/>
    </inkml:brush>
  </inkml:definitions>
  <inkml:trace contextRef="#ctx0" brushRef="#br0">153 214 24575,'1'0'0,"0"1"0,-1-1 0,1 0 0,0 1 0,0-1 0,-1 1 0,1-1 0,0 1 0,0-1 0,-1 1 0,1 0 0,-1-1 0,1 1 0,-1 0 0,1-1 0,-1 1 0,1 0 0,-1 0 0,1-1 0,-1 1 0,0 0 0,1 0 0,-1 0 0,0-1 0,0 1 0,0 0 0,0 0 0,0 1 0,3 29 0,-2-27 0,-1 24 0,-2 1 0,0-1 0,-2 1 0,-1-1 0,-1 0 0,-10 27 0,-69 158 0,82-205 0,1-3 0,0 0 0,0-1 0,0 1 0,0-1 0,-1 0 0,0 0 0,0 1 0,0-2 0,0 1 0,-1 0 0,-4 3 0,8-7 0,0 1 0,0-1 0,0 0 0,-1 0 0,1 0 0,0 0 0,0 0 0,0 1 0,-1-1 0,1 0 0,0 0 0,0 0 0,-1 0 0,1 0 0,0 0 0,0 0 0,-1 0 0,1 0 0,0 0 0,0 0 0,-1 0 0,1 0 0,0 0 0,0 0 0,-1 0 0,1 0 0,0 0 0,0 0 0,0 0 0,-1-1 0,1 1 0,0 0 0,0 0 0,-1 0 0,1 0 0,0 0 0,0-1 0,0 1 0,0 0 0,-1 0 0,1 0 0,0-1 0,-1-13 0,6-17 0,26-68 0,3 2 0,61-119 0,-48 128 0,-40 76 0,1 0 0,1 0 0,0 1 0,18-18 0,-26 28 0,0 0 0,0 0 0,0 0 0,0 0 0,0 0 0,0 0 0,1 0 0,-1 0 0,0 1 0,0-1 0,1 0 0,-1 1 0,0-1 0,1 1 0,-1 0 0,1-1 0,-1 1 0,0 0 0,1 0 0,-1 0 0,1 0 0,-1 0 0,1 0 0,-1 0 0,0 0 0,1 1 0,-1-1 0,1 0 0,-1 1 0,0 0 0,0-1 0,1 1 0,-1 0 0,0-1 0,0 1 0,0 0 0,1 0 0,-1 0 0,0 0 0,0 0 0,0 0 0,-1 0 0,1 0 0,0 1 0,0-1 0,0 2 0,4 7 0,0 0 0,-1 0 0,0 1 0,3 18 0,-5-24 0,37 224 0,-30-158 0,3 0 0,25 78 0,-36-143 0,1 0 0,1-1 0,-1 1 0,1 0 0,0-1 0,7 10 0,-9-14 0,0 0 0,0 0 0,0 0 0,0 0 0,0-1 0,0 1 0,0 0 0,0-1 0,0 1 0,0 0 0,0-1 0,0 0 0,1 1 0,-1-1 0,0 0 0,0 1 0,1-1 0,-1 0 0,0 0 0,1 0 0,-1 0 0,0 0 0,0 0 0,1-1 0,-1 1 0,0 0 0,0-1 0,0 1 0,1-1 0,-1 1 0,0-1 0,0 1 0,0-1 0,0 0 0,0 0 0,0 1 0,0-1 0,0 0 0,1-2 0,8-7 0,-1-1 0,0 0 0,0 0 0,-1-1 0,-1 0 0,0 0 0,-1-1 0,8-22 0,29-113 0,-42 142 0,42-232 0,0 2 0,-29 194 0,-24 76-1365,3-10-5461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6.705"/>
    </inkml:context>
    <inkml:brush xml:id="br0">
      <inkml:brushProperty name="width" value="0.05" units="cm"/>
      <inkml:brushProperty name="height" value="0.05" units="cm"/>
    </inkml:brush>
  </inkml:definitions>
  <inkml:trace contextRef="#ctx0" brushRef="#br0">91 260 24575,'8'-15'0,"-8"15"0,0 1 0,0-1 0,0 0 0,0 0 0,0 0 0,0 0 0,0 0 0,0 0 0,0 0 0,0 0 0,0 0 0,0 0 0,0 0 0,0 0 0,0 0 0,0 0 0,0 0 0,0 0 0,0 0 0,0 0 0,0 0 0,0 0 0,0 0 0,0 0 0,0 0 0,0 0 0,1 1 0,-1-1 0,0 0 0,0 0 0,0 0 0,0 0 0,0 0 0,0 0 0,0 0 0,0 0 0,0 0 0,0 0 0,0 0 0,0 0 0,0 0 0,0 0 0,0 0 0,0-1 0,1 1 0,-8 30 0,-78 410 0,77-347 0,12-163 0,3 1 0,3 0 0,3 1 0,3 0 0,46-122 0,-43 144 0,28-49 0,-40 81 0,1 0 0,1 1 0,1 0 0,-1 1 0,2 0 0,0 1 0,22-18 0,-31 27 0,0 1 0,0-1 0,0 1 0,0-1 0,0 1 0,0 0 0,1 0 0,-1 0 0,0 0 0,1 0 0,-1 1 0,1-1 0,-1 1 0,1 0 0,-1-1 0,1 1 0,-1 0 0,1 1 0,-1-1 0,1 0 0,-1 1 0,1-1 0,-1 1 0,1 0 0,-1 0 0,0 0 0,1 0 0,-1 0 0,0 0 0,0 1 0,0-1 0,0 1 0,0-1 0,0 1 0,2 2 0,1 3 0,0 0 0,-1-1 0,1 2 0,-1-1 0,-1 0 0,0 1 0,0-1 0,0 1 0,2 15 0,-2-9 0,-2 0 0,1 0 0,-2 1 0,0-1 0,0 0 0,-2 0 0,0 1 0,0-1 0,-1 0 0,-1-1 0,0 1 0,-1-1 0,-1 1 0,0-2 0,0 1 0,-13 16 0,6-11 0,-1 0 0,0-2 0,-2 0 0,0 0 0,0-1 0,-1-2 0,-1 1 0,-1-2 0,-37 19 0,26-18 0,23-11 0,0 1 0,0-1 0,1 2 0,-1-1 0,1 1 0,0-1 0,0 2 0,0-1 0,-9 10 0,14-12 0,0 0 0,0 0 0,0 0 0,1 0 0,-1 0 0,1 0 0,0 1 0,-1-1 0,1 0 0,0 0 0,0 0 0,0 1 0,1-1 0,-1 0 0,0 0 0,1 0 0,0 0 0,-1 0 0,1 0 0,0 0 0,0 0 0,0 0 0,2 3 0,4 7 0,1-1 0,13 15 0,-20-24 0,29 30 0,2-1 0,1-2 0,61 43 0,-86-66-151,1 0-1,0 0 0,0-1 0,0-1 1,1 1-1,-1-2 0,1 1 1,16 2-1,-10-4-6674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7.083"/>
    </inkml:context>
    <inkml:brush xml:id="br0">
      <inkml:brushProperty name="width" value="0.05" units="cm"/>
      <inkml:brushProperty name="height" value="0.05" units="cm"/>
    </inkml:brush>
  </inkml:definitions>
  <inkml:trace contextRef="#ctx0" brushRef="#br0">158 127 24575,'4'-8'0,"1"0"0,-2-1 0,1 0 0,-1 1 0,0-1 0,-1 0 0,0 0 0,-1-1 0,0 1 0,0-14 0,-1 23 0,0-1 0,0 0 0,0 1 0,0-1 0,0 1 0,0-1 0,0 0 0,0 1 0,0-1 0,0 1 0,-1-1 0,1 0 0,0 1 0,0-1 0,-1 1 0,1-1 0,-1 1 0,1-1 0,0 1 0,-1-1 0,1 1 0,-1 0 0,1-1 0,-1 1 0,1 0 0,-1-1 0,1 1 0,-1 0 0,1-1 0,-1 1 0,0 0 0,1 0 0,-1 0 0,-1 0 0,0 0 0,1 0 0,-1 1 0,1-1 0,-1 1 0,1-1 0,-1 1 0,1 0 0,-1 0 0,1 0 0,0-1 0,-2 3 0,-5 3 0,2 0 0,-1 1 0,-8 10 0,0 6 0,0 0 0,1 1 0,2 0 0,1 1 0,0 1 0,2 0 0,1 0 0,1 1 0,2 0 0,0 0 0,2 0 0,1 1 0,1-1 0,1 1 0,5 33 0,-2-46 0,0 0 0,1-1 0,0 1 0,1-1 0,1 0 0,1 0 0,9 15 0,-13-23 0,1 0 0,1 0 0,-1 0 0,1-1 0,0 1 0,0-1 0,1-1 0,0 1 0,0-1 0,0 0 0,0 0 0,0-1 0,1 1 0,-1-1 0,1-1 0,14 4 0,-17-5 0,1 0 0,-1-1 0,1 1 0,-1-1 0,1-1 0,-1 1 0,1 0 0,-1-1 0,1 0 0,-1 0 0,0 0 0,1-1 0,-1 1 0,0-1 0,6-4 0,-4 2 0,-1 0 0,0 0 0,0-1 0,0 0 0,0 0 0,-1 0 0,0 0 0,0-1 0,5-8 0,-2-2 0,1 0 0,-2-1 0,0 0 0,-1 0 0,-1 0 0,-1-1 0,2-18 0,-3 2 0,-1 0 0,-1-1 0,-9-56 0,5 67 0,-1 0 0,-1 0 0,-2 1 0,0 0 0,-22-43 0,27 60-114,0 1 1,0-1-1,-1 1 0,0 0 0,0 0 1,0 0-1,0 1 0,-1-1 0,0 1 1,0 0-1,-6-3 0,-5-1-6712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7.312"/>
    </inkml:context>
    <inkml:brush xml:id="br0">
      <inkml:brushProperty name="width" value="0.05" units="cm"/>
      <inkml:brushProperty name="height" value="0.05" units="cm"/>
    </inkml:brush>
  </inkml:definitions>
  <inkml:trace contextRef="#ctx0" brushRef="#br0">37 89 24575,'2'-3'0,"0"0"0,0-1 0,-1 1 0,1-1 0,-1 1 0,0-1 0,0 0 0,0 0 0,0 1 0,-1-1 0,1-8 0,4-17 0,-5 29 0,0-1 0,0 1 0,0-1 0,0 1 0,0 0 0,0-1 0,1 1 0,-1 0 0,0-1 0,0 1 0,0 0 0,1-1 0,-1 1 0,0 0 0,0-1 0,1 1 0,-1 0 0,0 0 0,0-1 0,1 1 0,-1 0 0,0 0 0,1-1 0,-1 1 0,1 0 0,-1 0 0,0 0 0,1 0 0,-1 0 0,0 0 0,1 0 0,-1 0 0,1-1 0,-1 1 0,0 0 0,2 1 0,11 10 0,9 25 0,-5 9 0,-1 1 0,-3 0 0,-2 1 0,-1 1 0,4 76 0,-11-86 57,-1-1 0,-3 1 0,0-1 0,-3 0 0,-8 40 0,7-56-213,-1-1 1,0 0 0,-2 0 0,0-1 0,-1 0 0,-1-1 0,-1 0-1,-1 0 1,0-1 0,-21 23 0,-17 8-6671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6:37.548"/>
    </inkml:context>
    <inkml:brush xml:id="br0">
      <inkml:brushProperty name="width" value="0.05" units="cm"/>
      <inkml:brushProperty name="height" value="0.05" units="cm"/>
    </inkml:brush>
  </inkml:definitions>
  <inkml:trace contextRef="#ctx0" brushRef="#br0">643 0 24575,'-18'12'0,"-21"25"0,-21 27 0,-17 27 0,-9 21 0,-2 17-1235,4 9 1235,11 6 0,15-3 0,20-9 0,17-26-6956</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4.001"/>
    </inkml:context>
    <inkml:brush xml:id="br0">
      <inkml:brushProperty name="width" value="0.05" units="cm"/>
      <inkml:brushProperty name="height" value="0.05" units="cm"/>
    </inkml:brush>
  </inkml:definitions>
  <inkml:trace contextRef="#ctx0" brushRef="#br0">438 633 24575,'-1'-14'0,"0"0"0,-1-1 0,0 1 0,-1 0 0,-1 0 0,-6-18 0,-2 6 0,0 0 0,-18-27 0,28 48 0,-1 0 0,-1 0 0,1 0 0,-1 1 0,0 0 0,0-1 0,0 1 0,-1 1 0,1-1 0,-1 1 0,0-1 0,0 2 0,0-1 0,-6-2 0,6 3 0,-1 1 0,1 0 0,0 0 0,-1 1 0,1-1 0,-1 1 0,1 0 0,-1 1 0,1-1 0,0 1 0,-1 0 0,1 1 0,0-1 0,0 1 0,-7 3 0,2 0 0,-1 1 0,2 0 0,-1 1 0,1 0 0,0 1 0,0-1 0,1 2 0,0-1 0,1 1 0,0 0 0,-7 12 0,0 2 0,0 2 0,1 0 0,-13 39 0,22-51 0,-1 1 0,1-1 0,1 1 0,1 0 0,0 0 0,0 1 0,2 20 0,0-29 0,1 0 0,0 1 0,0-1 0,1 0 0,0-1 0,0 1 0,0 0 0,0 0 0,1-1 0,0 1 0,1-1 0,-1 0 0,1 0 0,0 0 0,0-1 0,0 1 0,0-1 0,1 0 0,9 6 0,-4-4 0,0-1 0,1 0 0,0-1 0,0 0 0,0-1 0,0 0 0,0 0 0,1-1 0,-1-1 0,1 0 0,-1 0 0,1-2 0,17-1 0,-6-1 0,-1-1 0,0 0 0,-1-2 0,1-1 0,-1-1 0,23-11 0,-26 10 0,1-2 0,-1 0 0,-1-1 0,0-1 0,-1 0 0,-1-1 0,0-1 0,0 0 0,-2-1 0,0-1 0,0 0 0,-2-1 0,0 0 0,-2 0 0,0-1 0,0-1 0,-2 1 0,-1-1 0,0-1 0,-1 1 0,-1-1 0,-2 0 0,0 0 0,0 0 0,-2 0 0,-1 0 0,-4-23 0,1 22 0,-1 0 0,-1 0 0,-1 0 0,-1 1 0,-1 0 0,-16-27 0,18 36 0,0 1 0,0 0 0,-2 0 0,1 1 0,-1 0 0,-1 1 0,0 0 0,0 0 0,-1 1 0,0 0 0,0 1 0,-14-7 0,20 12-68,0 0 0,-1 0-1,1 1 1,0 0 0,-1 0 0,1 0-1,-1 1 1,1 0 0,-1 0 0,1 0-1,-1 0 1,1 1 0,-1 0 0,1 0-1,0 1 1,-1-1 0,1 1-1,0 1 1,-8 3 0,-18 13-6758</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4.536"/>
    </inkml:context>
    <inkml:brush xml:id="br0">
      <inkml:brushProperty name="width" value="0.05" units="cm"/>
      <inkml:brushProperty name="height" value="0.05" units="cm"/>
    </inkml:brush>
  </inkml:definitions>
  <inkml:trace contextRef="#ctx0" brushRef="#br0">269 0 24575,'-10'11'0,"0"0"0,1 1 0,1 0 0,0 1 0,-12 24 0,-23 73 0,27-64 0,-26 64 0,-37 102 0,74-196 0,0-1 0,1 1 0,1 0 0,0 0 0,0 23 0,3-34 0,0 0 0,0 1 0,1-1 0,0 0 0,0 1 0,0-1 0,1 0 0,-1 0 0,1 0 0,0 0 0,1 0 0,-1 0 0,1-1 0,0 1 0,0-1 0,1 0 0,-1 0 0,1 0 0,8 7 0,4 0 0,1-1 0,0 0 0,1-2 0,0 0 0,0 0 0,28 6 0,0-3 0,72 9 0,-90-17 0,0-1 0,53-2 0,-72-1 0,0 0 0,0-1 0,0 1 0,-1-2 0,1 1 0,-1-1 0,1-1 0,-1 1 0,0-1 0,0-1 0,-1 0 0,1 0 0,6-6 0,-9 5 0,-1 1 0,0-1 0,0 0 0,0 0 0,-1 0 0,0 0 0,0-1 0,-1 1 0,1-1 0,-2 0 0,1 1 0,-1-1 0,0 0 0,0 0 0,0-9 0,-1-14 0,-1 0 0,-6-34 0,0 11 0,-3 0 0,-1 0 0,-4 1 0,-1 0 0,-2 1 0,-28-51 0,43 96 0,-1 0 0,1 1 0,-1 0 0,0-1 0,-9-6 0,13 11 0,-1 1 0,1-1 0,-1 1 0,1-1 0,-1 1 0,1 0 0,-1-1 0,1 1 0,-1 0 0,1-1 0,-1 1 0,0 0 0,1 0 0,-1 0 0,0 0 0,1-1 0,-1 1 0,0 0 0,1 0 0,-1 0 0,0 0 0,1 0 0,-1 1 0,-1-1 0,1 1 0,1 0 0,-1 0 0,0 0 0,0 0 0,1 0 0,-1 0 0,0 0 0,1 0 0,0 0 0,-1 1 0,1-1 0,-1 0 0,1 0 0,0 0 0,0 1 0,0-1 0,0 0 0,0 0 0,0 2 0,1 16-1365,2 0-5461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4.941"/>
    </inkml:context>
    <inkml:brush xml:id="br0">
      <inkml:brushProperty name="width" value="0.05" units="cm"/>
      <inkml:brushProperty name="height" value="0.05" units="cm"/>
    </inkml:brush>
  </inkml:definitions>
  <inkml:trace contextRef="#ctx0" brushRef="#br0">1 72 24575,'0'1'0,"0"0"0,0-1 0,1 1 0,-1-1 0,0 1 0,1 0 0,-1-1 0,0 1 0,1-1 0,-1 1 0,1 0 0,-1-1 0,0 1 0,1-1 0,0 0 0,-1 1 0,1-1 0,-1 1 0,1-1 0,-1 0 0,1 1 0,0-1 0,-1 0 0,1 0 0,0 0 0,-1 1 0,1-1 0,1 0 0,22 3 0,-21-3 0,89 3 0,0-5 0,94-14 0,-75 6 0,-86 8 0,266-33 0,-290 35 7,26-8 326,-26 8-385,0 0 1,-1 0-1,1 0 0,0-1 1,-1 1-1,1 0 0,0-1 1,-1 1-1,1 0 0,-1-1 1,1 1-1,-1-1 0,1 1 1,-1 0-1,1-1 0,-1 0 1,1 1-1,-1-1 0,1 1 1,-1-1-1,0 1 0,1-1 1,-1 0-1,0 1 0,0-1 1,0 0-1,1 1 0,-1-1 1,0 0-1,0 1 0,0-1 1,0-1-1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5.176"/>
    </inkml:context>
    <inkml:brush xml:id="br0">
      <inkml:brushProperty name="width" value="0.05" units="cm"/>
      <inkml:brushProperty name="height" value="0.05" units="cm"/>
    </inkml:brush>
  </inkml:definitions>
  <inkml:trace contextRef="#ctx0" brushRef="#br0">1 82 24575,'0'-5'0,"0"0"0,1 1 0,0-1 0,0 0 0,0 0 0,0 1 0,1-1 0,-1 0 0,1 1 0,1 0 0,2-6 0,-4 9 0,0-1 0,0 1 0,0-1 0,1 1 0,-1 0 0,0-1 0,1 1 0,-1 0 0,1 0 0,-1 0 0,1 0 0,0 0 0,-1 0 0,1 0 0,0 1 0,0-1 0,-1 1 0,1-1 0,0 1 0,0 0 0,0 0 0,0-1 0,0 1 0,0 0 0,-1 1 0,1-1 0,0 0 0,0 1 0,0-1 0,0 1 0,2 1 0,5 2 0,-1 0 0,-1 1 0,1 0 0,-1 0 0,0 1 0,0-1 0,6 8 0,43 52 0,-40-45 0,-3-4 0,0 0 0,-2 0 0,1 1 0,-2 1 0,15 33 0,-23-45 0,0-1 0,-1 1 0,1 0 0,-1 0 0,0 0 0,0 0 0,-1 0 0,0 0 0,0 0 0,0 0 0,-1 0 0,0 0 0,0 0 0,0 0 0,-1 0 0,0-1 0,0 1 0,0 0 0,-1-1 0,0 0 0,0 1 0,0-1 0,-8 8 0,1-3-151,0 0-1,0-1 0,-2-1 0,1 1 1,-1-2-1,0 1 0,0-2 1,-21 9-1,-11 1-6674</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7.247"/>
    </inkml:context>
    <inkml:brush xml:id="br0">
      <inkml:brushProperty name="width" value="0.05" units="cm"/>
      <inkml:brushProperty name="height" value="0.05" units="cm"/>
    </inkml:brush>
  </inkml:definitions>
  <inkml:trace contextRef="#ctx0" brushRef="#br0">721 622 24575,'0'13'0,"-4"214"0,-116 972-737,-8-303 737,-84 104 1,81-429-13,90-361 261,9 2 1,-7 413-1,38-614-249,2 0 0,-1-1 0,2 1 0,-1-1 0,2 1 0,-1-1 0,9 20 0,-9-26 0,0 0 0,0 0 0,0 0 0,1-1 0,0 1 0,0-1 0,0 0 0,0 0 0,0 0 0,1 0 0,-1-1 0,1 1 0,0-1 0,0 0 0,0 0 0,0 0 0,0 0 0,0-1 0,0 0 0,1 0 0,-1 0 0,5 0 0,24 2 0,0-1 0,49-4 0,70-14 0,-42 3 0,1251-28-2580,0 102-908,-974-40 3217,2097 159-3011,-1867-120 3486,1016 89-2552,-997-111 2903,-5-45 9,-406-15 954,-179 14-171,0-1 0,76-27 0,-108 31-950,0-1-1,-1 0 0,0-1 1,0 0-1,0-1 1,18-16-1,-27 21-312,-1 0 0,0 0-1,1-1 1,-1 0 0,-1 0 0,1 0-1,0 0 1,-1 0 0,0 0 0,0 0-1,0-1 1,-1 1 0,1-1-1,-1 0 1,0 1 0,0-1 0,-1 0-1,0 1 1,1-1 0,-1 0 0,-1 0-1,1 0 1,-1 1 0,-1-7 0,-2-1-67,0 0 0,-1 0 0,-1 0 0,0 1 0,0-1 0,-11-13 0,-54-62 72,44 55-79,-188-235-10,25-21 0,140 194-118,4-3 0,5-1 0,4-2 0,4-1-1,-28-156 1,37 105-59,6 0 0,7 0-1,10-189 1,95-579-1033,91 14-404,-169 838 1652,75-343 41,-75 316 1248,-4 1 0,-2-134 0,-9 166-1175,0 27-155,-2-1 1,-8-54-1,7 78 3,-1 0 0,0 0 0,-1 0 0,0 1 0,-1 0 0,0 0 0,-1 0 0,-13-19 0,13 23 0,-1-1 0,0 1 0,0 1 0,-1-1 0,1 1 0,-1 0 0,-1 1 0,1 0 0,-1 0 0,0 1 0,-13-5 0,-16-2 0,0 1 0,-1 2 0,-50-5 0,-122 2 0,158 9 0,-1848-101-3494,855 40 2076,-1732-59 1418,1434 62-491,427 15 213,864 43 281,-394-12 220,3 30 140,417-14-329,13-2 204,1 1 0,0 1 0,-1 0 0,1 1-1,0 0 1,0 1 0,-19 8 0,31-12-202,0 1-1,0-1 1,0 1-1,0-1 1,0 1 0,0 0-1,0-1 1,0 1 0,0 0-1,0 0 1,0 0 0,0 0-1,0 0 1,1 0-1,-1 0 1,0 0 0,1 0-1,-1 0 1,1 0 0,-1 0-1,1 0 1,0 0 0,-1 1-1,1-1 1,0 0-1,0 0 1,0 0 0,0 1-1,0-1 1,0 0 0,0 0-1,0 0 1,0 1 0,1-1-1,-1 0 1,1 0-1,-1 0 1,0 0 0,1 0-1,0 1 1,-1-1 0,1 0-1,0 0 1,-1 0 0,2 1-1,5 5 248,0 1 0,1-1 1,0 0-1,12 8 0,-8-7-183,1 2-100,0 1 0,-1 0 0,0 1 0,10 14 0,-18-21 0,-1-1 0,0 1 0,0 1 0,0-1 0,-1 0 0,0 1 0,0-1 0,0 1 0,-1 0 0,0-1 0,0 1 0,0 0 0,-1 0 0,1 0 0,-2 6 0,-1 4 0,-1 0 0,0 0 0,-1-1 0,-9 25 0,-33 59 0,15-34 0,24-49 0,-15 33 0,1 1 0,-23 92 0,40-127 0,1 0 0,1 0 0,1 1 0,0-1 0,1 0 0,0 1 0,2-1 0,0 0 0,0 1 0,1-1 0,1 0 0,1-1 0,0 1 0,10 20 0,-2-14 0,0-1 0,1 0 0,1-1 0,0-1 0,2 0 0,26 22 0,-16-18 0,1-2 0,1-1 0,59 30 0,-83-46-227,0-1-1,0 0 1,0 0-1,0-1 1,10 3-1,-6-5-6598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8.075"/>
    </inkml:context>
    <inkml:brush xml:id="br0">
      <inkml:brushProperty name="width" value="0.05" units="cm"/>
      <inkml:brushProperty name="height" value="0.05" units="cm"/>
    </inkml:brush>
  </inkml:definitions>
  <inkml:trace contextRef="#ctx0" brushRef="#br0">86 68 24575,'0'1'0,"-1"1"0,1-1 0,0 0 0,-1 1 0,1-1 0,-1 0 0,1 0 0,-1 1 0,0-1 0,1 0 0,-1 0 0,0 0 0,0 0 0,0 0 0,0 0 0,0 0 0,0 0 0,0 0 0,0-1 0,0 1 0,0 0 0,-1-1 0,1 1 0,0-1 0,0 1 0,-1-1 0,-1 1 0,-37 6 0,37-6 0,-13 2 0,36-3 0,-4-1 0,971-42 0,-933 40 0,5 0 0,104-20 0,-144 16 171,-19 7-166,0-1 0,0 1 0,0 0-1,1 0 1,-1 0 0,0 0 0,0-1 0,0 1 0,0 0 0,0 0 0,1 0-1,-1-1 1,0 1 0,0 0 0,0 0 0,0-1 0,0 1 0,0 0 0,0 0-1,0 0 1,0-1 0,0 1 0,0 0 0,0 0 0,0-1 0,0 1 0,0 0-1,0 0 1,0-1 0,0 1 0,0 0 0,0 0 0,0-1 0,-1 1 0,0-2-137,-1 1 1,1 0 0,-1 0-1,1 0 1,-1 0 0,0 0 0,0 0-1,0 0 1,1 0 0,-1 1 0,0-1-1,-3 0 1,-16-3-6695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8.480"/>
    </inkml:context>
    <inkml:brush xml:id="br0">
      <inkml:brushProperty name="width" value="0.05" units="cm"/>
      <inkml:brushProperty name="height" value="0.05" units="cm"/>
    </inkml:brush>
  </inkml:definitions>
  <inkml:trace contextRef="#ctx0" brushRef="#br0">198 36 24575,'-80'-11'0,"-28"-6"0,99 14 0,12 1 0,17 0 0,87 4 0,191 30 0,-204-19 0,1036 131-854,-1082-137 854,8 1 0,1-3 0,85-2 0,-140-3-37,-1 0 1,1 0 0,0 0 0,-1 0-1,1 0 1,0-1 0,-1 1-1,1-1 1,-1 1 0,1-1 0,-1 0-1,1 1 1,-1-1 0,1 0-1,-1 0 1,0 0 0,2-1 0,2-7-6648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8.743"/>
    </inkml:context>
    <inkml:brush xml:id="br0">
      <inkml:brushProperty name="width" value="0.05" units="cm"/>
      <inkml:brushProperty name="height" value="0.05" units="cm"/>
    </inkml:brush>
  </inkml:definitions>
  <inkml:trace contextRef="#ctx0" brushRef="#br0">55 34 24575,'-4'0'0,"-1"-1"0,1 0 0,-1 0 0,1-1 0,0 1 0,0-1 0,0 0 0,0 0 0,0 0 0,0-1 0,-4-3 0,8 6 0,0 0 0,0 0 0,0 0 0,0 0 0,0-1 0,0 1 0,-1 0 0,1 0 0,0 0 0,0 0 0,0-1 0,0 1 0,0 0 0,0 0 0,0 0 0,1 0 0,-1 0 0,0-1 0,0 1 0,0 0 0,0 0 0,0 0 0,0 0 0,0 0 0,0-1 0,0 1 0,0 0 0,0 0 0,1 0 0,-1 0 0,0 0 0,0 0 0,0 0 0,0-1 0,0 1 0,0 0 0,1 0 0,-1 0 0,0 0 0,0 0 0,0 0 0,0 0 0,0 0 0,1 0 0,12-3 0,13 1 0,56 5 0,126 22 0,-145-16 0,283 42-1365,-289-42-5461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9.295"/>
    </inkml:context>
    <inkml:brush xml:id="br0">
      <inkml:brushProperty name="width" value="0.05" units="cm"/>
      <inkml:brushProperty name="height" value="0.05" units="cm"/>
    </inkml:brush>
  </inkml:definitions>
  <inkml:trace contextRef="#ctx0" brushRef="#br0">82 0 24575,'-44'5'0,"41"-5"0,1 1 0,-1-1 0,0 1 0,0 0 0,0 0 0,1 0 0,-1 0 0,1 1 0,-1-1 0,1 1 0,-1-1 0,-2 3 0,5-3 0,0-1 0,0 0 0,0 0 0,0 1 0,0-1 0,-1 0 0,1 1 0,0-1 0,0 0 0,0 1 0,0-1 0,0 0 0,0 0 0,0 1 0,0-1 0,0 0 0,0 1 0,0-1 0,0 0 0,1 1 0,-1-1 0,0 0 0,0 0 0,0 1 0,0-1 0,0 0 0,1 0 0,-1 1 0,0-1 0,0 0 0,0 0 0,1 1 0,-1-1 0,0 0 0,0 0 0,1 0 0,-1 0 0,0 1 0,0-1 0,1 0 0,-1 0 0,16 6 0,6-1 0,1-1 0,0-1 0,35 1 0,-16-2 0,1271-15-623,-1267 10 518,1 1-280,0-3-1,53-10 0,-79 8-5920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9.598"/>
    </inkml:context>
    <inkml:brush xml:id="br0">
      <inkml:brushProperty name="width" value="0.05" units="cm"/>
      <inkml:brushProperty name="height" value="0.05" units="cm"/>
    </inkml:brush>
  </inkml:definitions>
  <inkml:trace contextRef="#ctx0" brushRef="#br0">1 54 24575,'27'-6'0,"-8"1"0,73-11 0,117-3 0,96 11 0,-296 8 0,568 29 0,-575-28 6,8 0-463,1 0 0,19-1 0,-16-3-6369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19.819"/>
    </inkml:context>
    <inkml:brush xml:id="br0">
      <inkml:brushProperty name="width" value="0.05" units="cm"/>
      <inkml:brushProperty name="height" value="0.05" units="cm"/>
    </inkml:brush>
  </inkml:definitions>
  <inkml:trace contextRef="#ctx0" brushRef="#br0">1 0 24575,'9'3'0,"12"1"0,11 0 0,7-1 0,2 0 0,0-2 0,3 0 0,2-1 0,2 0 0,3 0 0,1 0 0,1-1 0,-3 1 0,-3 0 0,-8 0 0,-9 0-8191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1.419"/>
    </inkml:context>
    <inkml:brush xml:id="br0">
      <inkml:brushProperty name="width" value="0.05" units="cm"/>
      <inkml:brushProperty name="height" value="0.05" units="cm"/>
    </inkml:brush>
  </inkml:definitions>
  <inkml:trace contextRef="#ctx0" brushRef="#br0">424 168 24575,'0'-17'0,"0"-2"0,0 0 0,-4-20 0,4 34 0,-1 1 0,0-1 0,0 0 0,-1 1 0,1 0 0,-1-1 0,0 1 0,0 0 0,-1 0 0,1 0 0,-1 0 0,0 0 0,-5-5 0,7 8 0,1 1 0,-1-1 0,0 0 0,1 1 0,-1-1 0,0 1 0,0-1 0,0 1 0,0-1 0,0 1 0,1-1 0,-1 1 0,0 0 0,0-1 0,0 1 0,0 0 0,0 0 0,0 0 0,0 0 0,0 0 0,0 0 0,0 0 0,0 0 0,0 0 0,0 1 0,0-1 0,0 0 0,0 1 0,0-1 0,0 0 0,0 1 0,0-1 0,1 1 0,-1-1 0,0 1 0,0 0 0,0-1 0,1 1 0,-1 0 0,0 0 0,1-1 0,-1 1 0,0 2 0,-3 3 0,0 1 0,1 0 0,0-1 0,-4 15 0,-11 45 0,-14 93 0,3 71 0,29-222 0,-50 485 0,-26 223 0,-36-5 0,108-691 0,2-14 0,0 0 0,1 0 0,-1 0 0,2 0 0,-1 0 0,1 1 0,-1-1 0,2 0 0,-1 0 0,2 7 0,-2-12 0,1 0 0,0 0 0,0 0 0,-1 0 0,1 0 0,0 0 0,0 0 0,0 0 0,0 0 0,0-1 0,0 1 0,0 0 0,0-1 0,0 1 0,1-1 0,-1 1 0,0-1 0,0 0 0,0 1 0,1-1 0,-1 0 0,0 0 0,0 0 0,1 0 0,-1 0 0,0 0 0,2 0 0,40-7 0,-30 4 0,69-10 17,0 5 0,140 2 0,168 33-139,-264-16-20,1846 206-5975,173 12 6117,-373-106-1242,-1159-84 2559,-592-38-1154,-2 1 659,-1-1 0,28-3 0,-45 2-754,1 0-1,-1 0 1,1 0-1,-1-1 1,1 1-1,-1-1 1,1 1-1,-1-1 1,1 1-1,-1-1 1,1 0-1,-1 0 1,2-1 0,-2 1-1,-1 1 1,0-1 0,1 1-1,-1-1 1,0 1 0,0-1-1,1 1 1,-1-1 0,0 1-1,0-1 1,0 0 0,0 1-1,0-1 1,0 1 0,0-1-1,0 1 1,0-1 0,0 0-1,0 1 1,0-1 0,0 1-1,0-1 1,0 1 0,-1-2-1,-1-1-108,0 0-1,0-1 0,0 1 0,0 0 0,-1 0 0,1 1 1,-1-1-1,-5-3 0,-8-7-6784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2.883"/>
    </inkml:context>
    <inkml:brush xml:id="br0">
      <inkml:brushProperty name="width" value="0.05" units="cm"/>
      <inkml:brushProperty name="height" value="0.05" units="cm"/>
    </inkml:brush>
  </inkml:definitions>
  <inkml:trace contextRef="#ctx0" brushRef="#br0">1 17 24575,'292'-8'0,"-47"0"0,1611 49-6097,1537 275 2814,-3190-288 3276,485 62 55,-4-25 595,-667-64-300,240 8 3766,-254-9-4026,4 0 159,-1 0 0,0-1 1,1 1-1,-1-1 0,0 0 0,0 0 1,0-1-1,9-3 0,-14 4-212,-1 1-1,1 0 1,-1 0-1,0 0 1,1 0 0,-1-1-1,0 1 1,0 0-1,1 0 1,-1-1-1,0 1 1,1 0 0,-1 0-1,0-1 1,0 1-1,1 0 1,-1-1 0,0 1-1,0 0 1,0-1-1,0 1 1,0 0 0,1-1-1,-1 1 1,0 0-1,0-1 1,0 1-1,0-1 1,0 1 0,0 0-1,0-1 1,0 0-1,-10-9 550,-19-3-205,23 11-338,3 1-34,0-1-1,0 1 1,-1 0 0,1 0-1,0 1 1,-1-1-1,1 1 1,-1-1 0,-6 2-1,10-1-1,0 0 0,0 0 0,0 0 0,0 0 0,0 0 0,0 0 0,-1 0 0,1 0 0,0 0 0,0 0 0,0 0 0,0 0 0,0 0 0,0 0 0,0 0 0,0 0 0,0 0 0,0 1 0,0-1 0,0 0 0,-1 0 0,1 0 0,0 0 0,0 0 0,0 0 0,0 0 0,0 0 0,0 0 0,0 1 0,0-1 0,0 0 0,0 0 0,0 0 0,0 0 0,0 0 0,0 0 0,0 0 0,0 0 0,0 1 0,0-1 0,0 0 0,0 0 0,0 0 0,1 0 0,-1 0 0,0 0 0,0 0 0,0 0 0,0 0 0,0 1 0,0-1 0,0 0 0,7 7 0,12 6 0,-18-12 0,8 5 0,-1 0 0,1 1 0,-2 0 0,1 0 0,-1 1 0,0 0 0,0 0 0,-1 0 0,0 1 0,0 0 0,-1 0 0,0 1 0,-1-1 0,0 1 0,-1 0 0,0 0 0,0 1 0,-1-1 0,-1 0 0,2 21 0,-5 12 0,-1-1 0,-2 0 0,-15 58 0,0 2 0,-53 443 0,41-296 0,19-132 0,2 222 0,15-265 0,3-1 0,3 0 0,4-1 0,26 84 0,-5-58 0,-21-61 0,-1 0 0,-1 0 0,-2 1 0,7 56 0,-17-88 0,0-1 0,0 1 0,0 0 0,-1-1 0,0 1 0,0-1 0,0 1 0,-1-1 0,0 0 0,0 0 0,0 1 0,0-1 0,-1-1 0,0 1 0,0 0 0,-4 4 0,5-7 0,0 0 0,0 0 0,-1 0 0,1 0 0,-1 0 0,1-1 0,-1 1 0,0-1 0,0 1 0,1-1 0,-1 0 0,0 0 0,0-1 0,0 1 0,0-1 0,0 1 0,0-1 0,-1 0 0,1 0 0,0 0 0,0 0 0,0-1 0,0 1 0,0-1 0,0 0 0,0 0 0,0 0 0,1 0 0,-6-3 0,-30-14 0,0 3 0,-68-19 0,-85-8 0,95 22 0,-15-3-1365,6 2-5461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5.813"/>
    </inkml:context>
    <inkml:brush xml:id="br0">
      <inkml:brushProperty name="width" value="0.05" units="cm"/>
      <inkml:brushProperty name="height" value="0.05" units="cm"/>
    </inkml:brush>
  </inkml:definitions>
  <inkml:trace contextRef="#ctx0" brushRef="#br0">698 145 24575,'4'-20'0,"-4"18"0,1-1 0,0 1 0,-1 0 0,1 0 0,-1-1 0,0 1 0,0 0 0,0-1 0,0 1 0,0 0 0,-1-3 0,0 1 0,-1 0 0,1 0 0,-1 1 0,0-1 0,0 1 0,0 0 0,0-1 0,-1 1 0,1 0 0,-1 0 0,0 1 0,1-1 0,-2 0 0,1 1 0,0 0 0,0 0 0,-1 0 0,1 0 0,-1 0 0,1 1 0,-1-1 0,0 1 0,0 0 0,-5-1 0,-7 0 0,1 0 0,-1 1 0,1 0 0,-30 4 0,15 1 0,0 1 0,0 1 0,1 2 0,0 1 0,1 1 0,0 1 0,1 2 0,0 1 0,1 1 0,0 1 0,1 1 0,1 1 0,1 2 0,1 0 0,0 1 0,-21 29 0,37-42 0,0 0 0,0 1 0,1 0 0,0 0 0,1 0 0,0 1 0,0 0 0,1-1 0,0 1 0,1 0 0,0 0 0,1 1 0,-1 18 0,3-20 0,0-1 0,1 1 0,-1 0 0,2 0 0,-1-1 0,1 1 0,0-1 0,1 0 0,0 0 0,0 0 0,1 0 0,0-1 0,1 0 0,-1 0 0,1 0 0,8 7 0,2-1 0,1 0 0,0-1 0,1 0 0,0-2 0,1 0 0,0-1 0,0-1 0,29 9 0,-2-5 0,-1-2 0,83 8 0,-66-14 0,0-3 0,1-2 0,-1-3 0,105-21 0,-122 15 0,-1-2 0,-1-1 0,0-3 0,-1-1 0,-1-2 0,0-2 0,44-31 0,-72 43 0,-1-1 0,0 0 0,0-1 0,-1 0 0,0-1 0,-1 0 0,0-1 0,-1 0 0,-1 0 0,8-17 0,-12 21 0,0 0 0,-1 1 0,-1-1 0,1-1 0,-2 1 0,1 0 0,-1 0 0,0-1 0,-1 1 0,0-1 0,-1 1 0,0 0 0,0-1 0,-1 1 0,0 0 0,-1 0 0,0 0 0,-5-11 0,1 7 0,-1 1 0,0 0 0,0 1 0,-1 0 0,-1 0 0,0 1 0,0 0 0,-1 1 0,0 0 0,-1 0 0,0 1 0,0 1 0,-1 0 0,1 1 0,-20-7 0,0 2 0,0 1 0,-1 2 0,0 1 0,0 1 0,-48-1 0,42 6-682,-69 8-1,48 2-6143</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6.260"/>
    </inkml:context>
    <inkml:brush xml:id="br0">
      <inkml:brushProperty name="width" value="0.05" units="cm"/>
      <inkml:brushProperty name="height" value="0.05" units="cm"/>
    </inkml:brush>
  </inkml:definitions>
  <inkml:trace contextRef="#ctx0" brushRef="#br0">190 57 24575,'1'-1'0,"0"0"0,0 0 0,0 0 0,0 0 0,0 0 0,0 0 0,0 0 0,-1 0 0,1 0 0,0-1 0,-1 1 0,1 0 0,-1 0 0,1-1 0,-1 1 0,0-1 0,1 1 0,-1 0 0,0-1 0,0 1 0,0-1 0,0 1 0,0 0 0,0-1 0,-1 1 0,1 0 0,0-1 0,-1 1 0,1 0 0,-1-1 0,-1-1 0,1 1 0,0 1 0,0 0 0,0 0 0,-1 0 0,1 0 0,-1 0 0,1 0 0,-1 0 0,1 0 0,-1 0 0,1 1 0,-1-1 0,0 1 0,1-1 0,-1 1 0,0 0 0,1-1 0,-1 1 0,0 0 0,0 0 0,1 0 0,-1 1 0,0-1 0,1 0 0,-3 1 0,-7 2 0,0 1 0,1 1 0,-1-1 0,1 1 0,0 1 0,0 0 0,1 1 0,0-1 0,0 2 0,1-1 0,-11 12 0,16-15 0,0 0 0,0 0 0,0 0 0,1 0 0,-1 1 0,1-1 0,0 1 0,0-1 0,1 1 0,0 0 0,-1 0 0,0 7 0,2-9 0,1 1 0,-1 0 0,0-1 0,1 1 0,0 0 0,0-1 0,0 1 0,0-1 0,0 0 0,1 1 0,-1-1 0,1 0 0,0 0 0,0 0 0,1 0 0,-1 0 0,0 0 0,5 4 0,3 1 0,0-1 0,1 0 0,-1 0 0,2-1 0,-1 0 0,0-1 0,1 0 0,0-1 0,19 5 0,4-2 0,1-1 0,38 2 0,-43-7-682,59-5-1,-39-3-6143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7.931"/>
    </inkml:context>
    <inkml:brush xml:id="br0">
      <inkml:brushProperty name="width" value="0.05" units="cm"/>
      <inkml:brushProperty name="height" value="0.05" units="cm"/>
    </inkml:brush>
  </inkml:definitions>
  <inkml:trace contextRef="#ctx0" brushRef="#br0">1 4768 24575,'89'17'0,"815"98"-13,-668-89-93,634 44-487,-661-69 949,-174-3-267,1-2 0,-1-1 0,64-17 0,-95 21-89,0-1 0,0 1 0,0-1 0,0 0 0,0 0 0,0 0 0,-1 0 0,1 0 0,-1-1 0,0 0 0,0 1 0,5-7 0,-7 7 0,0 0 0,0 0 0,0 0 0,0 0 0,0 0 0,-1-1 0,1 1 0,-1 0 0,1 0 0,-1-1 0,0 1 0,0 0 0,0-1 0,0 1 0,0 0 0,-1 0 0,1-1 0,-1 1 0,0 0 0,1 0 0,-1 0 0,0-1 0,0 1 0,-2-2 0,-35-59 0,25 45 0,1-2 0,-11-24 0,13 19 0,2-1 0,0-1 0,2 0 0,1 0 0,-4-52 0,7 6 0,8-73 0,38-165 29,26 3-52,-17 81-121,144-707-305,-31-8 208,-130 658 198,-1-428 1,-38 543 279,3-168 439,0 332-676,1 0 0,-1 1 0,1-1 0,0 0 0,0 0 0,0 1 0,1-1 0,-1 1 0,4-7 0,-3 9 0,-1 0 0,0 1 0,1-1 0,-1 1 0,1-1 0,0 1 0,0 0 0,-1-1 0,1 1 0,0 0 0,0 0 0,0 0 0,0 1 0,0-1 0,0 0 0,0 1 0,1-1 0,-1 1 0,0 0 0,0 0 0,0 0 0,0 0 0,3 0 0,14 2 0,0 1 0,0 0 0,0 2 0,20 7 0,3 0 0,140 31 0,2-8 0,298 17 0,377-37 0,-848-15 0,1 0 0,0 0 0,21-4 0,-33 4 0,1 0 0,-1 0 0,0 0 0,1 0 0,-1 0 0,0 0 0,1 0 0,-1 0 0,0 0 0,1 0 0,-1 0 0,0 0 0,1 0 0,-1-1 0,0 1 0,1 0 0,-1 0 0,0 0 0,0 0 0,1-1 0,-1 1 0,0 0 0,0 0 0,0-1 0,1 1 0,-1 0 0,0 0 0,0-1 0,0 1 0,1 0 0,-1-1 0,0 1 0,0 0 0,0 0 0,0-1 0,0 1 0,0-1 0,-10-9 0,-20-4 0,-5 0-341,1-2 0,0-1-1,-36-25 1,49 27-6485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8.178"/>
    </inkml:context>
    <inkml:brush xml:id="br0">
      <inkml:brushProperty name="width" value="0.05" units="cm"/>
      <inkml:brushProperty name="height" value="0.05" units="cm"/>
    </inkml:brush>
  </inkml:definitions>
  <inkml:trace contextRef="#ctx0" brushRef="#br0">18 110 24575,'2'-2'0,"0"-1"0,0 1 0,-1-1 0,1 1 0,-1-1 0,0 0 0,0 0 0,0 1 0,0-1 0,0 0 0,0 0 0,-1 0 0,1 0 0,-1 0 0,0 0 0,0 0 0,0 0 0,-1-5 0,1 6 0,-1-1 0,1 0 0,-1 0 0,1 0 0,-1 1 0,0-1 0,0 0 0,0 1 0,-1-1 0,1 1 0,0-1 0,-1 1 0,0 0 0,0-1 0,1 1 0,-1 0 0,0 0 0,-5-3 0,7 5 0,0 0 0,0 0 0,0 0 0,-1 0 0,1-1 0,0 1 0,0 0 0,0 0 0,0 0 0,0 0 0,-1 0 0,1 0 0,0 0 0,0 0 0,0 0 0,0 0 0,0 0 0,-1 0 0,1 0 0,0 0 0,0 0 0,0 0 0,0 0 0,0 0 0,-1 0 0,1 0 0,0 0 0,0 0 0,0 0 0,0 0 0,0 0 0,-1 0 0,1 1 0,0-1 0,0 0 0,0 0 0,0 0 0,0 0 0,0 0 0,0 0 0,0 0 0,-1 1 0,2 7 0,4 11 0,5 4 0,1-1 0,1-1 0,28 41 0,56 54 0,-42-52 0,-42-49 0,7 7 0,-1-1 0,-1 2 0,-2 0 0,0 2 0,19 40 0,-33-61 0,0 0 0,1-1 0,-1 1 0,-1 0 0,1 0 0,0 0 0,-1-1 0,0 1 0,0 0 0,0 0 0,-1 0 0,1 0 0,-1 0 0,-2 6 0,2-7 0,-1 0 0,1-1 0,-1 1 0,1-1 0,-1 0 0,0 1 0,0-1 0,0 0 0,-1 0 0,1 0 0,0-1 0,-1 1 0,1-1 0,-1 1 0,1-1 0,-1 0 0,0 0 0,0 0 0,-5 1 0,-29 4-1365,0-6-5461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29.691"/>
    </inkml:context>
    <inkml:brush xml:id="br0">
      <inkml:brushProperty name="width" value="0.05" units="cm"/>
      <inkml:brushProperty name="height" value="0.05" units="cm"/>
    </inkml:brush>
  </inkml:definitions>
  <inkml:trace contextRef="#ctx0" brushRef="#br0">1134 267 24575,'0'-12'0,"-3"-106"0,1 102 0,0-1 0,-1 1 0,-1-1 0,-10-29 0,14 45 0,-1 0 0,1-1 0,-1 1 0,1-1 0,-1 1 0,1 0 0,-1 0 0,0-1 0,0 1 0,0 0 0,0 0 0,0 0 0,0 0 0,0 0 0,0 0 0,0 0 0,0 0 0,0 0 0,-1 0 0,-1 0 0,2 1 0,0 0 0,0 0 0,0 0 0,0 1 0,0-1 0,0 0 0,0 1 0,0-1 0,0 1 0,1-1 0,-1 1 0,0-1 0,0 1 0,0 0 0,1-1 0,-1 1 0,1 0 0,-1 0 0,0 0 0,1-1 0,-1 1 0,0 1 0,-4 9 0,0 0 0,0 0 0,-4 20 0,-65 334 0,55-251 0,-55 354-1321,-23 809-1,97-285 1322,2-489 0,8 75-287,-1-18-223,-23-1 237,-1-363 456,-7 149 2273,22-323-2292,0 0-1,1 0 0,5 29 1,-5-45-141,0-1 0,1 1 1,0 0-1,0-1 0,0 1 1,0-1-1,1 0 1,0 1-1,0-1 0,1-1 1,-1 1-1,1 0 0,0-1 1,0 0-1,1 0 1,-1 0-1,9 5 0,-2-3-23,1-1 0,0 0 0,0-1 0,0 0 0,0-1 0,1 0 0,13 1 0,96 2 0,-96-5 0,631-22-832,-413 9 330,1040-24-3174,1 29 2617,-1282 7 1061,3453-35-2493,-2389 2 1766,-4-47-85,-484-1 701,-456 57 510,0-6 0,188-74-1,-269 88 289,-2-3 1,0-1-1,-1-2 0,51-38 0,-78 50-445,0 0-1,0 0 1,-1-1-1,0-1 1,-1 0-1,0 0 1,-1-1-1,-1 0 1,0-1-1,0 0 1,-2 0-1,1-1 1,-2 1-1,0-1 1,5-30-1,-8 27-176,-1 0-1,-1 1 0,0-1 0,-1 1 1,-1-1-1,-8-29 0,3 21 71,-2 0 0,0 1 0,-24-42-1,-6 4 80,-2 3 0,-63-71-1,-218-271-633,35-25-1,213 295 34,6-3 0,6-3-1,-86-287 1,122 326 401,5 0 0,5-2 0,3 0 0,5-1 0,5 0 0,17-188 0,5 166-157,5 2 0,43-129 0,116-223-10,-148 400 397,36-84 1172,-57 122-1062,-2-1 0,11-53 1,-20 78-341,-1-1 1,0 0 0,-1 0 0,-1 0 0,0 0 0,-1 0-1,-5-26 1,4 32-19,0 0 1,-1 0-1,1 0 0,-2 0 1,1 1-1,-1-1 0,0 1 1,0 0-1,-1 0 0,0 1 1,0-1-1,0 1 0,0 0 1,-1 0-1,-8-5 0,-6-2 2,0 1 0,0 1 0,-1 1 0,0 1 0,0 0 0,-27-4 0,-139-18 0,137 23 0,-715-68-867,519 54 718,-403-36-2025,-746-62-2114,883 78 3986,-949-71 78,-3 30 324,1014 64-108,-1582-69-75,1987 85 154,-591-7 6244,527 17-5510,-190 40-1,278-42-804,1 0 0,-1 1 0,1 2 0,0 0 0,-19 12 0,4 1 0,-54 46 0,88-67 0,-1 0 0,1 0 0,0 0 0,-1 0 0,1 0 0,0 0 0,0 1 0,0-1 0,0 1 0,0-1 0,0 0 0,0 1 0,0 0 0,1-1 0,-1 1 0,1-1 0,-1 1 0,1 0 0,-1-1 0,1 1 0,0 0 0,0 0 0,0-1 0,0 3 0,1-2 0,0 0 0,0 0 0,0 0 0,0 0 0,1-1 0,-1 1 0,0-1 0,1 1 0,-1 0 0,1-1 0,0 0 0,-1 1 0,1-1 0,0 0 0,0 0 0,0 0 0,0 0 0,0-1 0,3 2 0,34 7-1365,-18-7-5461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0.775"/>
    </inkml:context>
    <inkml:brush xml:id="br0">
      <inkml:brushProperty name="width" value="0.05" units="cm"/>
      <inkml:brushProperty name="height" value="0.05" units="cm"/>
    </inkml:brush>
  </inkml:definitions>
  <inkml:trace contextRef="#ctx0" brushRef="#br0">68 145 24575,'-8'0'0,"0"0"0,0-1 0,-11-2 0,18 3 0,0 0 0,0 0 0,-1 0 0,1-1 0,0 1 0,0 0 0,0-1 0,0 1 0,0 0 0,0-1 0,0 1 0,1-1 0,-1 0 0,0 1 0,0-1 0,0 0 0,0 1 0,1-1 0,-1 0 0,0 0 0,1 0 0,-1 0 0,0 1 0,1-1 0,-1 0 0,1 0 0,0 0 0,-1 0 0,1 0 0,0 0 0,0-1 0,-1 1 0,1 0 0,0 0 0,0 0 0,0-2 0,1 2 0,0-1 0,-1 1 0,1-1 0,0 1 0,0-1 0,0 1 0,0 0 0,0-1 0,1 1 0,-1 0 0,0 0 0,1 0 0,-1 0 0,0 0 0,1 0 0,-1 0 0,1 0 0,3 0 0,33-11 0,-30 10 0,56-12 0,127-12 0,70 15 0,-224 10 0,527-2 0,-530 0 342,-20-1-684,-14 4 317,1 0 0,-1 0-1,0 0 1,0 0 0,0 0 0,0 0-1,0 0 1,1 0 0,-1 0-1,0 0 1,0-1 0,0 1 0,0 0-1,0 0 1,0 0 0,0 0-1,1 0 1,-1 0 0,0 0 0,0-1-1,0 1 1,0 0 0,0 0-1,0 0 1,0 0 0,0 0 0,0 0-1,0-1 1,0 1 0,0 0-1,0 0 1,0 0 0,0 0 0,0 0-1,0-1 1,0 1 0,0 0 0,0 0-1,0 0 1,0 0 0,0 0-1,0-1 1,0 1 0,0 0 0,0 0-1,0 0 1,0 0 0,0 0-1,-1 0 1,1-1 0,0 1 0,0 0-1,0 0 1,-11-7-6801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1.602"/>
    </inkml:context>
    <inkml:brush xml:id="br0">
      <inkml:brushProperty name="width" value="0.05" units="cm"/>
      <inkml:brushProperty name="height" value="0.05" units="cm"/>
    </inkml:brush>
  </inkml:definitions>
  <inkml:trace contextRef="#ctx0" brushRef="#br0">36 110 24575,'-6'0'0,"-5"0"0,0-6 0,4-5 0,12-4 0,21-2 0,21-1 0,23 2 0,27 5 0,20 3 0,18 3 0,13 3-811,5 2 811,4 0 0,-25 1-7380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1.913"/>
    </inkml:context>
    <inkml:brush xml:id="br0">
      <inkml:brushProperty name="width" value="0.05" units="cm"/>
      <inkml:brushProperty name="height" value="0.05" units="cm"/>
    </inkml:brush>
  </inkml:definitions>
  <inkml:trace contextRef="#ctx0" brushRef="#br0">106 0 24575,'-9'0'0,"-12"0"0,-8 0 0,0 3 0,12 4 0,17 1 0,24 2 0,23 2 0,24 2 0,25 2 0,19-2 0,17 0 0,14-3-726,-19-3-6739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2.251"/>
    </inkml:context>
    <inkml:brush xml:id="br0">
      <inkml:brushProperty name="width" value="0.05" units="cm"/>
      <inkml:brushProperty name="height" value="0.05" units="cm"/>
    </inkml:brush>
  </inkml:definitions>
  <inkml:trace contextRef="#ctx0" brushRef="#br0">88 72 24575,'-24'-6'0,"-8"-5"0,8-3 0,17 0 0,21 3 0,23 3 0,24 3 0,23 2 0,20 5 0,17 2 0,9 0 0,6 0 0,-20-2-8191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2.487"/>
    </inkml:context>
    <inkml:brush xml:id="br0">
      <inkml:brushProperty name="width" value="0.05" units="cm"/>
      <inkml:brushProperty name="height" value="0.05" units="cm"/>
    </inkml:brush>
  </inkml:definitions>
  <inkml:trace contextRef="#ctx0" brushRef="#br0">0 0 24575,'3'3'0,"4"4"0,7 1 0,9 2 0,14-1 0,12 1 0,16-1 0,15 1 0,14 2 0,-8-1-8191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2.679"/>
    </inkml:context>
    <inkml:brush xml:id="br0">
      <inkml:brushProperty name="width" value="0.05" units="cm"/>
      <inkml:brushProperty name="height" value="0.05" units="cm"/>
    </inkml:brush>
  </inkml:definitions>
  <inkml:trace contextRef="#ctx0" brushRef="#br0">22 0 24575,'-3'3'0,"-4"4"0,0 4 0,3 0 0,9-2 0,12-2 0,16-3 0,1-2-8191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2.906"/>
    </inkml:context>
    <inkml:brush xml:id="br0">
      <inkml:brushProperty name="width" value="0.05" units="cm"/>
      <inkml:brushProperty name="height" value="0.05" units="cm"/>
    </inkml:brush>
  </inkml:definitions>
  <inkml:trace contextRef="#ctx0" brushRef="#br0">1 326 24575,'0'-18'0,"-1"-8"0,2 0 0,0-1 0,2 1 0,8-37 0,-9 56 0,0 0 0,1 0 0,0 0 0,0 1 0,0-1 0,1 1 0,0 0 0,0 0 0,1 0 0,-1 1 0,1-1 0,1 1 0,-1 0 0,1 0 0,-1 1 0,1 0 0,1 0 0,-1 0 0,1 1 0,11-5 0,1 3 0,-1 0 0,1 1 0,0 1 0,-1 0 0,1 2 0,1 0 0,-1 1 0,20 3 0,151 31 0,-180-32 0,207 53-1365,-157-39-5461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3.871"/>
    </inkml:context>
    <inkml:brush xml:id="br0">
      <inkml:brushProperty name="width" value="0.05" units="cm"/>
      <inkml:brushProperty name="height" value="0.05" units="cm"/>
    </inkml:brush>
  </inkml:definitions>
  <inkml:trace contextRef="#ctx0" brushRef="#br0">569 36 24575,'-1'-1'0,"0"0"0,-1 0 0,1 0 0,0 0 0,-1 0 0,1 0 0,-1 0 0,1 0 0,-1 1 0,1-1 0,-1 0 0,1 1 0,-1-1 0,-2 1 0,0-1 0,-19-5 0,1 0 0,-1 2 0,-39-2 0,-71 5 0,121 2 0,-9-1 0,0 1 0,1 1 0,-1 1 0,1 0 0,-38 13 0,52-14 0,0 1 0,0-1 0,0 1 0,0 0 0,1 1 0,-1-1 0,1 1 0,0 0 0,0 1 0,0-1 0,1 1 0,0 0 0,0 0 0,0 0 0,0 1 0,1-1 0,0 1 0,0 0 0,0 0 0,1 0 0,0 0 0,-2 12 0,2-10 0,1 1 0,1 0 0,-1-1 0,2 1 0,-1 0 0,1 0 0,0-1 0,1 1 0,0-1 0,0 1 0,6 10 0,-3-7 0,1-1 0,0 0 0,1-1 0,0 1 0,1-1 0,0-1 0,12 12 0,-3-6 0,0-1 0,1-1 0,0-1 0,1 0 0,0-1 0,1-1 0,1-1 0,34 11 0,-20-12-227,-1-2-1,1 0 1,1-3-1,-1-1 1,49-3-1,-2-4-6598</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4.253"/>
    </inkml:context>
    <inkml:brush xml:id="br0">
      <inkml:brushProperty name="width" value="0.05" units="cm"/>
      <inkml:brushProperty name="height" value="0.05" units="cm"/>
    </inkml:brush>
  </inkml:definitions>
  <inkml:trace contextRef="#ctx0" brushRef="#br0">1166 31 24575,'-3'-2'0,"0"-1"0,0 1 0,0-1 0,-1 1 0,1 0 0,0 1 0,-1-1 0,0 1 0,1-1 0,-1 1 0,-5-1 0,-45-5 0,24 7 0,0 1 0,-1 1 0,1 1 0,-37 9 0,-116 39 0,103-25 0,-80 39 0,115-43 0,1 1 0,2 2 0,-52 40 0,72-47 0,1 1 0,1 0 0,0 1 0,2 1 0,0 1 0,-28 48 0,35-51 0,2 0 0,0 1 0,2 1 0,0-1 0,1 1 0,1 1 0,1-1 0,1 1 0,1-1 0,1 23 0,1-21 0,2-1 0,1 1 0,0-1 0,2 1 0,0-1 0,2-1 0,0 1 0,1-1 0,2 0 0,0-1 0,1 0 0,1-1 0,0 0 0,18 20 0,-11-18 0,2 0 0,0-2 0,1 0 0,0-1 0,2-2 0,0 0 0,1-2 0,0 0 0,1-2 0,49 17 0,-29-17-24,1-1 0,0-2 0,1-2-1,-1-3 1,1-1 0,0-3 0,0-2-1,0-1 1,-1-3 0,1-2 0,-1-2-1,-1-2 1,76-30 0,-78 24 0,-1-2-1,-1-2 1,-1-2 0,0-1 0,-2-2 0,-2-2-1,0-2 1,-2-1 0,-1-1 0,-2-2-1,-1-1 1,-2-2 0,43-74 0,-59 87 24,-1 0 0,-1-2 0,-1 1 0,-1-1 0,-1-1 0,-2 1 0,-1-1 0,-1 0 0,0-42 0,-4 54 0,-1 1 0,0-1 0,-1 0 0,-1 1 0,-1 0 0,0 0 0,0 0 0,-2 0 0,0 1 0,-1 0 0,0 0 0,-1 0 0,0 1 0,-1 0 0,-1 1 0,0 0 0,-1 1 0,-18-17 0,10 15-179,0 0 0,0 1 0,-1 1 0,-1 1 0,0 1 0,-40-12 0,-31-2-6081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6.398"/>
    </inkml:context>
    <inkml:brush xml:id="br0">
      <inkml:brushProperty name="width" value="0.05" units="cm"/>
      <inkml:brushProperty name="height" value="0.05" units="cm"/>
    </inkml:brush>
  </inkml:definitions>
  <inkml:trace contextRef="#ctx0" brushRef="#br0">11893 15 24575,'-20'-14'0,"20"14"0,0 0 0,0 0 0,0 0 0,0 0 0,-1 0 0,1-1 0,0 1 0,0 0 0,0 0 0,0 0 0,0 0 0,-1 0 0,1 0 0,0 0 0,0 0 0,0 0 0,0 0 0,0 1 0,0-1 0,-1 0 0,1 0 0,0 0 0,0 0 0,0 0 0,0 0 0,0 0 0,0 0 0,-1 0 0,1 0 0,0 0 0,0 1 0,0-1 0,0 0 0,0 0 0,0 0 0,0 0 0,0 0 0,0 0 0,0 1 0,-1-1 0,1 0 0,4 13 0,15 38 0,-3 0 0,-1 1 0,-3 1 0,-2 0 0,3 63 0,-4 274 0,-10-300 0,-1 0 0,-3-1 0,-19 91 0,14-127 0,-3-1 0,-1 0 0,-4-1 0,-38 82 0,48-118 0,0 0 0,-1-1 0,-1 0 0,0-1 0,-1 1 0,-22 19 0,26-27 0,-1 0 0,0 0 0,0-1 0,0 0 0,0-1 0,-1 0 0,0 0 0,0-1 0,0 0 0,0 0 0,-1-1 0,1 0 0,-15 0 0,-344-15 0,266 6 0,-921-62-672,-564-38-836,756 54-147,423 27 1332,-755-60 330,1098 79-9,-1061-115-465,10-76 97,1031 178 363,-437-108 692,179 29 2927,322 93-3488,-80-30 297,88 31-395,1-1 0,-1 0 0,1-1 0,1-1-1,-17-12 1,26 18-26,0 0 0,0 0 0,0 0 0,0 0 0,0-1 0,1 1 0,-1 0 0,1-1 0,-1 1 0,1-1 0,0 0 0,0 1 0,0-1 0,0 0 0,1 0 0,-1 1 0,1-1 0,0 0 0,0 0 0,0-4 0,1-2 0,1 1 0,0 0 0,1 0 0,-1-1 0,7-9 0,5-19 0,-14 35 0,1 1 0,-1-1 0,0 1 0,1-1 0,-1 1 0,0-1 0,0 1 0,0-1 0,0 1 0,-1-1 0,1 1 0,0-1 0,-1 1 0,1-1 0,-1 1 0,1-1 0,-1 1 0,1 0 0,-1-1 0,0 1 0,-2-2 0,1 0 0,0 1 0,-1 0 0,1 0 0,-1 0 0,0 0 0,0 1 0,0-1 0,0 1 0,-5-2 0,-6-1 0,0 0 0,-1 1 0,-21-1 0,34 4 0,-33-3 0,-44 1 0,66 3 0,0 0 0,1 1 0,-1 0 0,1 1 0,-1 0 0,-22 10 0,14-4 0,0-1 0,0-2 0,-1 0 0,-37 6 0,-94 1 0,105-10 0,-505-2 0,-1-41 0,290 18 0,209 18 0,-470-57 0,514 58 324,6 1-553,8 4-1231,6 1-5366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36.695"/>
    </inkml:context>
    <inkml:brush xml:id="br0">
      <inkml:brushProperty name="width" value="0.05" units="cm"/>
      <inkml:brushProperty name="height" value="0.05" units="cm"/>
    </inkml:brush>
  </inkml:definitions>
  <inkml:trace contextRef="#ctx0" brushRef="#br0">229 131 24575,'4'-5'0,"-1"0"0,0 0 0,0 0 0,0-1 0,4-9 0,5-12 0,17-10 0,-27 34 0,1 1 0,-1 0 0,1-1 0,-1 1 0,1 0 0,0 0 0,0 1 0,0-1 0,0 1 0,0-1 0,4 0 0,-6 2 0,-1-1 0,1 1 0,-1 0 0,0 0 0,1 0 0,-1 0 0,1 0 0,-1 0 0,0 0 0,1 0 0,-1 0 0,1 0 0,-1 0 0,1 0 0,-1 0 0,0 0 0,1 0 0,-1 0 0,1 0 0,-1 0 0,0 1 0,1-1 0,-1 0 0,1 0 0,-1 0 0,0 1 0,1-1 0,-1 0 0,0 0 0,0 1 0,1-1 0,-1 0 0,0 1 0,0-1 0,1 1 0,-1-1 0,0 0 0,0 1 0,0-1 0,0 0 0,1 1 0,-1-1 0,0 1 0,0-1 0,0 1 0,0-1 0,0 0 0,0 1 0,0-1 0,0 1 0,0-1 0,0 0 0,0 1 0,-1-1 0,1 1 0,0-1 0,0 0 0,0 1 0,-1 0 0,-12 24 0,-8-3 0,-1 0 0,-1-2 0,0-1 0,-48 30 0,31-21 0,8-7 0,19-14 0,1 2 0,-1 0 0,1 0 0,1 1 0,-15 16 0,25-25 0,0 0 0,0 0 0,0 0 0,0 1 0,0-1 0,1 0 0,-1 0 0,0 0 0,1 1 0,-1-1 0,1 0 0,-1 1 0,1-1 0,0 0 0,0 1 0,-1-1 0,1 1 0,0-1 0,0 0 0,0 1 0,1-1 0,-1 1 0,0-1 0,0 0 0,1 1 0,-1-1 0,1 0 0,-1 1 0,1-1 0,0 0 0,-1 0 0,1 0 0,0 1 0,0-1 0,0 0 0,0 0 0,0 0 0,0 0 0,2 1 0,4 2 0,0 1 0,0-1 0,0-1 0,1 1 0,11 2 0,357 101-1365,-315-93-5461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7.063"/>
    </inkml:context>
    <inkml:brush xml:id="br0">
      <inkml:brushProperty name="width" value="0.05" units="cm"/>
      <inkml:brushProperty name="height" value="0.05" units="cm"/>
    </inkml:brush>
  </inkml:definitions>
  <inkml:trace contextRef="#ctx0" brushRef="#br0">191 0 24575,'-6'1'0,"-1"0"0,1 0 0,0 1 0,0-1 0,-1 1 0,2 1 0,-1-1 0,-6 4 0,-16 7 0,-15-3 0,32-8 0,0 1 0,-20 7 0,31-10 0,-1 0 0,1 0 0,0 0 0,0 0 0,-1 1 0,1-1 0,0 0 0,0 0 0,-1 0 0,1 0 0,0 0 0,0 1 0,0-1 0,0 0 0,-1 0 0,1 0 0,0 1 0,0-1 0,0 0 0,0 0 0,0 0 0,-1 1 0,1-1 0,0 0 0,0 0 0,0 1 0,0-1 0,0 0 0,0 0 0,0 1 0,0-1 0,0 0 0,0 0 0,0 1 0,0-1 0,0 0 0,0 0 0,0 1 0,0-1 0,0 0 0,0 0 0,1 1 0,-1-1 0,0 0 0,0 0 0,0 0 0,0 1 0,0-1 0,1 0 0,-1 0 0,0 0 0,0 0 0,0 1 0,1-1 0,-1 0 0,0 0 0,0 0 0,0 0 0,1 0 0,-1 0 0,0 1 0,0-1 0,1 0 0,-1 0 0,0 0 0,0 0 0,1 0 0,-1 0 0,1 0 0,21 7 0,51 9 0,2-4 0,109 4 0,-118-12 0,501 14 0,-556-18 171,-15 0 0,-17-1-1878,5 1-5119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7.618"/>
    </inkml:context>
    <inkml:brush xml:id="br0">
      <inkml:brushProperty name="width" value="0.05" units="cm"/>
      <inkml:brushProperty name="height" value="0.05" units="cm"/>
    </inkml:brush>
  </inkml:definitions>
  <inkml:trace contextRef="#ctx0" brushRef="#br0">155 22 24575,'-34'1'0,"22"0"0,-1 0 0,1-1 0,-1-1 0,1 0 0,0 0 0,-1-2 0,-18-5 0,29 5 0,8 1 0,10 1 0,393-2 0,-213 5 0,-141-3 0,-32-1 0,0 2 0,0 0 0,38 6 0,-47-2-1365,-3 0-5461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8.190"/>
    </inkml:context>
    <inkml:brush xml:id="br0">
      <inkml:brushProperty name="width" value="0.05" units="cm"/>
      <inkml:brushProperty name="height" value="0.05" units="cm"/>
    </inkml:brush>
  </inkml:definitions>
  <inkml:trace contextRef="#ctx0" brushRef="#br0">97 0 24575,'-96'0'0,"149"12"0,656 57 0,-660-65 0,125 12 0,-169-16 75,-2 1-255,0-1 0,0 1 0,0-1 0,0 0 0,0 0 0,0 0 0,3-1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8.954"/>
    </inkml:context>
    <inkml:brush xml:id="br0">
      <inkml:brushProperty name="width" value="0.05" units="cm"/>
      <inkml:brushProperty name="height" value="0.05" units="cm"/>
    </inkml:brush>
  </inkml:definitions>
  <inkml:trace contextRef="#ctx0" brushRef="#br0">73 6 24575,'-13'-3'0,"12"3"0,0-1 0,0 1 0,0-1 0,0 1 0,0 0 0,1 0 0,-1 0 0,0-1 0,0 1 0,0 0 0,0 0 0,0 0 0,0 0 0,0 1 0,0-1 0,0 0 0,0 0 0,0 0 0,1 1 0,-3 0 0,1 0 0,-1 1 0,1 0 0,-1-1 0,1 1 0,0 0 0,0 1 0,0-1 0,0 0 0,0 0 0,1 1 0,-1-1 0,1 1 0,-1-1 0,1 1 0,0 0 0,0 0 0,0-1 0,0 1 0,1 0 0,-1 4 0,-1 8 0,0 0 0,2 26 0,0-26 0,11 183 116,-5-117-1597,-4-58-5345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9.142"/>
    </inkml:context>
    <inkml:brush xml:id="br0">
      <inkml:brushProperty name="width" value="0.05" units="cm"/>
      <inkml:brushProperty name="height" value="0.05" units="cm"/>
    </inkml:brush>
  </inkml:definitions>
  <inkml:trace contextRef="#ctx0" brushRef="#br0">5 0 24575,'-3'0'0,"2"0"0,4 0 0,8 0 0,8 0 0,9 0 0,6 0 0,7 0 0,5 0 0,3 0 0,0 0 0,-2 0 0,-7 0 0,-10 0-8191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1.498"/>
    </inkml:context>
    <inkml:brush xml:id="br0">
      <inkml:brushProperty name="width" value="0.05" units="cm"/>
      <inkml:brushProperty name="height" value="0.05" units="cm"/>
    </inkml:brush>
  </inkml:definitions>
  <inkml:trace contextRef="#ctx0" brushRef="#br0">5 1051 24575,'-4'1'0,"6"0"0,15 4 0,28 5 0,524 63-618,-423-58 399,1871 225-1722,-1555-173 1952,458 56-697,-878-118 710,-22-1 118,1-2 0,0-1-1,0 0 1,26-3 0,-46 2-121,0 0 0,0 0 0,0 0 0,0 0 0,0 0 0,0-1 0,0 1 1,0 0-1,0 0 0,0-1 0,0 1 0,0-1 0,0 1 0,0-1 0,0 1 0,0-1 0,0 0 1,0 0-1,-1 1 0,1-1 0,0 0 0,0 0 0,-1 0 0,1 1 0,0-3 0,-1 2 31,0-1-1,0 1 0,0 0 0,0 0 0,0-1 1,-1 1-1,1 0 0,-1 0 0,1-1 0,-1 1 0,1 0 1,-1 0-1,1 0 0,-1 0 0,0 0 0,0 0 1,-1-2-1,-4-3 199,0 0 0,0 0 0,-1 1 0,-14-10 0,19 15-250,0-1 0,0 0 0,0 0 0,0-1 0,0 1 0,0 0 0,1 0 0,-1-1 0,0 1 0,1-1 0,-1 0 0,1 1 0,0-1 0,-1 0 0,1 0 0,0 0 0,0 0 0,0 0 0,0 0 0,1 0 0,-1 0 0,1 0 0,-1 0 0,1 0 0,0-1 0,-1 1 0,1 0 0,0 0 0,1 0 0,-1-1 0,0 1 0,0 0 0,1 0 0,0 0 0,0-2 0,52-299 0,-14 57 0,-2 80 0,17-82 0,-40 168 0,3-90 0,-16 151 0,-1 0 0,0 0 0,-6-34 0,5 47 0,-1-1 0,0 1 0,0 0 0,0 0 0,-1 0 0,0 0 0,0 0 0,-1 1 0,1-1 0,-1 1 0,0 0 0,-1 0 0,1 0 0,-8-5 0,4 4 0,5 4 0,1 1 0,-1-1 0,1 0 0,-1 0 0,1 0 0,0 0 0,0-1 0,0 1 0,0-1 0,0 1 0,-3-6 0,5 8 0,1-1 0,-1 1 0,0 0 0,0 0 0,0-1 0,0 1 0,0 0 0,1 0 0,-1-1 0,0 1 0,0 0 0,0 0 0,1 0 0,-1-1 0,0 1 0,0 0 0,1 0 0,-1 0 0,0 0 0,1-1 0,-1 1 0,0 0 0,0 0 0,1 0 0,-1 0 0,0 0 0,1 0 0,-1 0 0,0 0 0,1 0 0,-1 0 0,0 0 0,0 0 0,1 0 0,-1 0 0,0 0 0,1 1 0,15 0 0,-15-1 0,170 34 0,10 2 0,577 42 0,-750-77 75,21-1 166,-28 0-314,0 0-1,0 0 1,0 0 0,0 0 0,0 0 0,0 0 0,0 0 0,0-1 0,0 1 0,0 0 0,0-1 0,0 1 0,-1-1 0,1 1 0,0-1-1,0 1 1,0-1 0,-1 0 0,1 1 0,0-1 0,-1 0 0,2-1 0,-2-6-6753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1.836"/>
    </inkml:context>
    <inkml:brush xml:id="br0">
      <inkml:brushProperty name="width" value="0.05" units="cm"/>
      <inkml:brushProperty name="height" value="0.05" units="cm"/>
    </inkml:brush>
  </inkml:definitions>
  <inkml:trace contextRef="#ctx0" brushRef="#br0">243 1 24575,'-62'0'0,"-70"1"0,128-1 0,0 0 0,0 1 0,0-1 0,0 1 0,0 0 0,1 0 0,-6 3 0,8-4 0,1 1 0,-1-1 0,0 0 0,0 1 0,1 0 0,-1-1 0,0 1 0,1-1 0,-1 1 0,0 0 0,1-1 0,-1 1 0,1 0 0,-1 0 0,1-1 0,0 1 0,-1 0 0,1 0 0,0 0 0,0 0 0,-1-1 0,1 1 0,0 0 0,0 0 0,0 0 0,0 0 0,0 0 0,0 0 0,0-1 0,0 1 0,0 0 0,1 0 0,-1 0 0,0 0 0,1 0 0,-1-1 0,1 2 0,2 3 0,0-1 0,0 1 0,0-1 0,0 0 0,1 0 0,0 0 0,0-1 0,0 1 0,0-1 0,7 4 0,54 29 0,-45-26 0,59 31 0,87 46 0,-130-65 0,0 2 0,43 36 0,-69-51 0,0-1 0,-1 2 0,-1-1 0,0 1 0,0 0 0,0 1 0,-2 0 0,8 14 0,-12-20 0,0 1 0,0-1 0,-1 1 0,1-1 0,-1 1 0,0 0 0,-1-1 0,0 1 0,0 0 0,0 0 0,0-1 0,-1 1 0,0 0 0,0-1 0,-1 1 0,1-1 0,-1 1 0,0-1 0,-1 0 0,-4 9 0,-4 1 0,0 0 0,-1 0 0,-1-1 0,0 0 0,-1-1 0,-26 19 0,-102 58 0,132-84 0,-124 70-1365,75-44-5461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0.706"/>
    </inkml:context>
    <inkml:brush xml:id="br0">
      <inkml:brushProperty name="width" value="0.05" units="cm"/>
      <inkml:brushProperty name="height" value="0.05" units="cm"/>
    </inkml:brush>
  </inkml:definitions>
  <inkml:trace contextRef="#ctx0" brushRef="#br0">361 251 24575,'7'-10'0,"0"0"0,0 0 0,1 0 0,1 1 0,0 0 0,15-12 0,-1 1 0,26-30 0,-45 45 0,0 0 0,-1-1 0,1 1 0,-1-1 0,0 0 0,-1 0 0,1 0 0,2-9 0,-5 14 0,0 0 0,0 0 0,1 0 0,-1-1 0,0 1 0,0 0 0,0 0 0,0 0 0,0 0 0,-1 0 0,1-1 0,0 1 0,0 0 0,-1 0 0,1 0 0,-1 0 0,1 0 0,-1 0 0,1 0 0,-1 0 0,-1-1 0,0 0 0,1 1 0,-1 0 0,0-1 0,0 1 0,0 0 0,0 0 0,0 0 0,0 0 0,0 1 0,-4-2 0,-6 0 0,1 1 0,-1 0 0,-17 2 0,21-1 0,-32 2 0,1 1 0,0 2 0,0 2 0,0 2 0,1 1 0,-67 28 0,95-34 0,0 1 0,0 0 0,0 1 0,1 0 0,-16 14 0,23-19 0,1 0 0,-1 1 0,1 0 0,-1-1 0,1 1 0,0 0 0,0 0 0,0-1 0,0 1 0,0 0 0,0 0 0,0 0 0,1 0 0,-1 1 0,1-1 0,-1 0 0,1 0 0,0 0 0,0 0 0,0 0 0,0 1 0,0-1 0,0 0 0,1 0 0,-1 0 0,1 0 0,-1 0 0,1 0 0,0 0 0,0 0 0,0 0 0,0 0 0,0 0 0,0-1 0,1 1 0,-1 0 0,3 1 0,7 9 0,0-1 0,1-1 0,0 0 0,21 13 0,60 31 0,-67-40 0,81 43 0,-23-15 0,137 96 0,-212-131 0,-1-1 0,0 1 0,0 1 0,10 13 0,-17-19 0,1 0 0,-1 0 0,0 0 0,0 0 0,0 1 0,0-1 0,0 0 0,0 1 0,-1-1 0,1 1 0,0 2 0,-1-4 0,0 1 0,-1-1 0,1 0 0,0 1 0,0-1 0,-1 0 0,1 1 0,-1-1 0,1 0 0,-1 1 0,0-1 0,1 0 0,-1 0 0,0 0 0,0 0 0,0 1 0,0-1 0,0 0 0,0-1 0,0 1 0,-1 1 0,-3 1 0,1 0 0,-1-1 0,1 0 0,-1 0 0,0 0 0,0 0 0,0-1 0,0 0 0,-6 1 0,-50 2 0,43-3 0,-199-3 0,186 0 0,1-2 0,-1-1 0,1-2 0,-58-19 0,78 22-170,2 0-1,-1-1 0,0 1 1,1-2-1,0 1 0,0-1 1,-7-7-1,-4-9-6655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1.233"/>
    </inkml:context>
    <inkml:brush xml:id="br0">
      <inkml:brushProperty name="width" value="0.05" units="cm"/>
      <inkml:brushProperty name="height" value="0.05" units="cm"/>
    </inkml:brush>
  </inkml:definitions>
  <inkml:trace contextRef="#ctx0" brushRef="#br0">354 212 24575,'7'-3'0,"1"-1"0,-1-1 0,0 1 0,-1-1 0,1 0 0,-1 0 0,0-1 0,0 0 0,-1 0 0,6-8 0,-9 11 0,0 0 0,0-1 0,-1 1 0,1-1 0,-1 0 0,1 1 0,-1-1 0,0 0 0,-1 0 0,1 1 0,-1-1 0,1 0 0,-1 0 0,0 0 0,-1 0 0,1 0 0,-1 0 0,0 1 0,1-1 0,-2 0 0,1 0 0,0 1 0,-4-6 0,4 6 0,0 1 0,-1 0 0,0-1 0,1 1 0,-1 0 0,0 0 0,0 0 0,0 0 0,0 1 0,0-1 0,-1 0 0,1 1 0,0 0 0,-1-1 0,0 1 0,-3-1 0,1 0 0,0 1 0,-1 0 0,1 1 0,0-1 0,-1 1 0,1 0 0,-1 1 0,-4 0 0,-6 2 0,1 0 0,0 2 0,0 0 0,-27 12 0,25-8 0,0 0 0,1 2 0,0-1 0,0 2 0,-18 18 0,29-25 0,0-1 0,0 1 0,1 0 0,0 1 0,0-1 0,0 1 0,1-1 0,0 1 0,0 0 0,0 0 0,1 1 0,0-1 0,0 0 0,0 1 0,1-1 0,0 1 0,1 0 0,-1-1 0,1 8 0,1-10 0,0-1 0,0 1 0,0-1 0,0 1 0,0-1 0,1 1 0,-1-1 0,1 0 0,0 1 0,0-1 0,0 0 0,1 0 0,4 4 0,-2-2 0,1-1 0,-1 0 0,1 0 0,0 0 0,1 0 0,10 3 0,1 0 0,0-1 0,1-2 0,0 0 0,26 3 0,-28-6 0,0 0 0,0-1 0,-1-1 0,1-1 0,0 0 0,0-1 0,0 0 0,-1-2 0,0 0 0,0-1 0,23-11 0,-33 13 0,1 0 0,-1 0 0,1 0 0,-1-1 0,-1 0 0,1 0 0,-1 0 0,1-1 0,-2 1 0,1-1 0,-1-1 0,1 1 0,-2-1 0,1 1 0,-1-1 0,0 0 0,0 0 0,-1-1 0,0 1 0,0 0 0,-1-1 0,0 1 0,0-1 0,-1 1 0,0-1 0,0 0 0,-3-13 0,2 15 0,0-1 0,-1 1 0,1-1 0,-2 1 0,1 0 0,-1 0 0,1 0 0,-2 0 0,1 0 0,-1 1 0,1-1 0,-2 1 0,1 0 0,0 0 0,-1 1 0,-6-5 0,4 4 0,-1 0 0,0 1 0,0 0 0,0 0 0,0 1 0,-1 0 0,0 0 0,1 1 0,-1 0 0,0 1 0,-13-1 0,3 2 0,-1 1 0,0 1 0,1 0 0,-1 2 0,1 0 0,0 1 0,0 1 0,1 0 0,0 2 0,0 0 0,0 1 0,1 1 0,1 0 0,0 2 0,0 0 0,1 0 0,0 1 0,1 1 0,-22 29 0,31-36 0,0 1 0,0 0 0,1 0 0,0 1 0,1-1 0,0 1 0,0 0 0,1 0 0,0 0 0,0 0 0,1 0 0,0 0 0,1 0 0,0 0 0,0 0 0,1 1 0,0-1 0,1 0 0,0 0 0,0 0 0,1-1 0,0 1 0,1 0 0,0-1 0,0 0 0,1 0 0,0 0 0,0-1 0,0 1 0,9 7 0,0-2 31,-1 0 0,2-2 0,-1 0 0,2 0 0,-1-2 0,1 1 0,1-2 0,0 0 1,0-2-1,19 6 0,-5-4-316,0-1 1,0-2-1,0-1 1,0-1-1,34-2 1,11-5-6542</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1.734"/>
    </inkml:context>
    <inkml:brush xml:id="br0">
      <inkml:brushProperty name="width" value="0.05" units="cm"/>
      <inkml:brushProperty name="height" value="0.05" units="cm"/>
    </inkml:brush>
  </inkml:definitions>
  <inkml:trace contextRef="#ctx0" brushRef="#br0">376 195 24575,'-1'-2'0,"0"-1"0,0 1 0,-1 0 0,1-1 0,-1 1 0,1 0 0,-1 0 0,0 0 0,0 0 0,0 0 0,-2-1 0,-3-4 0,5 5 0,0 0 0,0 0 0,1 0 0,-1-1 0,1 1 0,-1 0 0,1-1 0,0 1 0,0-1 0,0 1 0,0-1 0,0 0 0,1 0 0,-1 1 0,1-1 0,-1 0 0,1 0 0,0-2 0,1 1 0,0 0 0,0 0 0,1 0 0,-1 0 0,1 0 0,0 0 0,-1 1 0,2-1 0,-1 1 0,0-1 0,5-4 0,-4 5 0,-1 0 0,1 0 0,-1-1 0,0 0 0,0 1 0,3-8 0,-5 11 0,0-1 0,1 0 0,-1 0 0,0 0 0,0 0 0,0 1 0,0-1 0,0 0 0,0 0 0,0 0 0,0 0 0,0 0 0,-1 1 0,1-1 0,0 0 0,0 0 0,-1 0 0,1 1 0,-1-1 0,1 0 0,-1 1 0,1-1 0,-1 0 0,1 1 0,-1-1 0,1 0 0,-1 1 0,0-1 0,1 1 0,-1-1 0,0 1 0,0-1 0,1 1 0,-1 0 0,0-1 0,0 1 0,0 0 0,1 0 0,-1 0 0,0-1 0,-1 1 0,-7-1 0,0-1 0,0 2 0,-1-1 0,1 1 0,0 1 0,0-1 0,0 2 0,0-1 0,0 1 0,0 1 0,0-1 0,0 2 0,-10 4 0,2 0 0,1 1 0,0 1 0,1 0 0,0 1 0,-24 22 0,29-23 0,0 1 0,1 1 0,0 0 0,0 0 0,2 1 0,-1 0 0,2 0 0,0 1 0,0 0 0,1 0 0,-3 15 0,6-21 0,1-1 0,0 0 0,0 0 0,0 1 0,1-1 0,0 0 0,1 1 0,0-1 0,0 0 0,0 0 0,1 1 0,0-1 0,0 0 0,1-1 0,0 1 0,0 0 0,0-1 0,1 1 0,0-1 0,0 0 0,1-1 0,0 1 0,0-1 0,7 6 0,-8-8 0,0 0 0,0 0 0,0-1 0,1 1 0,0-1 0,-1 0 0,1 0 0,0-1 0,0 0 0,0 0 0,0 0 0,9 1 0,-5-2 0,0-1 0,0 1 0,-1-2 0,1 1 0,-1-1 0,1 0 0,8-4 0,-3 0 0,0 0 0,-1-1 0,1-1 0,-2 0 0,1-1 0,-1 0 0,0-1 0,14-15 0,-14 11 0,0-1 0,-1 0 0,-1 0 0,0-1 0,-1-1 0,-1 0 0,0 0 0,-2 0 0,0-1 0,0 0 0,4-36 0,-9 50 0,-1-1 0,0 1 0,-1 0 0,1 0 0,-1 0 0,1 0 0,-1 0 0,0 0 0,-1 0 0,-2-5 0,4 8 0,0 0 0,-1 0 0,1 1 0,-1-1 0,1 0 0,-1 0 0,0 1 0,1-1 0,-1 1 0,0-1 0,1 0 0,-1 1 0,0 0 0,0-1 0,1 1 0,-1-1 0,0 1 0,0 0 0,0-1 0,-1 1 0,0 0 0,1 0 0,0 0 0,-1 1 0,1-1 0,-1 1 0,1-1 0,0 1 0,-1-1 0,1 1 0,0 0 0,0-1 0,-1 1 0,1 0 0,0 0 0,0 0 0,0 0 0,-1 2 0,-5 4 0,1 1 0,0 0 0,1 1 0,0-1 0,0 1 0,1 0 0,0 0 0,1 0 0,-4 15 0,-2 13 0,-3 42 0,10-64 0,-25 325 330,7-63-2025,17-245-5131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2.026"/>
    </inkml:context>
    <inkml:brush xml:id="br0">
      <inkml:brushProperty name="width" value="0.05" units="cm"/>
      <inkml:brushProperty name="height" value="0.05" units="cm"/>
    </inkml:brush>
  </inkml:definitions>
  <inkml:trace contextRef="#ctx0" brushRef="#br0">55 20 24575,'-10'1'0,"7"-1"0,0 0 0,0 1 0,1-1 0,-1 0 0,0-1 0,0 1 0,0 0 0,1-1 0,-1 1 0,0-1 0,1 0 0,-1 0 0,1 0 0,-4-2 0,6 3 0,0 0 0,0-1 0,-1 1 0,1 0 0,0 0 0,0 0 0,0-1 0,0 1 0,0 0 0,0 0 0,0 0 0,0-1 0,0 1 0,1 0 0,-1 0 0,0-1 0,0 1 0,0 0 0,0 0 0,0 0 0,0-1 0,0 1 0,0 0 0,1 0 0,-1 0 0,0 0 0,0-1 0,0 1 0,0 0 0,0 0 0,1 0 0,-1 0 0,0 0 0,0 0 0,0 0 0,1-1 0,-1 1 0,0 0 0,0 0 0,0 0 0,1 0 0,-1 0 0,0 0 0,0 0 0,1 0 0,-1 0 0,0 0 0,0 0 0,0 0 0,1 0 0,14-2 0,240-1 164,-143 4-1693</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42.523"/>
    </inkml:context>
    <inkml:brush xml:id="br0">
      <inkml:brushProperty name="width" value="0.05" units="cm"/>
      <inkml:brushProperty name="height" value="0.05" units="cm"/>
    </inkml:brush>
  </inkml:definitions>
  <inkml:trace contextRef="#ctx0" brushRef="#br0">73 42 24575,'-5'-5'0,"0"0"0,0 0 0,-1 0 0,1 1 0,-1 0 0,0 0 0,-12-5 0,18 9 0,-1 0 0,1 0 0,-1 0 0,1 0 0,-1 0 0,1 1 0,-1-1 0,1 0 0,-1 0 0,1 0 0,-1 1 0,1-1 0,0 0 0,-1 1 0,1-1 0,-1 0 0,1 1 0,0-1 0,-1 0 0,1 1 0,0-1 0,0 1 0,-1-1 0,1 1 0,0-1 0,0 1 0,0-1 0,-1 1 0,1-1 0,0 2 0,-3 17 0,3-16 0,-3 247 0,6-136 0,-3 278-1365,0-375-5461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6.198"/>
    </inkml:context>
    <inkml:brush xml:id="br0">
      <inkml:brushProperty name="width" value="0.05" units="cm"/>
      <inkml:brushProperty name="height" value="0.05" units="cm"/>
    </inkml:brush>
  </inkml:definitions>
  <inkml:trace contextRef="#ctx0" brushRef="#br0">1406 142 24575,'-15'-13'0,"-1"1"0,-1 0 0,1 2 0,-29-14 0,35 18 0,-13-5 0,-1 1 0,0 1 0,-1 0 0,1 2 0,-2 1 0,1 2 0,0 0 0,-1 1 0,0 2 0,0 0 0,1 2 0,-1 1 0,0 1 0,1 1 0,-47 14 0,30-5 0,1 3 0,0 1 0,2 2 0,0 2 0,1 1 0,1 2 0,1 2 0,-49 45 0,40-27 0,2 1 0,2 3 0,2 1 0,2 1 0,3 3 0,-51 103 0,63-110 0,3 1 0,2 1 0,2 1 0,3 0 0,1 1 0,3 0 0,1 1 0,2 94 0,7-108 0,2-1 0,2 1 0,1-1 0,2-1 0,1 1 0,2-2 0,1 1 0,2-2 0,1 0 0,2 0 0,1-2 0,1 0 0,2-2 0,1 0 0,1-1 0,2-2 0,0 0 0,2-2 0,0-1 0,2-1 0,1-2 0,37 19 0,-26-18 0,2-1 0,0-3 0,1-1 0,1-3 0,0-1 0,1-2 0,0-3 0,0-1 0,0-3 0,1-2 0,69-6 0,-77 0 0,0-2 0,0-1 0,0-2 0,-1-2 0,0-1 0,-1-3 0,-1 0 0,-1-3 0,0-1 0,-1-1 0,-1-2 0,-2-2 0,50-46 0,0-21-1365,-14 4-5461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6.436"/>
    </inkml:context>
    <inkml:brush xml:id="br0">
      <inkml:brushProperty name="width" value="0.05" units="cm"/>
      <inkml:brushProperty name="height" value="0.05" units="cm"/>
    </inkml:brush>
  </inkml:definitions>
  <inkml:trace contextRef="#ctx0" brushRef="#br0">741 681 24575,'0'-24'0,"-3"-29"0,-7-23 0,-8-17 0,-9-4 0,-13 4 0,-12 11 0,-11 14 0,-25 18 0,-10 19 0,0 18 0,4 17 0,10 11 0,18 4-8191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7.254"/>
    </inkml:context>
    <inkml:brush xml:id="br0">
      <inkml:brushProperty name="width" value="0.05" units="cm"/>
      <inkml:brushProperty name="height" value="0.05" units="cm"/>
    </inkml:brush>
  </inkml:definitions>
  <inkml:trace contextRef="#ctx0" brushRef="#br0">49 457 24575,'-1'-3'0,"0"-1"0,0 1 0,0-1 0,-1 1 0,1 0 0,-1-1 0,0 1 0,0 0 0,-4-4 0,-2-6 0,4 7 0,1 1 0,1-1 0,-1 1 0,1-1 0,0 0 0,1 0 0,-1 0 0,1 0 0,0 0 0,1 0 0,-1 0 0,1 0 0,0 0 0,1 0 0,0 0 0,1-7 0,0 5 0,1 1 0,0 0 0,0 1 0,1-1 0,0 1 0,0-1 0,0 1 0,1 0 0,0 0 0,0 1 0,0 0 0,12-10 0,2 2 0,0 1 0,1 0 0,0 2 0,0 0 0,33-11 0,113-23 0,4 12 0,0 7 0,287-4 0,-366 30 0,0 4 0,-1 4 0,0 5 0,-1 3 0,0 4 0,133 50 0,-130-34 0,-3 4 0,-1 4 0,-2 4 0,-3 3 0,145 120 0,32 62 0,-11-7 0,18-21 0,-194-157 0,3-3 0,1-4 0,3-4 0,108 38 0,-65-38 0,2-5 0,193 26 0,221 2 0,-363-49 0,190-12 0,-293-5 0,1-4 0,131-31 0,-160 27 0,0-2 0,0-2 0,-2-2 0,0-1 0,60-40 0,-96 55 0,0 0 0,-1-1 0,1 0 0,6-7 0,-12 12 0,0 0 0,-1 0 0,1 0 0,0 0 0,-1 1 0,1-1 0,-1 0 0,1 0 0,-1 0 0,0 0 0,1 0 0,-1 0 0,0 0 0,0 0 0,0-1 0,0 1 0,0 0 0,0-1 0,0 1 0,-1 0 0,1 0 0,-1 1 0,1-1 0,-1 0 0,0 0 0,0 1 0,1-1 0,-1 0 0,0 1 0,0-1 0,0 1 0,0-1 0,1 1 0,-1-1 0,0 1 0,0 0 0,0-1 0,0 1 0,0 0 0,0 0 0,0 0 0,0 0 0,-1 0 0,-16-2-11,0 1-1,-28 3 1,21-1-1320,7-1-5495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7.554"/>
    </inkml:context>
    <inkml:brush xml:id="br0">
      <inkml:brushProperty name="width" value="0.05" units="cm"/>
      <inkml:brushProperty name="height" value="0.05" units="cm"/>
    </inkml:brush>
  </inkml:definitions>
  <inkml:trace contextRef="#ctx0" brushRef="#br0">47 90 24575,'-9'-8'0,"4"3"0,-1 0 0,1-1 0,1 1 0,-1-1 0,-5-8 0,10 13 0,-1 0 0,1 0 0,0 0 0,-1 0 0,1 0 0,0 0 0,0 0 0,-1 0 0,1 0 0,0 0 0,0 0 0,0 0 0,0 0 0,0 0 0,0 0 0,1 0 0,-1 0 0,0 0 0,1 0 0,0-1 0,-1 1 0,1 0 0,0 0 0,0 0 0,0 0 0,0 0 0,1 0 0,-1 0 0,0 1 0,0-1 0,0 0 0,1 0 0,-1 1 0,0-1 0,1 1 0,-1 0 0,2-1 0,6-1 0,0 1 0,-1 0 0,1 0 0,0 1 0,0 0 0,0 1 0,-1 0 0,1 0 0,0 1 0,15 5 0,2 2 0,0 1 0,28 16 0,-40-18 0,-1 0 0,0 1 0,0 0 0,-1 1 0,0 1 0,-1 0 0,0 0 0,-1 1 0,0 0 0,-1 1 0,0 0 0,-1 0 0,0 1 0,-1 0 0,5 17 0,-8-18 0,0 0 0,0 1 0,-2-1 0,0 1 0,0 0 0,-1 0 0,-1 0 0,0-1 0,-1 1 0,-1 0 0,0 0 0,-1-1 0,0 1 0,-1-1 0,0 0 0,-1 0 0,-10 17 0,9-18-136,-1-1-1,-1 0 1,0-1-1,-1 0 1,0 0-1,0-1 1,-1 0-1,0-1 0,-21 14 1,-11 2-6690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8.550"/>
    </inkml:context>
    <inkml:brush xml:id="br0">
      <inkml:brushProperty name="width" value="0.05" units="cm"/>
      <inkml:brushProperty name="height" value="0.05" units="cm"/>
    </inkml:brush>
  </inkml:definitions>
  <inkml:trace contextRef="#ctx0" brushRef="#br0">0 265 24575,'1'-5'0,"1"0"0,0 0 0,0 0 0,0 0 0,0 1 0,1-1 0,0 1 0,-1-1 0,2 1 0,6-8 0,-4 5 0,9-13 0,2 1 0,0 0 0,1 1 0,1 1 0,1 0 0,38-24 0,-56 40 0,1 0 0,-1-1 0,1 1 0,-1 0 0,1 0 0,-1 1 0,1-1 0,0 0 0,-1 1 0,1 0 0,0-1 0,0 1 0,-1 0 0,1 1 0,0-1 0,0 0 0,-1 1 0,1-1 0,0 1 0,3 1 0,-3 0 0,0 0 0,0 0 0,-1 0 0,1 1 0,0-1 0,-1 1 0,1-1 0,-1 1 0,0 0 0,0 0 0,0 0 0,-1 0 0,1 0 0,-1 1 0,2 3 0,3 11 0,-1 0 0,-1 1 0,0-1 0,-2 1 0,0 0 0,-1 23 0,-12 113 0,10-148 0,-8 51 0,8-53 0,0 0 0,-1 0 0,0-1 0,0 1 0,0 0 0,0 0 0,-1-1 0,-5 7 0,8-10 0,-1 0 0,1-1 0,-1 1 0,1-1 0,-1 1 0,1 0 0,-1-1 0,1 1 0,-1-1 0,1 1 0,-1-1 0,0 0 0,1 1 0,-1-1 0,0 0 0,1 1 0,-1-1 0,0 0 0,0 0 0,1 0 0,-1 1 0,0-1 0,0 0 0,1 0 0,-3 0 0,3-1 0,-1 1 0,0-1 0,0 0 0,1 1 0,-1-1 0,0 0 0,1 1 0,-1-1 0,1 0 0,-1 0 0,1 1 0,-1-1 0,1 0 0,0 0 0,-1 0 0,1 0 0,-1-1 0,0-6 0,-1 1 0,1-1 0,0-14 0,2 0 0,2 0 0,0 0 0,1 1 0,1-1 0,0 1 0,2 0 0,13-27 0,-6 19 0,1 0 0,1 1 0,2 1 0,29-35 0,-34 47 0,27-25 0,-36 37 0,0-1 0,0 1 0,1 0 0,0 0 0,-1 0 0,1 0 0,0 1 0,1 0 0,-1 0 0,0 1 0,8-2 0,-11 3 0,0 0 0,-1 0 0,1 0 0,-1 0 0,1 0 0,0 1 0,-1-1 0,1 1 0,-1-1 0,1 1 0,-1 0 0,1 0 0,-1-1 0,0 1 0,1 0 0,-1 0 0,0 0 0,1 1 0,-1-1 0,0 0 0,0 0 0,0 1 0,0-1 0,-1 0 0,1 1 0,0-1 0,0 1 0,-1-1 0,1 1 0,-1-1 0,1 1 0,-1 2 0,3 6 0,-2 0 0,1 1 0,-1 18 0,-1-24 0,-2 131 0,2-134 0,0 0 0,0 0 0,1 0 0,-1 0 0,0 0 0,1-1 0,-1 1 0,1 0 0,-1 0 0,1 0 0,0 0 0,0 0 0,1 1 0,-1-2 0,0-1 0,-1 1 0,1-1 0,0 0 0,-1 1 0,1-1 0,0 0 0,0 1 0,-1-1 0,1 0 0,0 0 0,0 0 0,-1 0 0,1 0 0,0 0 0,0 0 0,0 0 0,-1 0 0,1 0 0,0 0 0,0-1 0,-1 1 0,1 0 0,0 0 0,0-1 0,-1 1 0,1-1 0,0 1 0,-1 0 0,1-1 0,-1 1 0,1-1 0,-1 1 0,2-2 0,67-59 0,-47 39 0,28-21 0,-41 37 0,-1 1 0,1-1 0,0 1 0,0 1 0,0 0 0,1 0 0,14-3 0,-21 6 0,0 0 0,0 1 0,-1-1 0,1 1 0,0 0 0,0 0 0,0 0 0,-1 0 0,1 0 0,0 1 0,0-1 0,-1 1 0,1 0 0,0 0 0,-1 0 0,1 0 0,0 0 0,3 3 0,-4-2 0,1 0 0,-1 1 0,0-1 0,1 1 0,-1 0 0,0 0 0,-1 0 0,1 0 0,0 0 0,-1 0 0,0 0 0,0 0 0,1 4 0,1 8 0,-1 0 0,0 0 0,-1 0 0,-1 0 0,-3 24 0,-2 5 0,2-23 0,1 1 0,1-1 0,2 25 0,-1-43-52,0-1-1,0 0 1,1 1-1,-1-1 1,1 0-1,0 0 1,-1 0-1,1 1 1,0-1-1,0 0 1,0 0-1,1 0 1,-1-1-1,0 1 1,1 0-1,-1 0 1,1-1-1,0 1 1,-1-1-1,1 1 0,0-1 1,0 0-1,0 1 1,0-1-1,4 1 1,11 3-6774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8.953"/>
    </inkml:context>
    <inkml:brush xml:id="br0">
      <inkml:brushProperty name="width" value="0.05" units="cm"/>
      <inkml:brushProperty name="height" value="0.05" units="cm"/>
    </inkml:brush>
  </inkml:definitions>
  <inkml:trace contextRef="#ctx0" brushRef="#br0">121 207 24575,'15'-25'0,"0"1"0,2 1 0,29-33 0,-21 26 0,-25 30 0,19-28 0,-15 14 0,-4 13 0,0 1 0,0-1 0,0 1 0,0 0 0,-1-1 0,1 1 0,0 0 0,0 0 0,-1-1 0,1 1 0,0 0 0,-1 0 0,1-1 0,0 1 0,0 0 0,-1 0 0,1 0 0,-1-1 0,1 1 0,0 0 0,-1 0 0,1 0 0,0 0 0,-1 0 0,1 0 0,-1 0 0,1 0 0,0 0 0,-1 0 0,1 0 0,0 0 0,-1 0 0,1 0 0,-1 0 0,-4 1 0,0 1 0,0-1 0,0 1 0,0-1 0,1 1 0,-1 1 0,1-1 0,-8 6 0,-36 29 0,39-29 0,-14 11 0,0 2 0,-21 25 0,38-40 0,1 1 0,-1 0 0,1 0 0,1 1 0,0-1 0,0 1 0,0 0 0,1 0 0,0 0 0,0 1 0,1-1 0,-1 11 0,2-16 0,1 0 0,0 0 0,0 0 0,0 0 0,1 0 0,-1 0 0,1 0 0,-1 0 0,1 0 0,0-1 0,0 1 0,0 0 0,1 0 0,-1-1 0,1 1 0,-1-1 0,1 1 0,0-1 0,3 3 0,-2-2 0,1-1 0,-1 1 0,1-1 0,0 0 0,0 0 0,0 0 0,0 0 0,1-1 0,-1 0 0,0 1 0,8-1 0,1 1 0,1-2 0,-1 0 0,0 0 0,0-2 0,0 1 0,0-2 0,23-6 0,-20 2 0,-1 0 0,0 0 0,-1-2 0,0 0 0,0 0 0,-1-1 0,0-1 0,-1-1 0,0 1 0,0-2 0,-2 1 0,18-28 0,-12 23 0,-16 17 0,1 0 0,-1 0 0,1 0 0,-1 0 0,0 0 0,1 0 0,-1 0 0,1 0 0,-1 0 0,1 0 0,-1 0 0,1 0 0,-1 0 0,0 0 0,1 0 0,-1 0 0,1 1 0,-1-1 0,0 0 0,1 0 0,-1 0 0,0 1 0,1-1 0,-1 0 0,0 1 0,1-1 0,-1 0 0,0 1 0,1-1 0,-1 0 0,0 1 0,0-1 0,0 1 0,1-1 0,-1 0 0,0 1 0,0-1 0,0 1 0,0-1 0,0 0 0,0 1 0,0-1 0,0 1 0,0-1 0,0 1 0,9 38 115,-6-23-69,1 0 0,0 0-1,9 20 1,-11-32-139,0 0 1,0-1 0,0 1-1,1 0 1,-1-1-1,1 0 1,-1 0 0,1 0-1,0 0 1,1 0 0,-1 0-1,0-1 1,1 1-1,-1-1 1,1 0 0,0 0-1,7 2 1,8 1-6734</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9.125"/>
    </inkml:context>
    <inkml:brush xml:id="br0">
      <inkml:brushProperty name="width" value="0.05" units="cm"/>
      <inkml:brushProperty name="height" value="0.05" units="cm"/>
    </inkml:brush>
  </inkml:definitions>
  <inkml:trace contextRef="#ctx0" brushRef="#br0">1 73 24575,'0'-10'0,"0"3"0,-1 1 0,2 0 0,-1 0 0,1 0 0,0 0 0,1-7 0,-1 13 0,-1-1 0,0 0 0,1 0 0,-1 1 0,0-1 0,1 0 0,-1 0 0,1 1 0,-1-1 0,1 1 0,0-1 0,-1 0 0,1 1 0,0-1 0,-1 1 0,1-1 0,0 1 0,-1 0 0,1-1 0,1 1 0,0-1 0,-1 1 0,1 0 0,-1 0 0,1 0 0,-1 1 0,1-1 0,0 0 0,-1 0 0,1 1 0,-1-1 0,1 1 0,-1 0 0,1-1 0,2 3 0,4 2 0,0 1 0,0 0 0,0 0 0,-1 1 0,1 0 0,9 13 0,35 53 0,-42-58 0,21 34 0,-17-25 0,1-1 0,1-1 0,0 0 0,2-1 0,23 21 0,-23-29-1365,-2-5-5461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9.284"/>
    </inkml:context>
    <inkml:brush xml:id="br0">
      <inkml:brushProperty name="width" value="0.05" units="cm"/>
      <inkml:brushProperty name="height" value="0.05" units="cm"/>
    </inkml:brush>
  </inkml:definitions>
  <inkml:trace contextRef="#ctx0" brushRef="#br0">389 142 24575,'0'-18'0,"0"0"0,-2 0 0,0 0 0,-1 1 0,-6-22 0,9 38 0,0 1 0,0-1 0,0 1 0,0-1 0,-1 1 0,1-1 0,0 1 0,0-1 0,0 0 0,0 1 0,-1 0 0,1-1 0,0 1 0,0-1 0,-1 1 0,1-1 0,0 1 0,-1-1 0,1 1 0,-1 0 0,1-1 0,0 1 0,-1 0 0,1 0 0,-1-1 0,1 1 0,-1 0 0,1 0 0,-1-1 0,1 1 0,-1 0 0,1 0 0,-1 0 0,1 0 0,-1 0 0,1 0 0,-1 0 0,0 0 0,1 0 0,-1 0 0,1 0 0,-1 0 0,1 0 0,-1 0 0,1 1 0,-1-1 0,1 0 0,-1 0 0,1 1 0,-1-1 0,1 0 0,0 1 0,-1-1 0,1 0 0,-1 1 0,-21 29 0,19-27 0,-41 67 0,-179 275 0,177-272-1365,34-49-5461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9.548"/>
    </inkml:context>
    <inkml:brush xml:id="br0">
      <inkml:brushProperty name="width" value="0.05" units="cm"/>
      <inkml:brushProperty name="height" value="0.05" units="cm"/>
    </inkml:brush>
  </inkml:definitions>
  <inkml:trace contextRef="#ctx0" brushRef="#br0">62 0 24575,'-3'0'0,"-7"3"0,-5 1 0,-2 0 0,3-1 0,12 0 0,11-2 0,13 0 0,13 2 0,8 1 0,10-1 0,4 0 0,1-1 0,-2-1 0,-6 0 0,-7-1 0,-12-3 0,-11-1-8191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0.103"/>
    </inkml:context>
    <inkml:brush xml:id="br0">
      <inkml:brushProperty name="width" value="0.05" units="cm"/>
      <inkml:brushProperty name="height" value="0.05" units="cm"/>
    </inkml:brush>
  </inkml:definitions>
  <inkml:trace contextRef="#ctx0" brushRef="#br0">280 331 24575,'3'-4'0,"0"0"0,-1 0 0,1-1 0,-1 1 0,0-1 0,-1 1 0,1-1 0,0-5 0,5-9 0,1-2 0,-1 0 0,0 0 0,-2 0 0,0-1 0,-1 0 0,-2 0 0,1-35 0,-3 54 0,0 0 0,-1 0 0,1 0 0,-1 1 0,1-1 0,-1 0 0,0 0 0,0 1 0,0-1 0,0 0 0,-1 1 0,1-1 0,-1 1 0,1 0 0,-1-1 0,0 1 0,-3-3 0,3 3 0,0 1 0,-1 0 0,1 0 0,0 0 0,0 1 0,0-1 0,-1 0 0,1 1 0,0-1 0,-1 1 0,1 0 0,-1 0 0,1 0 0,0 0 0,-1 0 0,1 1 0,0-1 0,-1 1 0,1-1 0,0 1 0,-4 1 0,-9 5 0,0 0 0,1 1 0,0 0 0,1 1 0,-16 13 0,1 2 0,-31 34 0,49-46 0,0 0 0,1 1 0,0 0 0,1 0 0,0 1 0,1-1 0,1 2 0,-6 17 0,11-27 0,-1 1 0,1 0 0,0 0 0,1 0 0,-1 0 0,1 0 0,0 0 0,1 0 0,-1 0 0,3 10 0,-1-12 0,-1 0 0,1 0 0,0-1 0,0 1 0,0 0 0,1-1 0,-1 1 0,1-1 0,0 0 0,-1 1 0,2-2 0,-1 1 0,0 0 0,1 0 0,-1-1 0,7 3 0,-3-1 0,1 0 0,0-1 0,0-1 0,0 1 0,1-1 0,-1 0 0,0-1 0,1 0 0,-1-1 0,1 1 0,-1-2 0,1 1 0,-1-1 0,1 0 0,-1-1 0,0 0 0,1 0 0,-1-1 0,0 0 0,-1-1 0,14-7 0,-9 4 0,-1 0 0,0-1 0,-1 0 0,0-1 0,0-1 0,-1 1 0,0-1 0,0-1 0,-1 0 0,-1 0 0,0 0 0,0-1 0,5-15 0,0-8 0,-2-1 0,10-60 0,-26 126 0,2 0 0,1 1 0,2-1 0,2 41 0,0-61 0,1 0 0,0 0 0,0 0 0,1-1 0,0 1 0,1-1 0,9 18 0,-9-22 0,-1 1 0,1-1 0,0 0 0,1 0 0,-1-1 0,1 0 0,0 1 0,0-1 0,0-1 0,1 1 0,-1-1 0,1 0 0,11 4 0,26 5-1365,-1-6-5461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0.308"/>
    </inkml:context>
    <inkml:brush xml:id="br0">
      <inkml:brushProperty name="width" value="0.05" units="cm"/>
      <inkml:brushProperty name="height" value="0.05" units="cm"/>
    </inkml:brush>
  </inkml:definitions>
  <inkml:trace contextRef="#ctx0" brushRef="#br0">144 130 24575,'-1'-8'0,"0"0"0,-1-1 0,0 1 0,-1 0 0,0 0 0,0 1 0,0-1 0,-1 0 0,-1 1 0,1 0 0,-1 0 0,-10-11 0,14 17 0,0-1 0,-1 1 0,1-1 0,-1 1 0,1 0 0,-1-1 0,1 1 0,-1 0 0,0 0 0,1 0 0,-1 0 0,0 1 0,0-1 0,0 0 0,0 1 0,0 0 0,-2-1 0,2 1 0,1 0 0,0 0 0,-1 1 0,1-1 0,-1 1 0,1-1 0,0 1 0,-1-1 0,1 1 0,0 0 0,-1-1 0,1 1 0,0 0 0,0 0 0,0 0 0,0 0 0,0 0 0,-1 2 0,-2 2 0,1 1 0,-1-1 0,1 1 0,1 0 0,-1 0 0,1 0 0,0 1 0,-2 12 0,-1 29 0,2 0 0,3 1 0,10 92 0,-3-60 0,10 96-1365,-15-149-5461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0.668"/>
    </inkml:context>
    <inkml:brush xml:id="br0">
      <inkml:brushProperty name="width" value="0.05" units="cm"/>
      <inkml:brushProperty name="height" value="0.05" units="cm"/>
    </inkml:brush>
  </inkml:definitions>
  <inkml:trace contextRef="#ctx0" brushRef="#br0">7 142 24575,'-4'-29'0,"3"25"0,1-1 0,-1 1 0,0-1 0,1 1 0,0-7 0,0 10 0,0 1 0,0 0 0,0-1 0,1 1 0,-1-1 0,0 1 0,0 0 0,0-1 0,0 1 0,0-1 0,0 1 0,1 0 0,-1-1 0,0 1 0,0 0 0,0-1 0,1 1 0,-1 0 0,0 0 0,1-1 0,-1 1 0,0 0 0,1 0 0,-1-1 0,0 1 0,1 0 0,-1 0 0,0 0 0,1-1 0,-1 1 0,1 0 0,13 4 0,11 17 0,-13-10 0,0 1 0,-1 1 0,-1 0 0,13 22 0,-18-26 0,0 0 0,0 0 0,-1 1 0,-1-1 0,1 1 0,-2 0 0,1 0 0,1 16 0,-4-24 0,0 0 0,0 1 0,0-1 0,-1 0 0,1 0 0,0 1 0,-1-1 0,0 0 0,1 0 0,-1 0 0,0 0 0,0 0 0,0 0 0,0 0 0,-1 0 0,1 0 0,0 0 0,-1 0 0,1-1 0,-1 1 0,0-1 0,0 1 0,1-1 0,-1 0 0,0 1 0,0-1 0,0 0 0,0 0 0,0-1 0,-1 1 0,1 0 0,0-1 0,0 1 0,0-1 0,-1 0 0,1 1 0,0-1 0,-1 0 0,1-1 0,0 1 0,0 0 0,-1-1 0,1 1 0,0-1 0,0 1 0,0-1 0,0 0 0,0 0 0,0 0 0,0 0 0,0-1 0,0 1 0,0 0 0,0-1 0,1 0 0,-1 1 0,-2-4 0,3 3 0,0 0 0,0 0 0,0 0 0,1 1 0,-1-1 0,0 0 0,1 0 0,0 0 0,-1 0 0,1 0 0,0 0 0,0 0 0,0 0 0,0 0 0,0 0 0,1 0 0,-1 0 0,1 0 0,-1 0 0,1 0 0,0 0 0,-1 0 0,1 1 0,0-1 0,0 0 0,0 0 0,3-2 0,2-4 0,0 0 0,1 0 0,0 1 0,10-8 0,27-19 0,1 1 0,1 3 0,95-47 0,-120 68-682,43-13-1,-29 13-6143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2.166"/>
    </inkml:context>
    <inkml:brush xml:id="br0">
      <inkml:brushProperty name="width" value="0.05" units="cm"/>
      <inkml:brushProperty name="height" value="0.05" units="cm"/>
    </inkml:brush>
  </inkml:definitions>
  <inkml:trace contextRef="#ctx0" brushRef="#br0">82 468 24575,'-3'1'0,"-1"-1"0,0 0 0,1-1 0,-1 1 0,1 0 0,-1-1 0,1 0 0,-1 0 0,1 0 0,-1 0 0,1-1 0,-5-2 0,60 14 0,-37-7 0,-1 1 0,0-1 0,1-1 0,0-1 0,-1 0 0,26-2 0,-36 1 0,0-1 0,-1 1 0,1-1 0,0 0 0,-1 0 0,1 0 0,-1 0 0,1-1 0,-1 1 0,0-1 0,0 0 0,1 0 0,-1 0 0,-1-1 0,1 1 0,0-1 0,0 1 0,-1-1 0,0 0 0,1 0 0,-1 0 0,0 0 0,-1 0 0,1-1 0,0 1 0,-1 0 0,0-1 0,0 1 0,0-1 0,0 0 0,0-7 0,0 8 0,-1-1 0,-1 0 0,1 0 0,0 0 0,-1 0 0,0 0 0,0 0 0,0 1 0,0-1 0,-1 0 0,1 1 0,-1-1 0,0 1 0,0 0 0,0-1 0,-1 1 0,1 0 0,-1 0 0,0 1 0,0-1 0,0 0 0,0 1 0,0 0 0,-6-4 0,4 3 0,0 1 0,0-1 0,-1 1 0,1 0 0,0 1 0,-1-1 0,0 1 0,1 0 0,-1 0 0,1 1 0,-1 0 0,0 0 0,1 0 0,-1 0 0,0 1 0,-8 2 0,5 1 0,1-1 0,-1 1 0,1 0 0,0 1 0,0 0 0,1 1 0,0-1 0,0 1 0,0 1 0,0-1 0,1 1 0,0 0 0,1 0 0,-1 1 0,2 0 0,-1 0 0,1 0 0,0 1 0,0-1 0,-3 17 0,5-18 0,1-1 0,-1 1 0,2 0 0,-1 0 0,1 0 0,0-1 0,0 1 0,1 0 0,0 0 0,0 0 0,0-1 0,1 1 0,0-1 0,1 1 0,-1-1 0,1 0 0,0 0 0,1 0 0,0 0 0,0 0 0,0-1 0,0 0 0,1 0 0,0 0 0,0 0 0,0-1 0,0 0 0,10 6 0,-3-4 0,2 0 0,-1 0 0,0-1 0,1-1 0,0 0 0,0-1 0,0-1 0,1 0 0,14 0 0,1-1 0,0-2 0,0-1 0,40-8 0,-45 4 0,0 0 0,-1-2 0,1-1 0,-2-1 0,1-1 0,-1-1 0,30-21 0,7-12 0,66-62 0,-33 26 0,-72 59 0,-21 22 0,0 0 0,0 0 0,1-1 0,-1 1 0,0 0 0,0 0 0,0 0 0,0-1 0,0 1 0,1 0 0,-1 0 0,0-1 0,0 1 0,0 0 0,0 0 0,0-1 0,0 1 0,0 0 0,0 0 0,0-1 0,0 1 0,0 0 0,0 0 0,0-1 0,0 1 0,0 0 0,0 0 0,0-1 0,0 1 0,-1 0 0,-13 1 0,-148 65 0,101-38 0,44-20 0,5-4 0,0 1 0,1 0 0,0 1 0,0 0 0,1 1 0,-1 0 0,1 0 0,-11 12 0,20-18 0,0 0 0,0 0 0,0 0 0,0 0 0,0 1 0,1-1 0,-1 0 0,0 0 0,1 1 0,-1-1 0,1 0 0,-1 1 0,1-1 0,0 1 0,-1-1 0,1 0 0,0 1 0,0-1 0,0 1 0,0-1 0,0 1 0,0-1 0,1 3 0,0-2 0,0 0 0,1-1 0,-1 1 0,0 0 0,1-1 0,-1 1 0,1-1 0,-1 1 0,1-1 0,-1 0 0,1 1 0,0-1 0,0 0 0,2 1 0,8 3 0,0-1 0,0 0 0,0-1 0,15 2 0,-4-2 0,1 0 0,-1-2 0,41-1 0,-50-2 0,0 1 0,0-2 0,-1 0 0,0 0 0,1-1 0,-1-1 0,21-11 0,-30 14 0,0-1 0,0 0 0,0 0 0,0 0 0,-1 0 0,0-1 0,1 1 0,3-7 0,-6 9 0,0-1 0,0 0 0,0 0 0,0 0 0,0 0 0,0 1 0,-1-1 0,1 0 0,0-1 0,-1 1 0,0 0 0,1 0 0,-1 0 0,0 0 0,0 0 0,0 0 0,-1 0 0,1 0 0,0 0 0,-2-4 0,2 5 0,0 0 0,-1 1 0,1-1 0,0 1 0,-1-1 0,1 0 0,0 1 0,-1-1 0,1 1 0,-1-1 0,1 1 0,-1-1 0,1 1 0,-1 0 0,1-1 0,-1 1 0,1 0 0,-1-1 0,0 1 0,1 0 0,-1 0 0,1-1 0,-1 1 0,0 0 0,1 0 0,-1 0 0,0 0 0,1 0 0,-1 0 0,0 0 0,1 0 0,-1 0 0,0 0 0,1 0 0,-1 1 0,0-1 0,1 0 0,-1 0 0,1 1 0,-1-1 0,0 0 0,1 1 0,-1-1 0,1 0 0,-1 1 0,1-1 0,-1 1 0,1-1 0,-1 2 0,-2 0 0,1 1 0,-1-1 0,1 1 0,0 0 0,0-1 0,0 1 0,0 0 0,-2 5 0,3-4 0,-1 1 0,1-1 0,0 1 0,0 0 0,0-1 0,0 1 0,1 0 0,0-1 0,0 1 0,0 0 0,1-1 0,0 1 0,0 0 0,0-1 0,0 1 0,1-1 0,-1 0 0,1 1 0,0-1 0,1 0 0,-1 0 0,1 0 0,-1 0 0,1-1 0,0 1 0,1-1 0,-1 1 0,1-1 0,-1 0 0,1-1 0,0 1 0,0-1 0,0 1 0,0-1 0,1 0 0,-1-1 0,0 1 0,1-1 0,0 0 0,-1 0 0,1 0 0,-1-1 0,1 1 0,0-1 0,0 0 0,-1-1 0,9-1 0,-1 0 0,-1-1 0,0 0 0,0-1 0,0-1 0,-1 1 0,0-2 0,0 1 0,0-2 0,0 1 0,-1-1 0,0-1 0,-1 1 0,1-2 0,11-15 0,-3 3 0,-1-1 0,-2-1 0,0 0 0,-1-1 0,11-31 0,-8 13 0,-3-1 0,-1 0 0,-2 0 0,6-54 0,-16 95 0,1-38 0,-1 38 0,0 1 0,0 0 0,0 0 0,0-1 0,0 1 0,0 0 0,0 0 0,0 0 0,-1-1 0,1 1 0,0 0 0,-1 0 0,1 0 0,-1 0 0,0 0 0,1-1 0,-1 1 0,0 0 0,1 0 0,-1 1 0,0-1 0,0 0 0,0 0 0,0 0 0,0 1 0,-2-2 0,2 2 0,0 0 0,0 1 0,0-1 0,0 0 0,0 1 0,0-1 0,-1 1 0,1-1 0,0 1 0,1 0 0,-1-1 0,0 1 0,0 0 0,0 0 0,0 0 0,0-1 0,1 1 0,-1 0 0,0 0 0,1 0 0,-1 0 0,1 0 0,-1 0 0,0 3 0,-11 28 0,7-15 0,1 1 0,1 0 0,1 0 0,0 1 0,1-1 0,1 0 0,1 1 0,0-1 0,8 34 0,-7-43 0,1 0 0,-1 0 0,2 0 0,-1 0 0,1-1 0,0 1 0,1-1 0,0 0 0,0-1 0,1 1 0,0-1 0,0 0 0,0-1 0,1 1 0,0-1 0,1 0 0,-1-1 0,1 0 0,0 0 0,0-1 0,12 5 0,-17-8 0,1 0 0,0 0 0,0 0 0,1 0 0,-1-1 0,0 1 0,0-1 0,0 0 0,0 0 0,0-1 0,0 1 0,0-1 0,8-2 0,-3-1 0,-1 0 0,1 0 0,-1-1 0,10-7 0,21-13 0,-36 24 0,0 0 0,0 0 0,-1 0 0,1 0 0,0 0 0,0 1 0,0-1 0,0 1 0,0 0 0,0 0 0,0 0 0,0 0 0,3 1 0,37 13 0,-36-11 0,1 0 0,-1-1 0,0 0 0,16 2 0,-20-4 0,-1 0 0,1 0 0,0 0 0,0 0 0,0-1 0,-1 0 0,1 1 0,0-1 0,-1 0 0,1 0 0,-1 0 0,1-1 0,-1 1 0,0 0 0,1-1 0,-1 0 0,0 1 0,2-4 0,8-9 0,-11 12 0,0 0 0,1 0 0,-1 0 0,1 0 0,-1 1 0,1-1 0,0 0 0,3-1 0,-5 4 0,1 0 0,-1 0 0,0 0 0,0 1 0,0-1 0,0 0 0,0 0 0,0 0 0,0 1 0,0-1 0,0 0 0,-1 0 0,1 0 0,-1 2 0,-108 603 0,104-569 0,3-13 0,-2 0 0,0-1 0,-11 33 0,14-55 0,1 1 0,0-1 0,-1 1 0,0-1 0,1 1 0,-1-1 0,0 1 0,0-1 0,1 1 0,-1-1 0,0 0 0,0 0 0,-1 0 0,1 1 0,0-1 0,0 0 0,0 0 0,-1 0 0,1-1 0,-1 1 0,1 0 0,0 0 0,-1-1 0,1 1 0,-3 0 0,2-2 0,1 1 0,-1-1 0,0 1 0,0-1 0,1 1 0,-1-1 0,1 0 0,-1 0 0,1 0 0,-1 0 0,1 0 0,-1 0 0,1-1 0,0 1 0,0 0 0,-1-1 0,1 1 0,0 0 0,0-1 0,1 0 0,-1 1 0,-1-3 0,-4-8 0,1-1 0,0 0 0,1-1 0,0 1 0,1-1 0,1 1 0,-2-24 0,3 16 0,1-1 0,1 1 0,1-1 0,5-26 0,-2 28 0,1 0 0,0 0 0,2 1 0,0 0 0,1 0 0,1 1 0,1 1 0,0-1 0,1 2 0,1-1 0,28-25 0,-30 32 0,0 0 0,1 1 0,1 0 0,-1 1 0,1 0 0,1 1 0,-1 1 0,1 0 0,0 1 0,1 0 0,-1 1 0,1 1 0,0 0 0,0 1 0,0 0 0,28 2 0,-34 1 0,-1 0 0,0 1 0,1 0 0,-1 0 0,0 1 0,0 0 0,-1 0 0,15 9 0,-20-11 0,1 0 0,-1 0 0,0 1 0,0-1 0,0 1 0,0 0 0,0 0 0,-1 0 0,1-1 0,-1 2 0,1-1 0,-1 0 0,1 0 0,-1 0 0,0 1 0,0-1 0,0 0 0,-1 1 0,1-1 0,0 1 0,-1-1 0,0 1 0,1-1 0,-1 1 0,0-1 0,0 1 0,-1 0 0,1-1 0,0 1 0,-1-1 0,0 1 0,1-1 0,-2 3 0,0-2 23,0 0 0,0 0 0,0 0-1,0 0 1,0-1 0,0 1 0,-1-1-1,1 1 1,-1-1 0,0 0 0,0 0-1,0 0 1,0-1 0,-4 3 0,-3 0-450,0 0 0,0-1 1,-15 3-1,-5 0-6399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3.056"/>
    </inkml:context>
    <inkml:brush xml:id="br0">
      <inkml:brushProperty name="width" value="0.05" units="cm"/>
      <inkml:brushProperty name="height" value="0.05" units="cm"/>
    </inkml:brush>
  </inkml:definitions>
  <inkml:trace contextRef="#ctx0" brushRef="#br0">19 53 24575,'0'-1'0,"0"0"0,-1 0 0,1 0 0,-1 0 0,1 0 0,-1 0 0,1 0 0,-1 0 0,1 0 0,-1 0 0,0 0 0,0 1 0,-1-3 0,-7-9 0,9 11 0,0 1 0,0-1 0,0 1 0,0-1 0,0 1 0,0-1 0,0 1 0,0-1 0,0 1 0,0-1 0,0 1 0,0-1 0,1 1 0,-1-1 0,0 1 0,0-1 0,1 1 0,-1-1 0,0 1 0,0 0 0,1-1 0,-1 1 0,1-1 0,-1 1 0,0 0 0,1-1 0,-1 1 0,1 0 0,0-1 0,3-1 0,1 0 0,0 0 0,0 1 0,-1 0 0,1-1 0,0 2 0,0-1 0,0 0 0,1 1 0,8 1 0,0-2 0,98 3 0,120 16 0,-101-6 0,-118-11 0,-6 0 0,0 0 0,0-1 0,0 0 0,0 0 0,9-2 0,-16 2 5,0 0 0,0 0 0,-1 0 0,1 0 0,0-1 0,0 1 0,-1 0 0,1 0 0,0 0 0,0 0 0,0 0-1,-1-1 1,1 1 0,0 0 0,0 0 0,0 0 0,-1-1 0,1 1 0,0 0 0,0 0 0,0-1 0,0 1 0,0 0 0,0 0 0,0 0 0,0-1-1,-1 1 1,1 0 0,0-1 0,0 1 0,0 0 0,0 0 0,0-1 0,0 1 0,0 0 0,1 0 0,-1-1 0,0 1 0,0 0 0,0 0 0,0-1-1,0 1 1,0 0 0,0 0 0,0-1 0,1 1 0,-1 0 0,0 0 0,0 0 0,0-1 0,1 1 0,-1 0 0,0 0 0,0 0 0,0 0 0,1 0-1,-1-1 1,0 1 0,0 0 0,1 0 0,-1 0 0,0 0 0,0 0 0,1 0 0,-1 0 0,0 0 0,0 0 0,1 0 0,-21-11-1479,20 11 1242,-23-10-6594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3.309"/>
    </inkml:context>
    <inkml:brush xml:id="br0">
      <inkml:brushProperty name="width" value="0.05" units="cm"/>
      <inkml:brushProperty name="height" value="0.05" units="cm"/>
    </inkml:brush>
  </inkml:definitions>
  <inkml:trace contextRef="#ctx0" brushRef="#br0">8 43 24575,'-4'-20'0,"3"18"0,1 1 0,-1-1 0,1 0 0,-1 0 0,1 0 0,0 1 0,0-1 0,0 0 0,0 0 0,0-2 0,0 4 0,1 0 0,-1 0 0,1 0 0,-1 0 0,0 0 0,1 0 0,-1 0 0,1 0 0,-1 0 0,0 0 0,1 0 0,-1 0 0,0 0 0,1 1 0,-1-1 0,1 0 0,-1 0 0,0 0 0,0 1 0,1-1 0,-1 0 0,0 0 0,1 1 0,-1-1 0,0 0 0,0 1 0,1-1 0,-1 0 0,0 1 0,0-1 0,0 0 0,0 1 0,1-1 0,-1 1 0,10 15 0,-2 0 0,-2 1 0,0 0 0,-1 0 0,0 1 0,-2-1 0,0 1 0,1 31 0,-9 129 0,4-161 0,-3 34 0,-5 136 0,9-183-65,0-1 0,0 0 0,0 1 0,1-1 0,-1 0 0,1 0 0,-1 0 0,1 1 0,0-1 0,0 0 0,1 0 0,-1 0 0,1 0 0,-1 0 0,1-1 0,0 1 0,0 0 0,0-1 0,0 1 0,4 2 0,9 3-6761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13.588"/>
    </inkml:context>
    <inkml:brush xml:id="br0">
      <inkml:brushProperty name="width" value="0.05" units="cm"/>
      <inkml:brushProperty name="height" value="0.05" units="cm"/>
    </inkml:brush>
  </inkml:definitions>
  <inkml:trace contextRef="#ctx0" brushRef="#br0">20 7 24575,'0'0'0,"0"0"0,0 0 0,1 0 0,-1-1 0,0 1 0,0 0 0,0 0 0,0 0 0,0-1 0,0 1 0,0 0 0,0 0 0,0 0 0,0-1 0,0 1 0,0 0 0,0 0 0,0 0 0,0-1 0,0 1 0,0 0 0,0 0 0,-1 0 0,1 0 0,0-1 0,0 1 0,0 0 0,0 0 0,0 0 0,0 0 0,-1 0 0,1-1 0,0 1 0,0 0 0,0 0 0,0 0 0,0 0 0,-1 0 0,1 0 0,0 0 0,0 0 0,0 0 0,-1-1 0,1 1 0,0 0 0,0 0 0,0 0 0,-1 0 0,1 0 0,0 0 0,0 0 0,0 0 0,0 0 0,-1 1 0,1-1 0,0 0 0,0 0 0,0 0 0,-1 0 0,1 0 0,-8 12 0,6 1 0,0 0 0,1 0 0,1 0 0,0 0 0,0 1 0,4 18 0,22 81 0,-10-51 0,-7-20-195,-2-1 0,-1 2 0,-2-1 0,-2 0 0,-2 1 0,-8 58 0,4-78-6631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0.175"/>
    </inkml:context>
    <inkml:brush xml:id="br0">
      <inkml:brushProperty name="width" value="0.05" units="cm"/>
      <inkml:brushProperty name="height" value="0.05" units="cm"/>
    </inkml:brush>
  </inkml:definitions>
  <inkml:trace contextRef="#ctx0" brushRef="#br0">121 109 24575,'5'-15'0,"1"-4"0,-6 18 0,0 0 0,-1 1 0,1-1 0,0 1 0,0-1 0,0 1 0,-1-1 0,1 1 0,0-1 0,0 1 0,-1-1 0,1 1 0,0-1 0,-1 1 0,1-1 0,-1 1 0,1-1 0,-1 1 0,1 0 0,-1-1 0,1 1 0,-1 0 0,1 0 0,-1-1 0,1 1 0,-1 0 0,1 0 0,-1 0 0,0-1 0,1 1 0,-1 0 0,1 0 0,-2 0 0,0 0 0,0 0 0,0 1 0,-1-1 0,1 0 0,0 1 0,0-1 0,0 1 0,0 0 0,0 0 0,0 0 0,0 0 0,0 0 0,0 0 0,0 0 0,0 1 0,0-1 0,1 1 0,-1-1 0,1 1 0,-1 0 0,1 0 0,-2 3 0,-5 6 0,2 0 0,-9 18 0,14-27 0,-7 15 0,1 0 0,1 0 0,1 0 0,0 1 0,2-1 0,0 1 0,-1 26 0,3-33 0,2 0 0,-1 1 0,1-1 0,1 0 0,0 0 0,1 0 0,0 0 0,1-1 0,0 1 0,0-1 0,1 0 0,0 0 0,8 10 0,-9-15 0,0 0 0,0-1 0,0 1 0,0-1 0,1 0 0,-1-1 0,1 1 0,0-1 0,0 0 0,1 0 0,-1 0 0,1-1 0,-1 0 0,7 2 0,-3-2 0,0 0 0,0-1 0,0-1 0,0 1 0,0-1 0,0-1 0,0 0 0,15-3 0,-7 0 0,-1-1 0,0 0 0,-1-2 0,1 0 0,-1 0 0,-1-1 0,1-1 0,-1-1 0,21-18 0,-25 17 0,0 0 0,-1 0 0,0-1 0,-1 0 0,0-1 0,-1 0 0,-1 0 0,0 0 0,0-1 0,-2 0 0,5-18 0,-5 11 0,0 0 0,-1 0 0,-2-1 0,0 1 0,-1-1 0,-1 1 0,-5-24 0,5 36-273,-1 1 0,-1-1 0,1 1 0,-6-12 0,0 6-6553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0.392"/>
    </inkml:context>
    <inkml:brush xml:id="br0">
      <inkml:brushProperty name="width" value="0.05" units="cm"/>
      <inkml:brushProperty name="height" value="0.05" units="cm"/>
    </inkml:brush>
  </inkml:definitions>
  <inkml:trace contextRef="#ctx0" brushRef="#br0">8 0 24575,'3'0'0,"4"0"0,1 3 0,-2 4 0,0 7 0,-6 7 0,-2 6 0,-1 7 0,0 7 0,1 6 0,-3 0 0,1-1 0,-1 0 0,2-5 0,1-3 0,-2-5 0,-1-8-8191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0.676"/>
    </inkml:context>
    <inkml:brush xml:id="br0">
      <inkml:brushProperty name="width" value="0.05" units="cm"/>
      <inkml:brushProperty name="height" value="0.05" units="cm"/>
    </inkml:brush>
  </inkml:definitions>
  <inkml:trace contextRef="#ctx0" brushRef="#br0">432 0 24575,'-18'0'0,"0"2"0,0-1 0,0 2 0,0 1 0,1 0 0,0 1 0,-1 0 0,2 2 0,-1 0 0,1 1 0,0 1 0,1 0 0,-24 18 0,24-14 0,1 0 0,0 1 0,1 1 0,0 0 0,1 1 0,1 0 0,1 1 0,0 0 0,1 0 0,1 1 0,0 0 0,-6 25 0,9-23 0,0 1 0,2-1 0,0 1 0,1-1 0,1 1 0,1 0 0,1 0 0,0 0 0,2-1 0,1 1 0,0-1 0,1 0 0,2 0 0,0 0 0,1-1 0,0 0 0,2-1 0,0 0 0,1 0 0,1-1 0,1 0 0,0-1 0,21 19 0,-10-14 69,1-2-1,1 0 0,0-1 0,55 25 1,-40-24-638,1-3 0,77 20 0,-18-15-6257</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0.911"/>
    </inkml:context>
    <inkml:brush xml:id="br0">
      <inkml:brushProperty name="width" value="0.05" units="cm"/>
      <inkml:brushProperty name="height" value="0.05" units="cm"/>
    </inkml:brush>
  </inkml:definitions>
  <inkml:trace contextRef="#ctx0" brushRef="#br0">48 9 24575,'1'-1'0,"1"0"0,-1 0 0,1 0 0,-1 1 0,1-1 0,-1 0 0,1 1 0,-1-1 0,1 1 0,0-1 0,-1 1 0,1 0 0,0 0 0,-1-1 0,1 1 0,0 0 0,-1 1 0,1-1 0,0 0 0,-1 0 0,3 2 0,3-1 0,-1 1 0,0 1 0,0-1 0,8 6 0,2 2 0,-1 1 0,-1 0 0,0 1 0,0 1 0,-1 0 0,-1 1 0,0 0 0,10 16 0,4 10 0,39 83 0,-53-97 0,-1 0 0,-2 0 0,0 1 0,-2 0 0,7 46 0,-13-61 0,0-1 0,-1 1 0,0 0 0,-1-1 0,0 1 0,0 0 0,-2-1 0,1 1 0,-2-1 0,1 0 0,-1 0 0,-1 0 0,0-1 0,-1 0 0,0 0 0,-8 11 0,4-9 38,-1-1 0,1-1 0,-2 0 0,1-1 0,-2 0 0,1 0 0,-1-2 0,-21 10 0,7-5-465,-2-1 0,1-2 1,-36 7-1,-17-1-6399</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8.689"/>
    </inkml:context>
    <inkml:brush xml:id="br0">
      <inkml:brushProperty name="width" value="0.05" units="cm"/>
      <inkml:brushProperty name="height" value="0.05" units="cm"/>
    </inkml:brush>
  </inkml:definitions>
  <inkml:trace contextRef="#ctx0" brushRef="#br0">86 182 24575,'0'-24'0,"-1"5"0,1 1 0,5-33 0,-5 47 0,1 0 0,0 0 0,0 0 0,0 1 0,0-1 0,1 0 0,-1 1 0,1-1 0,0 1 0,0 0 0,0-1 0,1 1 0,-1 0 0,1 0 0,0 1 0,-1-1 0,1 0 0,6-3 0,-8 6 0,-1-1 0,1 1 0,-1 0 0,1 0 0,-1-1 0,1 1 0,-1 0 0,1 0 0,-1 0 0,1 0 0,-1 0 0,1 0 0,-1 0 0,1-1 0,-1 2 0,1-1 0,-1 0 0,1 0 0,-1 0 0,1 0 0,-1 0 0,1 0 0,-1 0 0,1 1 0,-1-1 0,1 0 0,-1 0 0,1 1 0,0-1 0,6 17 0,-6 22 0,-9 11 0,-3-1 0,-1 0 0,-3 0 0,-21 47 0,-29 104 0,63-192 0,0 0 0,1 0 0,0 0 0,0 0 0,1 0 0,0 1 0,0-1 0,1 0 0,0 0 0,4 12 0,-4-16 0,1 1 0,0-1 0,0 0 0,0 0 0,1-1 0,-1 1 0,1 0 0,0-1 0,0 1 0,0-1 0,1 0 0,-1 0 0,1-1 0,-1 1 0,1-1 0,0 1 0,0-1 0,0 0 0,0-1 0,7 3 0,29 6 0,1-2 0,-1-1 0,53 1 0,-66-6 0,96 2-1365,-66-5-5461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9.497"/>
    </inkml:context>
    <inkml:brush xml:id="br0">
      <inkml:brushProperty name="width" value="0.05" units="cm"/>
      <inkml:brushProperty name="height" value="0.05" units="cm"/>
    </inkml:brush>
  </inkml:definitions>
  <inkml:trace contextRef="#ctx0" brushRef="#br0">196 211 24575,'-2'-2'0,"-1"0"0,1 1 0,-1-1 0,1 0 0,-1 1 0,1 0 0,-1 0 0,0 0 0,0 0 0,0 0 0,0 0 0,0 1 0,0-1 0,0 1 0,0 0 0,0 0 0,0 0 0,0 0 0,0 0 0,-4 2 0,1-1 0,1 1 0,-1-1 0,0 1 0,1 0 0,-1 1 0,1 0 0,0-1 0,0 2 0,-6 4 0,4-2 0,1 1 0,0 0 0,0 0 0,1 0 0,0 1 0,0 0 0,0 0 0,1 0 0,1 0 0,-1 1 0,-2 10 0,3-7 0,0 1 0,1-1 0,1 1 0,0-1 0,0 1 0,1-1 0,3 22 0,-2-29 0,0 0 0,0 0 0,1 0 0,0 0 0,0 0 0,0-1 0,0 1 0,1-1 0,0 0 0,0 1 0,0-1 0,0-1 0,1 1 0,-1 0 0,1-1 0,0 0 0,0 1 0,1-2 0,-1 1 0,0 0 0,1-1 0,0 0 0,-1 0 0,1 0 0,0-1 0,0 0 0,8 2 0,1-1 0,0-1 0,0 0 0,0 0 0,1-2 0,-1 1 0,0-2 0,0 0 0,26-8 0,-35 9 0,0-1 0,-1 1 0,0-1 0,1 0 0,-1-1 0,0 1 0,0-1 0,0 0 0,0 0 0,-1 0 0,1 0 0,-1-1 0,0 1 0,0-1 0,0 0 0,0 0 0,-1 0 0,4-8 0,-3 4 0,-1 0 0,0 1 0,0-1 0,-1 0 0,0 0 0,0 0 0,-1 0 0,0 0 0,-1 0 0,-2-14 0,-1 3 0,0 0 0,-2 0 0,0 1 0,-10-20 0,11 27 0,-1-1 0,-1 1 0,0 0 0,0 1 0,-1 0 0,0 0 0,-11-9 0,33 28 0,-1-1 0,2 0 0,-1-1 0,1 0 0,0-1 0,0 0 0,1-2 0,-1 0 0,20 3 0,12 0 0,1-1 0,63-1 0,-73-6 0,46-6 0,-66 4 0,0-1 0,0 0 0,-1-1 0,30-12 0,-44 15 0,1 1 0,-1-1 0,0 0 0,0 0 0,0 0 0,0 0 0,0 0 0,0-1 0,-1 1 0,1-1 0,-1 0 0,1 0 0,-1 0 0,0 0 0,-1 0 0,1 0 0,0-1 0,-1 1 0,0 0 0,1-1 0,0-5 0,-2 5 0,0 0 0,0 0 0,-1 0 0,1 0 0,-1 0 0,0 0 0,0 0 0,0 0 0,-1 1 0,1-1 0,-1 0 0,0 1 0,0-1 0,0 1 0,0 0 0,-1 0 0,1 0 0,-1 0 0,-5-4 0,0-1 0,-1 2 0,1-1 0,-2 1 0,1 0 0,-1 1 0,0 0 0,0 1 0,0 0 0,-1 0 0,1 1 0,-1 0 0,0 1 0,0 0 0,0 1 0,0 1 0,0-1 0,0 2 0,-16 1 0,25-2 0,0 1 0,1-1 0,-1 0 0,0 1 0,1-1 0,-1 1 0,0 0 0,1-1 0,-1 1 0,1 0 0,-1 0 0,1 0 0,-1 0 0,1 0 0,0 0 0,-1 1 0,1-1 0,0 0 0,0 1 0,0-1 0,0 1 0,0-1 0,0 3 0,0-2 0,1 0 0,0 0 0,0 0 0,0 1 0,0-1 0,0 0 0,0 0 0,1 1 0,-1-1 0,1 0 0,0 0 0,-1 0 0,1 0 0,0 0 0,2 3 0,4 5 0,0 1 0,0-2 0,1 1 0,0-1 0,14 11 0,22 15 0,62 38 0,-63-45 0,77 64 0,-111-84 0,0 1 0,0 0 0,-1 1 0,-1-1 0,0 2 0,0-1 0,-1 1 0,9 19 0,-13-25 0,-1 1 0,1-1 0,-1 1 0,0-1 0,0 1 0,-1 0 0,1-1 0,-1 1 0,0 0 0,-1-1 0,0 1 0,0 0 0,0-1 0,0 1 0,-1-1 0,0 1 0,0-1 0,0 0 0,-1 0 0,-6 9 0,3-5 0,-2 0 0,1-1 0,-1 0 0,0-1 0,-1 1 0,0-2 0,0 1 0,0-1 0,-1-1 0,0 1 0,0-2 0,0 1 0,-12 2 0,2-1 0,-1-1 0,0-1 0,-1-1 0,1-1 0,-40-1 0,55-1 0,0 0 0,0-1 0,0 0 0,1 0 0,-1 0 0,0-1 0,1 0 0,-1 0 0,1 0 0,-1-1 0,1 1 0,0-2 0,-6-3 0,9 5 0,-1-1 0,1 1 0,0-1 0,-1 0 0,1 0 0,0 0 0,1 0 0,-1 0 0,0 0 0,1 0 0,0-1 0,0 1 0,0 0 0,0-1 0,0 1 0,1-1 0,0 1 0,-1-1 0,1 1 0,1-1 0,-1 1 0,0-1 0,2-4 0,1-4 0,1 0 0,0 1 0,1-1 0,0 1 0,1 0 0,1 0 0,-1 1 0,1 0 0,1 0 0,0 1 0,13-13 0,10-6 0,0 2 0,38-25 0,-42 34-455,0 2 0,46-20 0,-41 22-6371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9.699"/>
    </inkml:context>
    <inkml:brush xml:id="br0">
      <inkml:brushProperty name="width" value="0.05" units="cm"/>
      <inkml:brushProperty name="height" value="0.05" units="cm"/>
    </inkml:brush>
  </inkml:definitions>
  <inkml:trace contextRef="#ctx0" brushRef="#br0">0 77 24575,'1'-5'0,"0"0"0,0 0 0,0 0 0,4-9 0,1-2 0,-6 14 0,0 0 0,1 1 0,-1-1 0,1 0 0,0 1 0,-1-1 0,1 1 0,0-1 0,0 1 0,0-1 0,0 1 0,0 0 0,1-1 0,0 0 0,-1 2 0,0-1 0,-1 1 0,1 0 0,0-1 0,0 1 0,-1 0 0,1 0 0,0-1 0,0 1 0,-1 0 0,1 0 0,0 0 0,0 0 0,0 0 0,-1 0 0,1 0 0,0 1 0,0-1 0,-1 0 0,1 0 0,1 1 0,1 1 0,0 0 0,0 0 0,0 0 0,0 1 0,-1-1 0,1 1 0,-1-1 0,0 1 0,0 0 0,0 0 0,0 0 0,1 3 0,16 34-273,-2 0 0,-1 0 0,-3 2 0,15 75 0,-24-95-6553</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1:59.863"/>
    </inkml:context>
    <inkml:brush xml:id="br0">
      <inkml:brushProperty name="width" value="0.05" units="cm"/>
      <inkml:brushProperty name="height" value="0.05" units="cm"/>
    </inkml:brush>
  </inkml:definitions>
  <inkml:trace contextRef="#ctx0" brushRef="#br0">32 141 24575,'0'-9'0,"0"-12"0,0-5 0,-3-5 0,-4 4 0,-4 8 0,0 11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0.150"/>
    </inkml:context>
    <inkml:brush xml:id="br0">
      <inkml:brushProperty name="width" value="0.05" units="cm"/>
      <inkml:brushProperty name="height" value="0.05" units="cm"/>
    </inkml:brush>
  </inkml:definitions>
  <inkml:trace contextRef="#ctx0" brushRef="#br0">277 28 24575,'19'0'0,"-8"1"0,1-1 0,0 0 0,-1-1 0,1 0 0,-1-1 0,0 0 0,19-6 0,-22 1 0,-11 3 0,-17 1 0,-8 4 0,-1 1 0,1 1 0,0 2 0,0 0 0,0 2 0,1 1 0,0 2 0,1 0 0,0 2 0,-29 17 0,50-26 0,0 1 0,0 0 0,0 0 0,0 0 0,0 1 0,1-1 0,0 1 0,0 0 0,0 0 0,-5 10 0,8-13 0,0 1 0,0-1 0,0 0 0,1 1 0,-1-1 0,1 1 0,0-1 0,-1 1 0,1 0 0,0-1 0,1 1 0,-1-1 0,0 1 0,1-1 0,-1 1 0,1-1 0,0 1 0,0-1 0,0 0 0,0 1 0,0-1 0,0 0 0,1 0 0,-1 0 0,1 0 0,0 0 0,-1 0 0,1 0 0,3 1 0,4 5 0,1-1 0,0 0 0,1-1 0,0 0 0,0 0 0,0-1 0,0-1 0,23 6 0,3-2 0,58 7 0,-52-12-455,1-1 0,79-7 0,-60-3-6371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0.963"/>
    </inkml:context>
    <inkml:brush xml:id="br0">
      <inkml:brushProperty name="width" value="0.05" units="cm"/>
      <inkml:brushProperty name="height" value="0.05" units="cm"/>
    </inkml:brush>
  </inkml:definitions>
  <inkml:trace contextRef="#ctx0" brushRef="#br0">136 407 24575,'-9'-1'0,"1"0"0,-1 0 0,-12-5 0,16 5 0,0-1 0,1 1 0,-1 0 0,0 0 0,0 0 0,0 0 0,1 1 0,-1 0 0,0 0 0,0 0 0,0 1 0,0 0 0,-6 1 0,10-1 0,0 0 0,0 0 0,0 0 0,0 0 0,0 0 0,0 0 0,0 0 0,0 0 0,0 1 0,1-1 0,-1 0 0,0 0 0,1 1 0,-1-1 0,1 0 0,0 1 0,-1-1 0,1 1 0,0-1 0,0 1 0,0-1 0,0 0 0,0 1 0,0 1 0,8 40 0,-6-34 0,66 216 0,-65-215 0,-1-4 0,0 1 0,0-1 0,1 0 0,0 1 0,0-1 0,0-1 0,1 1 0,0 0 0,0-1 0,9 10 0,-12-15 0,0 1 0,0-1 0,0 0 0,-1 1 0,1-1 0,0 0 0,0 0 0,0 1 0,0-1 0,0 0 0,0 0 0,-1 0 0,1 0 0,0 0 0,0 0 0,0-1 0,0 1 0,0 0 0,0 0 0,-1-1 0,1 1 0,0 0 0,0-1 0,0 1 0,-1-1 0,1 1 0,0-1 0,0 1 0,-1-1 0,1 0 0,-1 1 0,1-1 0,0 0 0,0-1 0,17-28 0,-11 13 0,-1-1 0,0 1 0,-1-1 0,-1 0 0,3-35 0,-4-96 0,-1 21 0,0 99 0,1 0 0,1 0 0,1 0 0,2 0 0,15-42 0,-18 63 0,0 0 0,0 0 0,1 0 0,0 0 0,0 1 0,1 0 0,0 0 0,0 1 0,11-10 0,-11 12 0,0 0 0,1 0 0,-1 1 0,1-1 0,0 2 0,0-1 0,0 1 0,0 0 0,1 0 0,-1 1 0,0 0 0,1 0 0,8 1 0,5 1 0,1 0 0,-1 2 0,0 1 0,0 0 0,0 2 0,31 12 0,-23-6 0,0 2 0,-1 0 0,47 34 0,-67-42 0,0 1 0,0-1 0,0 1 0,-1 1 0,0-1 0,-1 1 0,8 13 0,-12-18 0,0 0 0,-1 0 0,1 0 0,-1 0 0,0 0 0,0 0 0,0 0 0,-1 0 0,1 1 0,-1-1 0,0 0 0,0 0 0,0 1 0,0-1 0,0 0 0,-1 1 0,1-1 0,-1 0 0,0 0 0,0 0 0,0 0 0,0 0 0,-1 0 0,1 0 0,-1 0 0,-4 5 0,-1 1 0,-1-1 0,-1 0 0,1-1 0,-1 0 0,0 0 0,-1-1 0,0 0 0,0-1 0,0 0 0,-15 5 0,-17 4 0,-57 11 0,62-17 0,11-2 0,13-4 0,-1 1 0,1 1 0,-1 0 0,-12 7 0,25-10 0,0-1 0,0 0 0,0 1 0,0-1 0,1 0 0,-1 1 0,0-1 0,0 1 0,1 0 0,-1-1 0,0 1 0,1 0 0,-1-1 0,1 1 0,-1 0 0,1-1 0,-1 1 0,1 0 0,-1 0 0,1 1 0,0-1 0,0 0 0,0-1 0,0 1 0,0 0 0,1-1 0,-1 1 0,0-1 0,0 1 0,1 0 0,-1-1 0,1 1 0,-1-1 0,0 1 0,1-1 0,-1 1 0,1-1 0,-1 1 0,1-1 0,-1 0 0,1 1 0,0-1 0,6 3 0,-1 0 0,0 0 0,1-1 0,8 2 0,113 25 0,28 7 0,-121-26 0,-1 1 0,46 23 0,-74-31 0,-1 0 0,1 0 0,-1 1 0,1 0 0,5 5 0,-10-8 0,0 0 0,0-1 0,-1 1 0,1 0 0,0 0 0,-1-1 0,1 1 0,-1 0 0,1 0 0,-1 0 0,1 0 0,-1 0 0,1 0 0,-1-1 0,0 1 0,0 0 0,1 0 0,-1 0 0,0 0 0,0 0 0,0 0 0,0 0 0,0 0 0,0 0 0,-1 0 0,1 0 0,0 0 0,0 0 0,-1 0 0,1 0 0,0 0 0,-1 0 0,1 0 0,-1 0 0,1 0 0,-1-1 0,0 1 0,1 0 0,-1 0 0,0-1 0,0 1 0,0 0 0,-6 4 0,0-1 0,0 0 0,0 0 0,0-1 0,0 0 0,-1 0 0,0-1 0,1 0 0,-15 2 0,-76 5 0,85-9 0,-5 1 0,0 0 0,0 0 0,0-1 0,-28-5 0,35 0 168,15-1 5,15-5-1789,-18 11 1526,24-11-6736</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1.646"/>
    </inkml:context>
    <inkml:brush xml:id="br0">
      <inkml:brushProperty name="width" value="0.05" units="cm"/>
      <inkml:brushProperty name="height" value="0.05" units="cm"/>
    </inkml:brush>
  </inkml:definitions>
  <inkml:trace contextRef="#ctx0" brushRef="#br0">104 75 24575,'45'-10'0,"-22"5"0,42-14 0,-55 12 0,-14 4 0,-18 2 0,3 4 0,0 0 0,1 1 0,-30 10 0,37-10 0,0 1 0,1 0 0,-1 0 0,1 1 0,0 0 0,1 1 0,-12 9 0,19-14 0,0 0 0,0 0 0,0 0 0,1 0 0,-1 0 0,0 0 0,1 0 0,-1 1 0,1-1 0,0 1 0,0-1 0,0 1 0,0-1 0,0 1 0,1 0 0,-1-1 0,1 1 0,0 0 0,0-1 0,0 4 0,0-3 0,1 1 0,0-1 0,0 0 0,1 0 0,-1 0 0,1 0 0,-1 0 0,1 0 0,0 0 0,0-1 0,0 1 0,1-1 0,4 5 0,4 2 0,1-1 0,-1 0 0,1-1 0,1-1 0,-1 1 0,22 5 0,-15-5 0,0-2 0,0 0 0,26 2 0,-39-6 0,0-1 0,-1 1 0,1-1 0,0 0 0,-1-1 0,1 1 0,0-1 0,-1 0 0,1-1 0,-1 1 0,1-1 0,-1 0 0,0-1 0,1 1 0,-1-1 0,5-4 0,-8 6 0,-1-1 0,1 1 0,-1-1 0,1 0 0,-1 0 0,1 0 0,-1 0 0,0 0 0,0 0 0,0 0 0,0 0 0,-1 0 0,1 0 0,0-1 0,-1 1 0,0 0 0,1-5 0,-1 2 0,-1 1 0,0-1 0,1 1 0,-1-1 0,-1 1 0,1-1 0,-1 1 0,-2-7 0,-3-1 0,-1-1 0,0 1 0,-1 1 0,-17-19 0,20 24 0,1 0 0,0 0 0,0 0 0,-4-9 0,8 14 0,0 0 0,1 1 0,-1-1 0,1 0 0,0 0 0,-1 0 0,1 0 0,-1 1 0,1-1 0,0 0 0,0 0 0,0 0 0,0 0 0,-1 0 0,1 0 0,0 0 0,1 0 0,-1 0 0,0 0 0,0 0 0,0 0 0,0 1 0,1-1 0,-1 0 0,0 0 0,1 0 0,-1 0 0,1 0 0,-1 1 0,1-1 0,-1 0 0,1 0 0,0 1 0,-1-1 0,1 0 0,0 1 0,0-1 0,-1 1 0,1-1 0,0 1 0,0-1 0,0 1 0,0 0 0,-1-1 0,1 1 0,2-1 0,15-2 0,0 1 0,0 0 0,0 2 0,0 0 0,0 0 0,33 7 0,-20-3 0,36 0 0,-43-4 0,1 2 0,-1 1 0,33 8 0,-56-11 0,0 0 0,0 0 0,0 0 0,0 0 0,0 0 0,0 1 0,0-1 0,0 0 0,0 1 0,-1-1 0,1 1 0,0-1 0,0 1 0,0-1 0,-1 1 0,1 0 0,0-1 0,0 1 0,-1 0 0,1-1 0,-1 1 0,1 0 0,-1 0 0,1 0 0,-1 0 0,1-1 0,-1 1 0,0 0 0,0 0 0,1 0 0,-1 0 0,0 0 0,0 0 0,0 0 0,0 1 0,-1 2 0,0-1 0,-1 1 0,1-1 0,-1 0 0,0 1 0,0-1 0,-4 5 0,-1 3 0,2-5 0,2 1 0,-1-1 0,1 1 0,0 0 0,1 0 0,-1 1 0,1-1 0,1 0 0,-1 1 0,2 0 0,-1-1 0,1 1 0,0-1 0,1 9 0,-1-12 0,1 1 0,0-1 0,0 0 0,1 1 0,-1-1 0,1 0 0,0 0 0,0 0 0,0 0 0,1-1 0,0 1 0,-1-1 0,1 1 0,0-1 0,0 0 0,1 0 0,-1 0 0,1 0 0,-1-1 0,1 1 0,0-1 0,0 0 0,0 0 0,0-1 0,5 2 0,2 0 0,-1-1 0,1 0 0,0-1 0,1 0 0,-1-1 0,0 0 0,0 0 0,0-2 0,0 1 0,0-1 0,20-7 0,-25 7 0,0 0 0,-1 0 0,1 0 0,-1-1 0,1 0 0,-1 0 0,0 0 0,0-1 0,0 0 0,-1 0 0,1 0 0,-1 0 0,0-1 0,0 0 0,-1 0 0,1 0 0,-1 0 0,0 0 0,0-1 0,-1 1 0,0-1 0,0 0 0,1-6 0,-2 7 0,-1 1 0,0-1 0,-1 0 0,1 1 0,-1-1 0,0 1 0,0-1 0,0 1 0,-1 0 0,1-1 0,-1 1 0,0 0 0,0 0 0,-1 0 0,1 0 0,-1 1 0,0-1 0,-5-4 0,-3-4 0,-2 0 0,1 2 0,-25-17 0,23 18-151,0 1-1,0 1 0,0 0 0,-1 1 1,1 0-1,-2 1 0,1 1 1,-25-4-1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1.891"/>
    </inkml:context>
    <inkml:brush xml:id="br0">
      <inkml:brushProperty name="width" value="0.05" units="cm"/>
      <inkml:brushProperty name="height" value="0.05" units="cm"/>
    </inkml:brush>
  </inkml:definitions>
  <inkml:trace contextRef="#ctx0" brushRef="#br0">14 116 24575,'-1'-22'0,"-6"-38"0,2 27 0,28 151 0,-18-80 0,36 226 0,-40-255-341,1 0 0,1 0-1,3 11 1,1-6-6485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2.174"/>
    </inkml:context>
    <inkml:brush xml:id="br0">
      <inkml:brushProperty name="width" value="0.05" units="cm"/>
      <inkml:brushProperty name="height" value="0.05" units="cm"/>
    </inkml:brush>
  </inkml:definitions>
  <inkml:trace contextRef="#ctx0" brushRef="#br0">116 131 24575,'31'-53'0,"-21"37"0,-1 1 0,9-23 0,-18 37 0,0 1 0,0 0 0,1 0 0,-1 0 0,0 0 0,0 0 0,0-1 0,0 1 0,0 0 0,0 0 0,0 0 0,1-1 0,-1 1 0,0 0 0,0 0 0,0 0 0,0-1 0,0 1 0,0 0 0,0 0 0,0-1 0,0 1 0,0 0 0,0 0 0,0 0 0,-1-1 0,1 1 0,0 0 0,0 0 0,0 0 0,0-1 0,0 1 0,0 0 0,0 0 0,0 0 0,-1 0 0,1-1 0,0 1 0,0 0 0,0 0 0,-1 0 0,-8 4 0,-13 12 0,22-16 0,-18 15 0,-10 7 0,1 2 0,-37 42 0,62-64 0,1-1 0,-1 1 0,1-1 0,0 1 0,0 0 0,0 0 0,0-1 0,0 1 0,0 0 0,1 0 0,-1 0 0,1 0 0,-1 0 0,1 0 0,-1 0 0,1 0 0,0 0 0,0 0 0,1 4 0,0-4 0,0 0 0,0 0 0,0 0 0,0 0 0,1 0 0,-1 0 0,1-1 0,-1 1 0,1 0 0,0-1 0,0 0 0,0 1 0,-1-1 0,1 0 0,0 0 0,1 0 0,2 1 0,155 53 0,-53-21 0,-99-30-124,0-1 0,0 0 0,0-1 0,1 0 0,-1 0 0,0-1-1,1 0 1,-1-1 0,1 0 0,10-1 0,-5-3-6702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2.394"/>
    </inkml:context>
    <inkml:brush xml:id="br0">
      <inkml:brushProperty name="width" value="0.05" units="cm"/>
      <inkml:brushProperty name="height" value="0.05" units="cm"/>
    </inkml:brush>
  </inkml:definitions>
  <inkml:trace contextRef="#ctx0" brushRef="#br0">0 76 24575,'1'-4'0,"0"-1"0,1 1 0,-1-1 0,1 1 0,0 0 0,0 0 0,0 0 0,1 0 0,0 0 0,-1 0 0,1 1 0,1-1 0,-1 1 0,0 0 0,1 0 0,0 0 0,-1 0 0,9-4 0,-11 7 0,0 0 0,0 0 0,-1 0 0,1 0 0,0 0 0,0 0 0,-1 0 0,1 0 0,0 0 0,0 0 0,-1 0 0,1 0 0,0 1 0,0-1 0,-1 0 0,1 1 0,0-1 0,-1 0 0,1 1 0,0-1 0,-1 1 0,1-1 0,0 2 0,1 0 0,-1-1 0,0 1 0,0 0 0,0 0 0,0 0 0,0 0 0,-1 0 0,2 4 0,0 4 0,-1 0 0,1 19 0,-2-24 0,0 165 175,-2-90-1715,2-57-5286</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2.556"/>
    </inkml:context>
    <inkml:brush xml:id="br0">
      <inkml:brushProperty name="width" value="0.05" units="cm"/>
      <inkml:brushProperty name="height" value="0.05" units="cm"/>
    </inkml:brush>
  </inkml:definitions>
  <inkml:trace contextRef="#ctx0" brushRef="#br0">0 135 24575,'0'-15'0,"0"-8"0,0-6 0,0-1 0,0 7 0,0 8-8191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3.233"/>
    </inkml:context>
    <inkml:brush xml:id="br0">
      <inkml:brushProperty name="width" value="0.05" units="cm"/>
      <inkml:brushProperty name="height" value="0.05" units="cm"/>
    </inkml:brush>
  </inkml:definitions>
  <inkml:trace contextRef="#ctx0" brushRef="#br0">0 82 24575,'3'2'0,"0"0"0,0 0 0,0 0 0,0 0 0,1-1 0,-1 1 0,0-1 0,1 0 0,-1 0 0,1 0 0,-1-1 0,1 1 0,-1-1 0,6 0 0,-4 1 0,0-1 0,-1 1 0,1-1 0,0 1 0,-1 1 0,1-1 0,8 4 0,-10-2 0,1-1 0,-1 1 0,0-1 0,0 1 0,-1 0 0,1 0 0,-1 1 0,1-1 0,-1 0 0,0 1 0,0 0 0,0-1 0,-1 1 0,1 0 0,-1 0 0,0 0 0,0-1 0,0 7 0,1 6 0,-1 0 0,-1 1 0,-2 18 0,2-31 0,1-14 0,1 0 0,0 0 0,1 0 0,0 0 0,1 1 0,0-1 0,0 1 0,11-17 0,-12 21 0,0 0 0,0 1 0,1-1 0,0 1 0,0 0 0,0 0 0,0 0 0,0 0 0,1 1 0,-1 0 0,1 0 0,0 0 0,0 1 0,1-1 0,-1 1 0,0 0 0,1 1 0,-1-1 0,11 0 0,-13 2 0,0 0 0,-1 0 0,1 1 0,0-1 0,-1 1 0,1 0 0,0 0 0,-1 0 0,1 0 0,-1 0 0,1 1 0,-1-1 0,0 1 0,0 0 0,1-1 0,2 5 0,4 4 0,0 0 0,9 16 0,6 5 0,-21-28 0,0 0 0,0 0 0,0-1 0,1 1 0,0-1 0,-1 0 0,1 0 0,0 0 0,0 0 0,0 0 0,0-1 0,0 0 0,0 0 0,0 0 0,1 0 0,-1-1 0,0 0 0,1 0 0,-1 0 0,0 0 0,0-1 0,1 1 0,-1-1 0,0 0 0,0 0 0,7-3 0,-5 1 0,0 0 0,0 0 0,0 0 0,0-1 0,0 0 0,-1 0 0,1-1 0,-1 1 0,0-1 0,-1 0 0,1-1 0,-1 1 0,0-1 0,0 0 0,5-12 0,-6 10 0,0 0 0,-1 0 0,1-1 0,-2 1 0,1-1 0,-1 1 0,-1-1 0,1 0 0,-2 1 0,1-1 0,-1 0 0,-2-10 0,2 18 0,1 0 0,0 0 0,-1 0 0,1 0 0,-1 0 0,1 0 0,-1 0 0,0 0 0,1 0 0,-1 1 0,0-1 0,1 0 0,-3-1 0,3 2 0,0 0 0,-1 0 0,1 0 0,0 0 0,-1 0 0,1 0 0,-1 0 0,1 0 0,0 0 0,-1 0 0,1 0 0,0 0 0,-1 0 0,1 0 0,0 0 0,-1 0 0,1 0 0,-1 0 0,1 0 0,0 0 0,-1 1 0,1-1 0,0 0 0,0 0 0,-1 1 0,-1 0 0,1 1 0,0-1 0,0 1 0,0-1 0,0 1 0,0-1 0,0 1 0,0 0 0,1 0 0,-1 0 0,1-1 0,-1 1 0,0 3 0,-1 18 0,1-1 0,1 1 0,1 0 0,1 0 0,1 0 0,1-1 0,1 1 0,1-1 0,9 23 0,12 20 0,55 100 0,-60-126 0,-11-22 0,-1 1 0,-1-1 0,-1 2 0,7 22 0,-14-39 0,0 0 0,-1 0 0,0 0 0,1 0 0,-1 0 0,0 0 0,0 0 0,0 0 0,0 0 0,0 1 0,-1-1 0,1 0 0,-1 0 0,1 0 0,-1 0 0,-1 2 0,1-2 0,0-1 0,0 0 0,0 0 0,0 0 0,0 0 0,0 0 0,0 0 0,-1 0 0,1 0 0,0 0 0,-1 0 0,1-1 0,-1 1 0,1 0 0,-1-1 0,1 0 0,-3 1 0,-1 0 0,0-1 0,-1 0 0,1 0 0,0 0 0,-1-1 0,1 0 0,0 0 0,0 0 0,0 0 0,-1-1 0,-5-3 0,2 1-38,1-1 0,0-1 0,0 1 1,0-1-1,1-1 0,0 1 0,0-1 0,1-1 0,0 1 0,0-1 0,0 0 0,1 0 0,1-1 0,-1 1 0,1-1 0,1 0 1,-1 0-1,2 0 0,-1-1 0,1 1 0,1-1 0,0 1 0,0-1 0,1 0 0,0 1 0,0-1 0,1 0 0,1 1 0,0-1 1,0 1-1,0-1 0,1 1 0,1 0 0,0 0 0,8-13 0,6-5-6788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3.485"/>
    </inkml:context>
    <inkml:brush xml:id="br0">
      <inkml:brushProperty name="width" value="0.05" units="cm"/>
      <inkml:brushProperty name="height" value="0.05" units="cm"/>
    </inkml:brush>
  </inkml:definitions>
  <inkml:trace contextRef="#ctx0" brushRef="#br0">36 57 24575,'-4'-5'0,"0"0"0,1 0 0,-1 0 0,1 0 0,0-1 0,-2-6 0,-2-2 0,7 14 0,0 1 0,0-1 0,0 0 0,0 0 0,0 0 0,0 0 0,0 0 0,0 0 0,0 0 0,0 0 0,0 0 0,0 0 0,0 0 0,0 0 0,-1 0 0,1 0 0,0 0 0,0 0 0,0 0 0,0 0 0,0 0 0,0 0 0,0 0 0,0 0 0,0 0 0,0 0 0,0 0 0,0 0 0,0 0 0,0 0 0,0 0 0,0 0 0,0 0 0,-1 0 0,1 0 0,0 0 0,0 0 0,0 0 0,0 0 0,0 0 0,0 0 0,0 0 0,0 0 0,0 0 0,1 11 0,2 17 0,11 107 0,1 10 0,-11-126-1365,1-5-5461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3.633"/>
    </inkml:context>
    <inkml:brush xml:id="br0">
      <inkml:brushProperty name="width" value="0.05" units="cm"/>
      <inkml:brushProperty name="height" value="0.05" units="cm"/>
    </inkml:brush>
  </inkml:definitions>
  <inkml:trace contextRef="#ctx0" brushRef="#br0">25 43 24575,'0'-6'0,"0"-5"0,-3 0 0,-4 1 0,-1 5 0,2 7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04.133"/>
    </inkml:context>
    <inkml:brush xml:id="br0">
      <inkml:brushProperty name="width" value="0.05" units="cm"/>
      <inkml:brushProperty name="height" value="0.05" units="cm"/>
    </inkml:brush>
  </inkml:definitions>
  <inkml:trace contextRef="#ctx0" brushRef="#br0">121 502 24575,'14'5'0,"-1"-2"0,1 0 0,0 0 0,0-1 0,0-1 0,0 0 0,0-1 0,28-3 0,-41 3 0,0-1 0,0 1 0,1 0 0,-1-1 0,0 1 0,0-1 0,0 1 0,0-1 0,0 1 0,0-1 0,0 0 0,0 0 0,0 0 0,0 1 0,0-1 0,0 0 0,0-1 0,0 1 0,-1 0 0,0 1 0,0-1 0,0 1 0,0-1 0,0 1 0,-1-1 0,1 1 0,0-1 0,0 1 0,0-1 0,0 1 0,-1-1 0,1 1 0,0-1 0,0 1 0,-1-1 0,1 1 0,0 0 0,-1-1 0,1 1 0,0 0 0,-1-1 0,1 1 0,-1 0 0,1-1 0,0 1 0,-1 0 0,1-1 0,-1 1 0,1 0 0,-1 0 0,1 0 0,-1 0 0,1 0 0,-1-1 0,1 1 0,-1 0 0,0 0 0,0 0 0,-10-2 0,0 0 0,0 1 0,0 0 0,-1 1 0,1 0 0,0 1 0,0 0 0,0 1 0,0 0 0,0 1 0,-12 4 0,14-4 0,0 0 0,0 1 0,0 0 0,0 1 0,1 0 0,0 0 0,0 1 0,0 0 0,1 0 0,0 1 0,0 0 0,0 0 0,-5 9 0,10-13 0,0 0 0,0 0 0,0 0 0,0 0 0,1 1 0,0-1 0,-1 0 0,1 1 0,1-1 0,-1 1 0,0-1 0,1 1 0,0-1 0,0 1 0,0-1 0,0 1 0,0-1 0,1 1 0,-1-1 0,1 1 0,0-1 0,0 1 0,1-1 0,-1 0 0,0 0 0,1 1 0,0-1 0,0 0 0,0-1 0,0 1 0,1 0 0,-1-1 0,5 5 0,1-1 0,0 0 0,1-1 0,-1 1 0,1-2 0,0 1 0,0-1 0,1-1 0,-1 0 0,1 0 0,19 2 0,-13-2 0,1-2 0,0 0 0,0-1 0,0-1 0,-1 0 0,1-1 0,0-1 0,-1 0 0,27-10 0,-33 9 0,-1-1 0,1 0 0,-1 0 0,0-1 0,-1 0 0,1 0 0,-1-1 0,-1 0 0,1-1 0,-1 0 0,0 0 0,-1 0 0,0-1 0,0 0 0,-1 0 0,7-15 0,-4 1 0,-1 0 0,0 0 0,-2-1 0,-1 0 0,0 0 0,-1-35 0,-3-4 0,-11-78 0,10 130 0,0-11 0,-2 0 0,0 0 0,-2 0 0,0 1 0,-13-33 0,17 53 0,1 0 0,0 0 0,0 0 0,-1 0 0,1 0 0,0 1 0,-1-1 0,1 0 0,-1 0 0,1 1 0,-1-1 0,1 0 0,-1 0 0,0 1 0,1-1 0,-1 1 0,0-1 0,0 1 0,1-1 0,-1 1 0,0-1 0,0 1 0,0 0 0,1-1 0,-3 1 0,3 0 0,-1 1 0,0-1 0,1 1 0,-1 0 0,0 0 0,1-1 0,-1 1 0,1 0 0,-1 0 0,1 0 0,-1 0 0,1-1 0,-1 1 0,1 0 0,0 0 0,0 0 0,0 0 0,-1 2 0,-1 9 0,1 0 0,-1 18 0,6 28 0,3 1 0,27 110 0,-27-139 0,9 30 0,31 78 0,-46-134-170,1 0-1,-1-1 0,1 1 1,0 0-1,1-1 0,-1 1 1,5 4-1,3 1-6655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1.639"/>
    </inkml:context>
    <inkml:brush xml:id="br0">
      <inkml:brushProperty name="width" value="0.05" units="cm"/>
      <inkml:brushProperty name="height" value="0.05" units="cm"/>
    </inkml:brush>
  </inkml:definitions>
  <inkml:trace contextRef="#ctx0" brushRef="#br0">471 154 24575,'-1'-6'0,"1"-1"0,-2 1 0,1-1 0,-1 1 0,0 0 0,0 0 0,-1 0 0,0 0 0,0 0 0,0 0 0,-1 1 0,-7-10 0,6 9 0,0 0 0,-1 0 0,1 1 0,-1-1 0,-1 1 0,1 1 0,-1-1 0,0 1 0,0 0 0,-8-3 0,10 5 0,-1 1 0,0-1 0,0 1 0,0 0 0,0 1 0,0-1 0,0 1 0,0 1 0,0-1 0,0 1 0,-11 2 0,8 0 0,0 1 0,-1-1 0,1 2 0,0-1 0,1 1 0,-14 9 0,5 0 0,0 1 0,1 1 0,1 0 0,0 0 0,-20 33 0,23-30 0,1-1 0,1 2 0,1 0 0,0 0 0,2 0 0,0 1 0,2 0 0,0 0 0,1 1 0,1 0 0,2-1 0,0 30 0,2-35 0,0 0 0,1-1 0,1 1 0,0-1 0,2 0 0,-1 0 0,2 0 0,0-1 0,1 0 0,0 0 0,1 0 0,0-1 0,1 0 0,1-1 0,0 0 0,1 0 0,22 18 0,-17-18-80,1-2 0,1 0-1,-1 0 1,2-2 0,-1 0-1,1-1 1,0-1 0,1-1-1,-1-1 1,1 0 0,0-2 0,0 0-1,0-1 1,0-1 0,0-1-1,20-3 1,21-7-6746</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2"/>
    </inkml:context>
    <inkml:brush xml:id="br0">
      <inkml:brushProperty name="width" value="0.05" units="cm"/>
      <inkml:brushProperty name="height" value="0.05" units="cm"/>
    </inkml:brush>
  </inkml:definitions>
  <inkml:trace contextRef="#ctx0" brushRef="#br0">17 123 24575,'0'0'0,"0"0"0,0 0 0,0-1 0,-1 1 0,1 0 0,0 0 0,0 0 0,0 0 0,0-1 0,-1 1 0,1 0 0,0 0 0,0 0 0,0 0 0,-1 0 0,1 0 0,0-1 0,0 1 0,0 0 0,-1 0 0,1 0 0,0 0 0,0 0 0,-1 0 0,1 0 0,0 0 0,0 0 0,-1 0 0,1 0 0,0 0 0,0 0 0,-1 0 0,1 1 0,0-1 0,0 0 0,0 0 0,-1 0 0,1 0 0,0 0 0,-5 12 0,1 15 0,4-5 0,1-1 0,1 1 0,0-1 0,2 0 0,6 25 0,-5-31 0,0 1 0,1-1 0,0 0 0,1 0 0,1 0 0,1-1 0,13 18 0,-19-29 0,-1 0 0,1 1 0,0-1 0,1 0 0,-1-1 0,0 1 0,1-1 0,-1 1 0,1-1 0,0 0 0,0 0 0,0-1 0,0 1 0,0-1 0,0 0 0,7 1 0,-7-2 0,0 0 0,1 0 0,-1-1 0,0 0 0,0 1 0,0-1 0,0-1 0,0 1 0,0-1 0,-1 1 0,1-1 0,0 0 0,-1-1 0,1 1 0,-1-1 0,0 1 0,4-5 0,6-7 0,-2 1 0,0-1 0,-1-1 0,0 0 0,-1 0 0,-1-1 0,0 0 0,6-21 0,-1 0 0,-2 0 0,10-67 0,-21 103 0,2-13 114,-1-1 0,0-23 0,0 35-186,-1 0 1,0 1 0,-1-1 0,1 1 0,0-1 0,-1 1 0,1-1 0,-1 1 0,0 0-1,0-1 1,0 1 0,0 0 0,0-1 0,-1 1 0,1 0 0,0 0 0,-1 0 0,0 0-1,1 0 1,-1 1 0,0-1 0,0 0 0,-4-2 0,-4 2-6755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2.359"/>
    </inkml:context>
    <inkml:brush xml:id="br0">
      <inkml:brushProperty name="width" value="0.05" units="cm"/>
      <inkml:brushProperty name="height" value="0.05" units="cm"/>
    </inkml:brush>
  </inkml:definitions>
  <inkml:trace contextRef="#ctx0" brushRef="#br0">25 127 24575,'-5'-26'0,"4"24"0,1-1 0,-1 1 0,0 0 0,1-1 0,0 1 0,-1 0 0,1-1 0,0 1 0,0 0 0,0-1 0,1 1 0,-1-1 0,0 1 0,1 0 0,1-5 0,1 3 0,-1 0 0,1 0 0,0 0 0,0 0 0,0 1 0,0-1 0,1 1 0,-1 0 0,1 0 0,0 0 0,0 0 0,0 1 0,0-1 0,1 1 0,-1 0 0,1 1 0,-1-1 0,1 1 0,-1 0 0,1 0 0,0 0 0,0 1 0,-1-1 0,1 1 0,0 0 0,6 1 0,-7-1 0,1 1 0,-1-1 0,1 1 0,-1 0 0,1 0 0,-1 0 0,0 1 0,0 0 0,1-1 0,-1 1 0,0 1 0,0-1 0,-1 1 0,1-1 0,-1 1 0,1 0 0,-1 0 0,0 1 0,0-1 0,0 1 0,0 0 0,-1-1 0,1 1 0,-1 0 0,0 0 0,-1 1 0,3 6 0,-2-2 0,-2 1 0,1 0 0,-1-1 0,-1 1 0,0-1 0,0 1 0,-1-1 0,0 1 0,-1-1 0,0 0 0,0 0 0,-1 0 0,0 0 0,0-1 0,-9 12 0,-2 3 0,-1-2 0,-1 0 0,-1-1 0,-27 23 0,20-22 0,19-16 0,-1 0 0,1 0 0,0 0 0,0 1 0,0 0 0,1 0 0,0 1 0,-5 8 0,10-15 0,-1 1 0,1-1 0,0 1 0,0-1 0,0 1 0,0-1 0,-1 1 0,1-1 0,0 1 0,0-1 0,0 1 0,0-1 0,0 1 0,0-1 0,0 1 0,1-1 0,-1 1 0,0 0 0,0-1 0,0 1 0,0-1 0,1 0 0,-1 1 0,0-1 0,1 1 0,-1-1 0,0 1 0,1-1 0,-1 1 0,0-1 0,1 0 0,-1 1 0,1-1 0,-1 0 0,1 0 0,-1 1 0,0-1 0,1 0 0,-1 0 0,1 1 0,-1-1 0,1 0 0,0 0 0,-1 0 0,1 0 0,-1 0 0,1 0 0,-1 0 0,2 0 0,29-1 0,-30 1 0,76-12-455,0-4 0,130-44 0,-164 45-6371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2.608"/>
    </inkml:context>
    <inkml:brush xml:id="br0">
      <inkml:brushProperty name="width" value="0.05" units="cm"/>
      <inkml:brushProperty name="height" value="0.05" units="cm"/>
    </inkml:brush>
  </inkml:definitions>
  <inkml:trace contextRef="#ctx0" brushRef="#br0">18 26 24575,'-1'0'0,"0"0"0,0-1 0,1 1 0,-1 0 0,0-1 0,0 1 0,0-1 0,0 1 0,1-1 0,-1 1 0,0-1 0,0 1 0,1-1 0,-1 0 0,1 0 0,-1 1 0,0-1 0,1 0 0,-1 0 0,0-1 0,1 2 0,0-1 0,0 1 0,0 0 0,0-1 0,-1 1 0,1 0 0,0-1 0,0 1 0,0 0 0,0-1 0,0 1 0,0 0 0,0-1 0,0 1 0,0 0 0,0-1 0,0 1 0,0 0 0,0-1 0,0 1 0,0 0 0,0-1 0,1 1 0,-1 0 0,0-1 0,0 1 0,0 0 0,0-1 0,1 1 0,-1 0 0,0 0 0,0-1 0,1 1 0,-1 0 0,0 0 0,1-1 0,-1 1 0,0 0 0,0 0 0,1 0 0,-1 0 0,0-1 0,1 1 0,-1 0 0,0 0 0,1 0 0,-1 0 0,1 0 0,-1 0 0,0 0 0,1 0 0,-1 0 0,0 0 0,1 0 0,-1 0 0,1 1 0,5-1 0,0 1 0,0 0 0,-1 1 0,1 0 0,0 0 0,-1 0 0,1 0 0,5 4 0,42 29 0,-46-30 0,26 19 0,-1 2 0,-2 1 0,0 1 0,29 38 0,-42-45 0,-1 1 0,0 0 0,-2 2 0,-1-1 0,-1 2 0,-1 0 0,10 31 0,-18-46 0,-1 0 0,0 0 0,-1 0 0,0 0 0,0 1 0,-1-1 0,0 0 0,-1 0 0,0 1 0,-1-1 0,0 0 0,-1 0 0,1 0 0,-2-1 0,-6 14 0,4-11 0,-2-1 0,1 1 0,-2-1 0,1-1 0,-2 1 0,1-1 0,-1-1 0,-1 0 0,0-1 0,0 0 0,-13 8 0,-59 25-1365,0-7-5461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8.556"/>
    </inkml:context>
    <inkml:brush xml:id="br0">
      <inkml:brushProperty name="width" value="0.05" units="cm"/>
      <inkml:brushProperty name="height" value="0.05" units="cm"/>
    </inkml:brush>
  </inkml:definitions>
  <inkml:trace contextRef="#ctx0" brushRef="#br0">193 18 24575,'-23'0'0,"11"-1"0,0 1 0,0 1 0,0 0 0,-13 3 0,21-3 0,0 0 0,1 0 0,-1 1 0,0-1 0,1 1 0,-1 0 0,1 0 0,-1 1 0,1-1 0,0 1 0,0-1 0,0 1 0,0 0 0,1 0 0,-1 0 0,-2 5 0,-1 3 0,0 0 0,1 1 0,0-1 0,1 1 0,-3 12 0,6-18 0,-1-1 0,1 1 0,0 0 0,1-1 0,-1 1 0,1 0 0,1 0 0,-1-1 0,1 1 0,0 0 0,0 0 0,3 9 0,-2-12 0,-1-1 0,1 1 0,0-1 0,0 1 0,0-1 0,0 0 0,0 0 0,0 0 0,1 0 0,-1 0 0,0 0 0,1-1 0,0 1 0,-1-1 0,1 0 0,0 0 0,0 0 0,0 0 0,0 0 0,0 0 0,0-1 0,0 0 0,0 1 0,0-1 0,0 0 0,0 0 0,0-1 0,3 0 0,1 0 0,1-1 0,0 1 0,-1-2 0,1 1 0,-1-1 0,0 0 0,1-1 0,-2 1 0,11-9 0,-12 9 0,0-1 0,0-1 0,-1 1 0,0-1 0,0 0 0,0 1 0,0-2 0,-1 1 0,0 0 0,0-1 0,0 0 0,-1 1 0,0-1 0,0 0 0,0 0 0,1-10 0,-3 12 0,0-1 0,0 1 0,0-1 0,0 1 0,-1 0 0,0 0 0,0-1 0,0 1 0,0 0 0,-1 0 0,1 0 0,-1 0 0,0 0 0,-1 0 0,1 1 0,0-1 0,-1 1 0,0-1 0,0 1 0,0 0 0,0 0 0,-1 0 0,1 1 0,-6-4 0,-2 0 0,1 0 0,-2 1 0,-22-8 0,29 11 0,-1 1 0,0-1 0,0 1 0,0 0 0,0 1 0,0-1 0,-1 1 0,1 1 0,-10 0 0,14 0-42,1-1-1,0 1 0,0-1 1,0 1-1,0-1 0,0 1 1,0-1-1,0 1 0,0 0 1,0 0-1,0-1 0,0 1 1,0 0-1,0 0 0,0 0 1,1 0-1,-1 0 0,0 0 1,1 0-1,-1 0 0,1 0 1,-1 1-1,1-1 0,0 0 1,-1 0-1,1 0 0,0 1 1,0-1-1,0 0 0,0 0 1,0 2-1,2 11-6783</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29.247"/>
    </inkml:context>
    <inkml:brush xml:id="br0">
      <inkml:brushProperty name="width" value="0.05" units="cm"/>
      <inkml:brushProperty name="height" value="0.05" units="cm"/>
    </inkml:brush>
  </inkml:definitions>
  <inkml:trace contextRef="#ctx0" brushRef="#br0">137 217 24575,'0'1'0,"0"0"0,-1-1 0,1 1 0,0 0 0,-1-1 0,1 1 0,0 0 0,-1-1 0,1 1 0,-1-1 0,1 1 0,-1-1 0,1 1 0,-1-1 0,1 1 0,-1-1 0,1 1 0,-1-1 0,0 1 0,1-1 0,-1 0 0,0 0 0,1 1 0,-1-1 0,0 0 0,1 0 0,-2 0 0,-26 4 0,20-3 0,3 0 0,0 1 0,0-1 0,1 1 0,-1 0 0,0 1 0,1-1 0,-1 1 0,1-1 0,0 1 0,0 1 0,0-1 0,0 0 0,0 1 0,1 0 0,0 0 0,-5 6 0,7-8 0,0 0 0,0 0 0,0 0 0,0 0 0,0 0 0,0 0 0,0 0 0,1 0 0,-1 1 0,1-1 0,0 0 0,-1 0 0,1 1 0,0-1 0,0 0 0,1 0 0,-1 1 0,0-1 0,1 0 0,-1 0 0,1 0 0,0 0 0,0 0 0,0 1 0,0-1 0,0-1 0,0 1 0,0 0 0,1 0 0,-1 0 0,0-1 0,1 1 0,0 0 0,-1-1 0,1 0 0,0 1 0,0-1 0,0 0 0,2 1 0,6 3 0,0 0 0,0-1 0,0-1 0,1 1 0,-1-2 0,1 1 0,17 0 0,-19-2 0,-1 0 0,1-1 0,0 0 0,-1-1 0,1 0 0,0 0 0,-1-1 0,1 0 0,15-7 0,-23 9 0,0 0 0,1-1 0,-1 1 0,0-1 0,0 1 0,0-1 0,0 0 0,0 1 0,0-1 0,0 0 0,0 0 0,0 1 0,0-1 0,0 0 0,0 0 0,-1 0 0,1 0 0,0 0 0,-1-1 0,1 1 0,-1 0 0,1 0 0,-1 0 0,1 0 0,-1-1 0,0 1 0,0 0 0,0 0 0,1-1 0,-1 1 0,0 0 0,-1 0 0,1-1 0,0 1 0,0 0 0,0 0 0,-1-1 0,1 1 0,-1 0 0,1 0 0,-1 0 0,1 0 0,-1 0 0,0 0 0,1 0 0,-1 0 0,0 0 0,-1-2 0,-6-4 0,1-1 0,-1 1 0,0 1 0,-14-10 0,18 14 0,-15-10 0,2-1 0,-1 0 0,2-2 0,-17-16 0,29 25 0,-1 1 0,1-1 0,0 0 0,1 0 0,-1-1 0,1 1 0,1-1 0,-1 1 0,1-1 0,0 0 0,0 0 0,1 0 0,0 0 0,0 0 0,1 0 0,1-11 0,-1 15 0,0-1 0,1 1 0,0 0 0,-1 0 0,1 0 0,1 0 0,-1 0 0,0 0 0,1 0 0,-1 1 0,1-1 0,0 0 0,0 1 0,0 0 0,0-1 0,0 1 0,4-3 0,-1 2 0,-1 0 0,1 0 0,-1 1 0,1-1 0,0 1 0,0 0 0,0 1 0,0-1 0,0 1 0,7-1 0,-7 1 0,0 1 0,0 0 0,0 0 0,1 0 0,-1 1 0,0-1 0,-1 1 0,1 0 0,0 1 0,9 3 0,-12-4 0,1 0 0,0 1 0,-1 0 0,1-1 0,-1 1 0,1 0 0,-1 0 0,0 1 0,0-1 0,0 0 0,0 1 0,0-1 0,-1 1 0,1-1 0,-1 1 0,1 0 0,-1 0 0,1 3 0,-2-1 20,1-1 0,-1 1 0,0-1 1,0 1-1,-1-1 0,1 0 0,-1 1 0,0-1 0,0 0 0,0 1 0,-1-1 0,0 0 0,0 0 0,0 0 0,0 0 0,-5 6 1,-4 6-590,-1-1 0,-19 19 0,15-18-6257</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52.163"/>
    </inkml:context>
    <inkml:brush xml:id="br0">
      <inkml:brushProperty name="width" value="0.05" units="cm"/>
      <inkml:brushProperty name="height" value="0.05" units="cm"/>
    </inkml:brush>
  </inkml:definitions>
  <inkml:trace contextRef="#ctx0" brushRef="#br0">1 654 24575,'0'2'0,"1"-1"0,-1 0 0,1 0 0,-1 1 0,1-1 0,0 0 0,0 0 0,-1 1 0,1-1 0,0 0 0,0 0 0,0 0 0,0 0 0,0 0 0,0-1 0,1 1 0,-1 0 0,0 0 0,2 0 0,27 14 0,-25-13 0,16 7 0,2-2 0,-1 0 0,1-1 0,24 3 0,96 5 0,-77-9 0,1852 164-2230,-1433-126 1979,1128 111-1348,335 55 1070,-1858-198 483,478 34 2245,-557-45-1933,37-1 1123,-45 1-1322,0-1-1,1 1 1,-1-1 0,0 0 0,0 0 0,0 0-1,0 0 1,0 0 0,0-1 0,-1 1-1,5-4 1,-7 5-67,1 0 0,-1 0 0,0-1 0,1 1 0,-1 0 0,0 0 0,0 0 0,1-1 0,-1 1 0,0 0 0,0-1 0,0 1 0,1 0 0,-1 0 0,0-1 0,0 1 0,0 0 0,0-1 0,0 1 0,0 0 0,0-1 0,1 1 0,-1 0 0,0-1 0,0 1 0,0 0 0,0-1 0,-1 1 0,1 0 0,0-1 0,0 1 0,0 0 0,0-1 0,0 1 0,0 0 0,-1-1 0,-12-6 0,-18 2 0,19 4 0,7 1 0,0 0 0,0-1 0,0 1 0,0-1 0,0 0 0,0 0 0,-6-3 0,9 3 0,1 0 0,-1-1 0,0 1 0,1 0 0,0-1 0,-1 1 0,1 0 0,0-1 0,0 0 0,0 1 0,0-1 0,0 0 0,0 0 0,0 1 0,0-1 0,1 0 0,-1 0 0,1 0 0,-1 0 0,1 0 0,0 0 0,0 0 0,0-2 0,-1-12 0,-12-226 0,13 163 0,10-83 0,7 35 0,5 1 0,6 1 0,77-212 0,-104 334 0,1-1 0,-1 0 0,1 1 0,0-1 0,0 1 0,0-1 0,1 1 0,-1 0 0,1 0 0,-1 0 0,1 0 0,0 0 0,0 1 0,5-3 0,-3 2 0,0 1 0,0 1 0,0-1 0,0 1 0,0 0 0,0 0 0,1 0 0,-1 1 0,0-1 0,8 2 0,161 15 0,-74-4 0,764 34-457,1-44-1,35-44 458,-879 40 0,1 0 0,0-1 0,-1 0 0,40-12 0,-60 14 8,1 1 0,-1 0 0,0 0 0,-1-1 0,1 1-1,0 0 1,0-1 0,0 1 0,0-1 0,0 1 0,0-1 0,0 0 0,-1 1 0,1-1 0,0 0 0,0 0 0,0-1 0,-1 2 4,0-1 0,0 1 0,-1-1 0,1 1 0,0 0 0,0-1 1,-1 1-1,1-1 0,0 1 0,-1 0 0,1 0 0,0-1 0,-1 1 0,1 0 0,0-1 0,-1 1 1,1 0-1,-1 0 0,1 0 0,-1 0 0,1-1 0,-1 1 0,1 0 0,0 0 0,-2 0 1,-36-5 444,-10 5-1822,28 0-5461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52.460"/>
    </inkml:context>
    <inkml:brush xml:id="br0">
      <inkml:brushProperty name="width" value="0.05" units="cm"/>
      <inkml:brushProperty name="height" value="0.05" units="cm"/>
    </inkml:brush>
  </inkml:definitions>
  <inkml:trace contextRef="#ctx0" brushRef="#br0">47 66 24575,'0'-5'0,"0"0"0,0 0 0,0 0 0,0 0 0,1-1 0,0 1 0,2-6 0,-3 10 0,1 0 0,-1 0 0,1-1 0,0 1 0,-1 0 0,1 0 0,0 0 0,0 0 0,0 0 0,0 1 0,0-1 0,0 0 0,0 0 0,0 0 0,0 1 0,0-1 0,0 1 0,0-1 0,1 1 0,-1-1 0,0 1 0,0 0 0,1-1 0,-1 1 0,0 0 0,1 0 0,-1 0 0,0 0 0,0 0 0,3 1 0,5 0 0,0 1 0,0 0 0,1 0 0,-1 1 0,-1 1 0,1-1 0,15 10 0,55 40 0,-60-38 0,1 1 0,-2 1 0,0 0 0,-1 1 0,-1 1 0,-1 1 0,24 37 0,-35-48 0,0-1 0,0 1 0,-1 0 0,0 0 0,-1 0 0,0 0 0,0 1 0,-1-1 0,0 1 0,0 10 0,-2-13 0,0 1 0,0 0 0,-1-1 0,0 1 0,0-1 0,-1 0 0,0 0 0,0 0 0,-1 0 0,0 0 0,0 0 0,0-1 0,-11 11 0,0-1 52,-1-1 0,-1-1 0,0 0 0,-1-2 0,-27 16 0,-104 44-618,85-43-545,14-6-5715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53.524"/>
    </inkml:context>
    <inkml:brush xml:id="br0">
      <inkml:brushProperty name="width" value="0.05" units="cm"/>
      <inkml:brushProperty name="height" value="0.05" units="cm"/>
    </inkml:brush>
  </inkml:definitions>
  <inkml:trace contextRef="#ctx0" brushRef="#br0">5558 0 24575,'-9'151'0,"0"-17"0,8 63 0,-19 297 0,7-388 0,-6 0 0,-40 135 0,23-128 0,13-32 0,-4-2 0,-47 97 0,61-153 0,-2-1 0,0 0 0,-2-1 0,-26 27 0,39-44 0,-1 0 0,1-1 0,-1 1 0,0-1 0,0 0 0,-1-1 0,1 1 0,-1-1 0,1 0 0,-1 0 0,0 0 0,1-1 0,-1 0 0,0 0 0,0-1 0,-6 0 0,-12 0 0,1-2 0,-41-9 0,41 7 0,-338-59-113,-286-52-354,-646-108-727,458 106 974,-492-78-355,1126 157 1572,-69-11 575,312 52-2937,-29 2-5461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53.804"/>
    </inkml:context>
    <inkml:brush xml:id="br0">
      <inkml:brushProperty name="width" value="0.05" units="cm"/>
      <inkml:brushProperty name="height" value="0.05" units="cm"/>
    </inkml:brush>
  </inkml:definitions>
  <inkml:trace contextRef="#ctx0" brushRef="#br0">330 68 24575,'0'-12'0,"1"8"0,-1 0 0,0 0 0,0 0 0,0 0 0,0 1 0,-1-1 0,0 0 0,1 0 0,-1 1 0,-1-1 0,-2-5 0,4 8 0,-1 1 0,0-1 0,1 1 0,-1 0 0,0-1 0,0 1 0,1 0 0,-1-1 0,0 1 0,0 0 0,1 0 0,-1 0 0,0 0 0,0 0 0,0 0 0,1 0 0,-1 0 0,0 0 0,0 0 0,0 1 0,1-1 0,-1 0 0,0 1 0,0-1 0,1 0 0,-1 1 0,0-1 0,1 1 0,-1-1 0,1 0 0,-1 1 0,0 0 0,0 0 0,-25 21 0,25-20 0,-84 73 0,53-49 0,1 2 0,-49 57 0,75-79 0,0 1 0,1-1 0,0 1 0,0 0 0,1 0 0,0 0 0,0 0 0,0 1 0,1-1 0,0 1 0,1 0 0,-2 14 0,4-16 0,-1 0 0,1 0 0,0 0 0,0 0 0,1-1 0,-1 1 0,1 0 0,1-1 0,-1 0 0,1 1 0,0-1 0,0 0 0,0 0 0,1 0 0,-1-1 0,1 1 0,8 5 0,0 1 57,2-1 0,-1 0 0,1-2 0,0 1 0,23 8 0,-7-4-911,55 13 1,-24-12-5973</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2:55.284"/>
    </inkml:context>
    <inkml:brush xml:id="br0">
      <inkml:brushProperty name="width" value="0.05" units="cm"/>
      <inkml:brushProperty name="height" value="0.05" units="cm"/>
    </inkml:brush>
  </inkml:definitions>
  <inkml:trace contextRef="#ctx0" brushRef="#br0">457 129 24575,'-3'-2'0,"9"-2"0,10-3 0,-14 7 0,0-1 0,-1 1 0,1 0 0,0 0 0,0 0 0,0 0 0,0 0 0,0 0 0,0 1 0,0-1 0,-1 1 0,1-1 0,0 1 0,0 0 0,-1 0 0,1-1 0,0 1 0,2 3 0,-3-4 0,-1 1 0,1-1 0,-1 1 0,1-1 0,-1 1 0,0 0 0,1-1 0,-1 1 0,0 0 0,1-1 0,-1 1 0,0 0 0,0-1 0,0 1 0,0 0 0,0-1 0,0 1 0,0 0 0,0 0 0,0 0 0,0 1 0,-1-1 0,1 1 0,-1-1 0,1 0 0,-1 1 0,0-1 0,0 0 0,0 1 0,0-1 0,0 0 0,0 0 0,0 0 0,-1 2 0,-4 0 0,1 0 0,0 1 0,-1-2 0,0 1 0,1-1 0,-1 1 0,0-2 0,0 1 0,0-1 0,-1 0 0,-10 1 0,9-1 0,0-1 0,-1 0 0,1 0 0,-1-1 0,1 0 0,0-1 0,-1 1 0,-9-5 0,16 5 0,1 1 0,-1-1 0,1 1 0,-1-1 0,1 0 0,0 0 0,-1 0 0,1 0 0,0 0 0,0 0 0,-1 0 0,1-1 0,0 1 0,0 0 0,0-1 0,0 1 0,1 0 0,-1-1 0,0 1 0,1-1 0,-1 0 0,1 1 0,-1-2 0,1 0 0,0 0 0,0 0 0,0 0 0,1 1 0,-1-1 0,1 0 0,-1 0 0,1 1 0,0-1 0,0 0 0,1 1 0,1-4 0,3-3 0,0 0 0,0 1 0,1 0 0,0 0 0,0 1 0,10-8 0,-5 6 0,-8 5 0,0 0 0,1 1 0,-1-1 0,1 1 0,-1 0 0,1 1 0,0-1 0,0 1 0,1 0 0,8-3 0,-13 5 0,0 0 0,0 0 0,0 1 0,-1-1 0,1 0 0,0 0 0,0 1 0,0-1 0,0 0 0,-1 1 0,1-1 0,0 1 0,0-1 0,-1 1 0,1-1 0,0 1 0,-1-1 0,1 1 0,0 0 0,-1 0 0,1-1 0,-1 1 0,0 0 0,1 0 0,-1-1 0,1 1 0,-1 0 0,0 0 0,0 0 0,1 0 0,-1-1 0,0 1 0,0 0 0,0 0 0,0 0 0,0 0 0,0 0 0,-1 1 0,-4 38 0,-2-17 0,0 0 0,-2 0 0,-1-1 0,-13 23 0,-1-3 0,-33 41 0,43-65 0,-1-1 0,-1 0 0,0-1 0,-36 27 0,39-34 0,0 0 0,0-2 0,-1 1 0,1-2 0,-2 0 0,1 0 0,-1-1 0,-18 3 0,28-7 0,1-1 0,0 0 0,0 0 0,-1 0 0,1 0 0,0-1 0,0 1 0,0-1 0,0 0 0,-8-3 0,10 3 0,1 1 0,0-1 0,0 1 0,0-1 0,0 0 0,0 0 0,0 1 0,0-1 0,0 0 0,0 0 0,0 0 0,0 0 0,1 0 0,-1 0 0,0 0 0,1-1 0,-1 1 0,1 0 0,-1 0 0,1 0 0,0-1 0,-1 1 0,1 0 0,0 0 0,0-1 0,0 1 0,0 0 0,0-1 0,0 1 0,0 0 0,0 0 0,1-1 0,-1 1 0,0 0 0,1 0 0,-1-1 0,1 1 0,-1 0 0,2-2 0,2-3 0,0 0 0,0 0 0,0 0 0,1 0 0,0 1 0,0 0 0,1 0 0,0 0 0,9-6 0,-3 4 0,0-1 0,1 2 0,26-11 0,-34 15 0,0 1 0,1-1 0,-1 1 0,1 0 0,-1 1 0,1-1 0,-1 1 0,1 0 0,6 1 0,-10-1 0,1 1 0,0 0 0,-1-1 0,1 1 0,-1 0 0,0 0 0,1 1 0,-1-1 0,0 0 0,1 1 0,-1-1 0,0 1 0,0 0 0,0 0 0,-1 0 0,1 0 0,0 0 0,-1 0 0,1 0 0,-1 0 0,1 3 0,19 54 0,-17-45 0,1-1 0,-1 0 0,14 24 0,-18-36 0,1 1 0,0-1 0,-1 0 0,1 0 0,0 0 0,0 1 0,0-1 0,0 0 0,0 0 0,0-1 0,0 1 0,0 0 0,0 0 0,0 0 0,1-1 0,-1 1 0,0 0 0,0-1 0,1 1 0,-1-1 0,0 0 0,1 1 0,-1-1 0,1 0 0,-1 0 0,0 0 0,1 0 0,-1 0 0,1 0 0,-1 0 0,0-1 0,1 1 0,-1 0 0,0-1 0,1 1 0,-1-1 0,0 1 0,0-1 0,1 0 0,-1 0 0,0 1 0,0-1 0,0 0 0,2-2 0,3-3 0,1-1 0,-1 0 0,0 0 0,0-1 0,4-8 0,-9 15-124,0-1 0,0 1 0,0-1 0,0 1 0,1-1 0,-1 1-1,0 0 1,1 0 0,-1 0 0,2-1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04.434"/>
    </inkml:context>
    <inkml:brush xml:id="br0">
      <inkml:brushProperty name="width" value="0.05" units="cm"/>
      <inkml:brushProperty name="height" value="0.05" units="cm"/>
    </inkml:brush>
  </inkml:definitions>
  <inkml:trace contextRef="#ctx0" brushRef="#br0">1 1378 24575,'0'2'0,"1"-1"0,-1 0 0,0 0 0,1 1 0,-1-1 0,1 0 0,-1 0 0,1 0 0,0 1 0,0-1 0,-1 0 0,1 0 0,0 0 0,0 0 0,0 0 0,0 0 0,0-1 0,0 1 0,2 1 0,27 13 0,-24-12 0,17 7 0,0-1 0,1-1 0,-1-1 0,31 4 0,101 8 0,-79-11 0,941 88 0,162 30 0,565 98-566,-1315-174 566,483 47 0,25-29 87,-910-67 6,119 1 293,-144-2-386,0 0 0,0 0 0,0 0 0,0 0 0,0-1 0,0 1 0,-1 0 0,1-1 0,0 1 0,0-1 0,0 0 0,0 0 0,-1 0 0,1 0 0,-1 0 0,1 0 0,0 0 0,-1 0 0,0-1 0,1 1 0,-1-1 0,0 1 0,0-1 0,1 1 0,-1-1 0,1-2 0,-2 0 0,1 1 0,0-1 0,-1 1 0,0-1 0,0 1 0,0-1 0,-1 1 0,1-1 0,-1 1 0,0-1 0,1 1 0,-2 0 0,-1-6 0,-11-33 0,3 0 0,-12-75 0,6 24 0,3 18 0,4-1 0,2 0 0,4 0 0,3-1 0,4 1 0,3 0 0,17-79 0,16-48 0,26-161 0,-53 288 0,-1 4 0,-2 1 0,-2-77 0,-8 132 0,-1 1 0,-1-1 0,0 1 0,-1-1 0,0 1 0,-2 0 0,0 1 0,-8-17 0,13 31 25,1-1-70,0 1 0,0 0 0,0-1 0,0 1 1,0 0-1,0-1 0,-1 1 0,1 0 0,0 0 0,0-1 1,0 1-1,-1 0 0,1 0 0,0-1 0,0 1 0,0 0 1,-1 0-1,1-1 0,0 1 0,-1 0 0,1 0 0,0 0 1,0 0-1,-1 0 0,1-1 0,0 1 0,-1 0 0,1 0 1,0 0-1,-1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04.916"/>
    </inkml:context>
    <inkml:brush xml:id="br0">
      <inkml:brushProperty name="width" value="0.05" units="cm"/>
      <inkml:brushProperty name="height" value="0.05" units="cm"/>
    </inkml:brush>
  </inkml:definitions>
  <inkml:trace contextRef="#ctx0" brushRef="#br0">232 53 24575,'-2'1'0,"1"-1"0,-1 0 0,0 1 0,0 0 0,1-1 0,-1 1 0,1 0 0,-1 0 0,0 0 0,1 0 0,0 0 0,-1 0 0,1 0 0,0 1 0,-2 1 0,-20 26 0,17-20 0,-25 38 0,2 1 0,2 1 0,-30 79 0,55-123 0,1-3 0,0 1 0,-1 0 0,1-1 0,-1 1 0,1-1 0,-1 1 0,-4 3 0,6-6 0,0 1 0,-1-1 0,1 0 0,0 0 0,0 0 0,0 0 0,-1 0 0,1 0 0,0 1 0,0-1 0,-1 0 0,1 0 0,0 0 0,0 0 0,-1 0 0,1 0 0,0 0 0,0 0 0,-1 0 0,1 0 0,0 0 0,0 0 0,-1 0 0,1 0 0,0 0 0,0 0 0,-1 0 0,1 0 0,0-1 0,0 1 0,0 0 0,-1 0 0,-4-16 0,4 4 0,1 0 0,0 0 0,1 0 0,1 0 0,0 1 0,0-1 0,1 0 0,6-14 0,1 0 0,2 0 0,19-33 0,-16 35 0,0 0 0,21-22 0,-31 39 0,1 1 0,-1 0 0,2 0 0,-1 1 0,1-1 0,0 1 0,0 1 0,0-1 0,0 1 0,1 1 0,10-5 0,-16 8 0,0 0 0,0-1 0,0 1 0,0 0 0,0 0 0,0 0 0,0 0 0,0 0 0,0 0 0,0 1 0,0-1 0,0 1 0,0-1 0,0 1 0,0 0 0,-1 0 0,1 0 0,0 0 0,0 0 0,-1 0 0,1 0 0,-1 0 0,1 1 0,-1-1 0,0 1 0,1-1 0,-1 1 0,1 2 0,4 4 0,-2 1 0,1 0 0,-1 0 0,4 15 0,-4-13 0,44 126 117,53 142 63,-73-213-734,3-1 0,43 67 0,-40-80-6272</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06.769"/>
    </inkml:context>
    <inkml:brush xml:id="br0">
      <inkml:brushProperty name="width" value="0.05" units="cm"/>
      <inkml:brushProperty name="height" value="0.05" units="cm"/>
    </inkml:brush>
  </inkml:definitions>
  <inkml:trace contextRef="#ctx0" brushRef="#br0">7833 18 24575,'-2'-14'0,"-3"11"0,4 3 0,0 1 0,1-1 0,-1 1 0,1 0 0,-1-1 0,1 1 0,-1 0 0,1 0 0,0-1 0,-1 1 0,1 0 0,0 0 0,0 0 0,-1 0 0,1-1 0,0 1 0,0 0 0,0 0 0,0 0 0,0 0 0,0 0 0,0-1 0,1 1 0,-1 1 0,10 279 0,-24 0 0,3-77 0,2 54 0,-11 227 0,14-403 0,-3-2 0,-4 1 0,-4-1 0,-3-1 0,-3-1 0,-37 81 0,-110 208 0,88-200 0,79-160 0,0 2 0,-2 0 0,1-1 0,-1 0 0,-9 12 0,12-18 0,-1 1 0,1-1 0,-1 0 0,1 0 0,-1 0 0,0 0 0,1-1 0,-1 1 0,0-1 0,0 0 0,0 0 0,0 0 0,0 0 0,-1 0 0,1 0 0,0-1 0,-5 0 0,-56 0 0,0-4 0,-78-14 0,39 4 0,-1143-93 0,-38-33 0,511 40 0,-277 41 0,915 57 0,-298-10 0,371 9 0,-188-12 0,111 12 0,8 2 0,-20-17 0,40-1 0,21 2 0,16 1 0,55 11 0,-1 0 0,0 2 0,-19-2 0,-252-27 0,189 18 0,-161-28 0,221 34 0,24 4 0,1 1 0,-29-1 0,18 6 0,22-1 0,-1 0 0,0-1 0,0 0 0,0 0 0,1 0 0,-1-1 0,0 0 0,-11-3 0,11-3-1365</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07.318"/>
    </inkml:context>
    <inkml:brush xml:id="br0">
      <inkml:brushProperty name="width" value="0.05" units="cm"/>
      <inkml:brushProperty name="height" value="0.05" units="cm"/>
    </inkml:brush>
  </inkml:definitions>
  <inkml:trace contextRef="#ctx0" brushRef="#br0">54 47 24575,'0'1'0,"0"-1"0,0 1 0,-1 0 0,1-1 0,0 1 0,0 0 0,-1-1 0,1 1 0,0-1 0,-1 1 0,1-1 0,-1 1 0,1-1 0,-1 1 0,1-1 0,-1 1 0,1-1 0,-1 0 0,1 1 0,-1-1 0,1 0 0,-1 1 0,1-1 0,-1 0 0,0 0 0,1 0 0,-1 0 0,0 1 0,1-1 0,-1 0 0,0 0 0,1 0 0,-1 0 0,0 0 0,-1 0 0,1 0 0,-1 0 0,1 0 0,-1-1 0,1 1 0,-1 0 0,1 0 0,-1-1 0,1 1 0,-1-1 0,1 1 0,0-1 0,-1 0 0,-1-1 0,2 1 0,0-1 0,-1 0 0,1 0 0,0-1 0,0 1 0,0 0 0,0 0 0,0 0 0,0-1 0,1 1 0,-1-1 0,1 1 0,0 0 0,0-1 0,0 1 0,0-1 0,0 1 0,0 0 0,1-5 0,-1 7 0,0 0 0,0 0 0,0 0 0,0-1 0,1 1 0,-1 0 0,0 0 0,0 0 0,0 0 0,0-1 0,0 1 0,0 0 0,1 0 0,-1 0 0,0 0 0,0-1 0,0 1 0,0 0 0,1 0 0,-1 0 0,0 0 0,0 0 0,0 0 0,1 0 0,-1 0 0,0 0 0,0 0 0,0 0 0,1 0 0,-1 0 0,0 0 0,0 0 0,0 0 0,1 0 0,-1 0 0,0 0 0,0 0 0,1 0 0,8 6 0,7 12 0,61 95 342,-63-91-769,-2 1 0,0 0 1,10 31-1,-17-38-6399</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07.832"/>
    </inkml:context>
    <inkml:brush xml:id="br0">
      <inkml:brushProperty name="width" value="0.05" units="cm"/>
      <inkml:brushProperty name="height" value="0.05" units="cm"/>
    </inkml:brush>
  </inkml:definitions>
  <inkml:trace contextRef="#ctx0" brushRef="#br0">135 0 24575,'5'0'0,"15"2"0,-20 2 0,-11 4 0,4-4 0,0-1 0,0 0 0,-1-1 0,1 1 0,0-1 0,-1-1 0,-14 2 0,-54-2 0,82 1 0,-1-1 0,1 1 0,-1 0 0,0 0 0,0 1 0,0 0 0,0 0 0,0 0 0,0 0 0,-1 1 0,7 7 0,7 5 0,25 33 0,-29-31-1365,-1-2-5461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12.941"/>
    </inkml:context>
    <inkml:brush xml:id="br0">
      <inkml:brushProperty name="width" value="0.05" units="cm"/>
      <inkml:brushProperty name="height" value="0.05" units="cm"/>
    </inkml:brush>
  </inkml:definitions>
  <inkml:trace contextRef="#ctx0" brushRef="#br0">43 0 24575,'-36'0'0,"30"0"0,24 0 0,540 0-1365,-531 0-5461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13.362"/>
    </inkml:context>
    <inkml:brush xml:id="br0">
      <inkml:brushProperty name="width" value="0.05" units="cm"/>
      <inkml:brushProperty name="height" value="0.05" units="cm"/>
    </inkml:brush>
  </inkml:definitions>
  <inkml:trace contextRef="#ctx0" brushRef="#br0">3 0 24575,'-3'1'0,"8"1"0,21 5 0,36 6 0,222 21 0,-36-5 0,-198-19-1365,-31-6-5461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13.684"/>
    </inkml:context>
    <inkml:brush xml:id="br0">
      <inkml:brushProperty name="width" value="0.05" units="cm"/>
      <inkml:brushProperty name="height" value="0.05" units="cm"/>
    </inkml:brush>
  </inkml:definitions>
  <inkml:trace contextRef="#ctx0" brushRef="#br0">7 33 24575,'0'0'0,"0"0"0,-1 0 0,1 1 0,0-1 0,0 0 0,0 0 0,0 0 0,-1 0 0,1 0 0,0 0 0,0 0 0,0 0 0,-1 0 0,1 0 0,0 0 0,0 0 0,0 0 0,0 0 0,-1 0 0,1 0 0,0 0 0,0 0 0,0-1 0,-1 1 0,1 0 0,0 0 0,0 0 0,0 0 0,0 0 0,0 0 0,-1 0 0,1-1 0,0 1 0,0 0 0,0 0 0,0 0 0,0 0 0,0-1 0,0 1 0,0 0 0,-1 0 0,1 0 0,0 0 0,0-1 0,0 1 0,0 0 0,0 0 0,0 0 0,0-1 0,0 1 0,0 0 0,0 0 0,0 0 0,0 0 0,0-1 0,0 1 0,1 0 0,-1 0 0,0-1 0,0 1 0,1-1 0,0 0 0,-1 1 0,1-1 0,-1 1 0,1-1 0,0 1 0,0-1 0,-1 1 0,1 0 0,0-1 0,0 1 0,-1 0 0,1-1 0,1 1 0,58-9 0,0 2 0,1 4 0,65 3 0,180 28 0,-268-22-1365,-9 0-5461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15.375"/>
    </inkml:context>
    <inkml:brush xml:id="br0">
      <inkml:brushProperty name="width" value="0.05" units="cm"/>
      <inkml:brushProperty name="height" value="0.05" units="cm"/>
    </inkml:brush>
  </inkml:definitions>
  <inkml:trace contextRef="#ctx0" brushRef="#br0">27 1 24575,'-1'0'0,"-1"0"0,1 0 0,0 0 0,-1 0 0,1 0 0,-1 0 0,1 0 0,0 0 0,-1 1 0,1-1 0,0 0 0,0 1 0,-1-1 0,1 1 0,0 0 0,0-1 0,0 1 0,-2 1 0,3-1 0,0 0 0,0 0 0,0 0 0,0 0 0,0 1 0,0-1 0,0 0 0,0 0 0,0 0 0,1 0 0,-1 0 0,0 0 0,1 0 0,-1 0 0,1 0 0,-1 0 0,1-1 0,0 1 0,-1 0 0,1 0 0,0 0 0,-1-1 0,1 1 0,2 1 0,74 72 0,-49-49 0,33 38 0,48 81-1365,-98-128-5461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15.746"/>
    </inkml:context>
    <inkml:brush xml:id="br0">
      <inkml:brushProperty name="width" value="0.05" units="cm"/>
      <inkml:brushProperty name="height" value="0.05" units="cm"/>
    </inkml:brush>
  </inkml:definitions>
  <inkml:trace contextRef="#ctx0" brushRef="#br0">379 0 24575,'-4'1'0,"1"-1"0,-1 1 0,1 0 0,-1 0 0,1 0 0,0 0 0,-1 1 0,1-1 0,0 1 0,-6 4 0,-29 25 0,33-26 0,-60 55 0,-60 74 0,102-109 0,10-11 0,0 0 0,1 1 0,1 0 0,-15 27 0,26-42-62,-1 1 0,1 0 0,-1 0 0,1 0 0,-1 0 0,1 0 0,0 0 0,0 0 0,-1 0 0,1 0 0,0 0 0,0 0-1,0 0 1,0 0 0,0 0 0,0 0 0,0 0 0,0 0 0,1-1 0,-1 1 0,1 1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28.036"/>
    </inkml:context>
    <inkml:brush xml:id="br0">
      <inkml:brushProperty name="width" value="0.05" units="cm"/>
      <inkml:brushProperty name="height" value="0.05" units="cm"/>
    </inkml:brush>
  </inkml:definitions>
  <inkml:trace contextRef="#ctx0" brushRef="#br0">1 55 24575,'41'-13'0,"-27"10"9,65-12-696,141-8 0,-202 23-6139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28.223"/>
    </inkml:context>
    <inkml:brush xml:id="br0">
      <inkml:brushProperty name="width" value="0.05" units="cm"/>
      <inkml:brushProperty name="height" value="0.05" units="cm"/>
    </inkml:brush>
  </inkml:definitions>
  <inkml:trace contextRef="#ctx0" brushRef="#br0">1 16 24575,'3'3'0,"4"1"0,7 0 0,7-4 0,9-2 0,8 0 0,10-3 0,5-1 0,7 1 0,1 1 0,-10 1-8191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0.229"/>
    </inkml:context>
    <inkml:brush xml:id="br0">
      <inkml:brushProperty name="width" value="0.05" units="cm"/>
      <inkml:brushProperty name="height" value="0.05" units="cm"/>
    </inkml:brush>
  </inkml:definitions>
  <inkml:trace contextRef="#ctx0" brushRef="#br0">314 429 24575,'1'0'0,"-1"0"0,1 0 0,-1 0 0,1 0 0,-1-1 0,1 1 0,-1 0 0,1 0 0,-1-1 0,1 1 0,-1 0 0,0-1 0,1 1 0,-1-1 0,1 1 0,-1 0 0,0-1 0,1 1 0,-1-1 0,0 1 0,0-1 0,1 1 0,-1-1 0,0 1 0,0-1 0,0 1 0,0-1 0,1 1 0,-1-1 0,0 1 0,0-1 0,0 0 0,0 1 0,0-1 0,-1 1 0,1-1 0,0 1 0,0-1 0,0 1 0,0-1 0,0 1 0,-1-1 0,1 1 0,0-1 0,-1 1 0,1-1 0,0 1 0,-1 0 0,1-1 0,0 1 0,-1-1 0,1 1 0,-1 0 0,1-1 0,0 1 0,-1 0 0,1 0 0,-2-1 0,-1 0 0,-1-1 0,0 1 0,0 0 0,0 0 0,0 0 0,0 1 0,0 0 0,0-1 0,-1 1 0,1 1 0,0-1 0,-7 2 0,-50 14 0,57-15 0,-13 5 0,0 0 0,1 2 0,0-1 0,-30 21 0,39-23 0,0 0 0,1 0 0,0 1 0,-1 0 0,2 0 0,-1 0 0,1 1 0,0-1 0,0 2 0,1-1 0,0 0 0,-5 14 0,8-17 0,0 1 0,0 0 0,1-1 0,0 1 0,0 0 0,0 0 0,0-1 0,1 1 0,0 0 0,0-1 0,0 1 0,1-1 0,-1 1 0,1-1 0,0 1 0,0-1 0,1 0 0,-1 0 0,1 0 0,0-1 0,0 1 0,0 0 0,7 5 0,-6-5 0,1-1 0,-1 1 0,0-1 0,1 0 0,0 0 0,0 0 0,0-1 0,0 1 0,0-1 0,0-1 0,1 1 0,-1-1 0,1 0 0,-1 0 0,1 0 0,-1-1 0,1 0 0,-1 0 0,1 0 0,6-2 0,-10 2 0,0-1 0,0 0 0,0 0 0,0 0 0,0 0 0,0 0 0,-1 0 0,1 0 0,0-1 0,-1 1 0,1 0 0,-1-1 0,1 0 0,-1 1 0,0-1 0,0 0 0,0 1 0,0-1 0,0 0 0,0 0 0,0 0 0,-1 0 0,1 0 0,0 0 0,-1 0 0,0 0 0,0 0 0,1-1 0,-1 1 0,0 0 0,-1-4 0,0-6 0,-1 1 0,0 0 0,-1-1 0,-5-14 0,-39-100 0,-8-21 0,45 115 0,2-1 0,-8-53 0,15 78 0,1 0 0,-1 0 0,1 1 0,1-1 0,-1 0 0,1 0 0,1 1 0,-1-1 0,2 1 0,-1-1 0,4-7 0,-4 11 0,0 0 0,1 0 0,-1 1 0,1-1 0,0 1 0,0-1 0,1 1 0,-1 0 0,1 0 0,-1 0 0,1 1 0,0-1 0,0 1 0,0 0 0,0 0 0,1 0 0,-1 1 0,0 0 0,9-2 0,-5 1 0,1 1 0,-1 0 0,1 1 0,-1 0 0,1 0 0,-1 1 0,1 0 0,-1 0 0,1 1 0,-1 0 0,0 1 0,0-1 0,0 2 0,0-1 0,-1 1 0,9 5 0,-10-4 0,0-1 0,-1 1 0,1 0 0,-1 0 0,0 1 0,0-1 0,-1 1 0,0 0 0,0 1 0,0-1 0,-1 1 0,0-1 0,0 1 0,-1 0 0,1 0 0,-1 0 0,-1 1 0,2 13 0,-3-9 0,0-1 0,0 0 0,-1 1 0,-1-1 0,0 0 0,-6 19 0,-28 60 0,9-27 0,22-48-1365,4-3-5461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0.419"/>
    </inkml:context>
    <inkml:brush xml:id="br0">
      <inkml:brushProperty name="width" value="0.05" units="cm"/>
      <inkml:brushProperty name="height" value="0.05" units="cm"/>
    </inkml:brush>
  </inkml:definitions>
  <inkml:trace contextRef="#ctx0" brushRef="#br0">12 7 24575,'-3'0'0,"-4"0"0,5 0 0,9 0 0,9 0 0,12 0 0,5 0 0,8 0 0,5 0 0,1 0 0,1 0 0,-4-3 0,-10 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0.615"/>
    </inkml:context>
    <inkml:brush xml:id="br0">
      <inkml:brushProperty name="width" value="0.05" units="cm"/>
      <inkml:brushProperty name="height" value="0.05" units="cm"/>
    </inkml:brush>
  </inkml:definitions>
  <inkml:trace contextRef="#ctx0" brushRef="#br0">78 10 24575,'-23'-5'0,"21"4"0,0 0 0,0 1 0,0-1 0,-1 1 0,1-1 0,0 1 0,0 0 0,0 0 0,-3 0 0,4 0 0,0 1 0,0-1 0,0 1 0,0-1 0,0 1 0,0 0 0,0-1 0,0 1 0,0 0 0,0-1 0,0 1 0,1 0 0,-1 0 0,0 0 0,1 0 0,-1 0 0,0 0 0,1 0 0,-1 0 0,1 0 0,0 0 0,-1 2 0,-3 15 0,1-1 0,0 0 0,2 1 0,0-1 0,1 1 0,3 27 0,-1 4 0,-3 0 228,0-31-547,1 0 1,0 1-1,1-1 1,4 19-1,-1-24-6507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0.790"/>
    </inkml:context>
    <inkml:brush xml:id="br0">
      <inkml:brushProperty name="width" value="0.05" units="cm"/>
      <inkml:brushProperty name="height" value="0.05" units="cm"/>
    </inkml:brush>
  </inkml:definitions>
  <inkml:trace contextRef="#ctx0" brushRef="#br0">0 54 24575,'9'-12'0,"6"-3"0,3-1 0,-1 7 0,-3 8 0,-5 6 0,-3 9 0,-3 8 0,-5 9 0,-3 5 0,-2 6 0,-1 2 0,-1-1 0,0-2 0,1-1 0,4-9-8191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1.133"/>
    </inkml:context>
    <inkml:brush xml:id="br0">
      <inkml:brushProperty name="width" value="0.05" units="cm"/>
      <inkml:brushProperty name="height" value="0.05" units="cm"/>
    </inkml:brush>
  </inkml:definitions>
  <inkml:trace contextRef="#ctx0" brushRef="#br0">35 0 24575,'-16'227'0,"1"-57"0,12-119 0,3-1 0,1 1 0,10 55 0,-9-91 0,1 0 0,1 0 0,0-1 0,1 0 0,1 0 0,0 0 0,0-1 0,2 1 0,-1-2 0,2 1 0,0-1 0,0 0 0,1-1 0,1 0 0,12 10 0,36 18-1365,0-8-5461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1.351"/>
    </inkml:context>
    <inkml:brush xml:id="br0">
      <inkml:brushProperty name="width" value="0.05" units="cm"/>
      <inkml:brushProperty name="height" value="0.05" units="cm"/>
    </inkml:brush>
  </inkml:definitions>
  <inkml:trace contextRef="#ctx0" brushRef="#br0">0 3 24575,'0'-3'0,"6"5"0,8 8 0,11 12 0,10 10 0,8 16 0,5 17 0,4 13 0,2 10 0,-5 9 0,-11 3 0,-15-4 0,-17-6 0,-22-9 0,-20-10 0,-22-13 0,-1-18-8191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1.772"/>
    </inkml:context>
    <inkml:brush xml:id="br0">
      <inkml:brushProperty name="width" value="0.05" units="cm"/>
      <inkml:brushProperty name="height" value="0.05" units="cm"/>
    </inkml:brush>
  </inkml:definitions>
  <inkml:trace contextRef="#ctx0" brushRef="#br0">8 18 24575,'-3'0'0,"-1"-3"0,4-1 0,7 1 0,8 0 0,9 1 0,8 0 0,8 2 0,3 2 0,-6 2-8191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1.925"/>
    </inkml:context>
    <inkml:brush xml:id="br0">
      <inkml:brushProperty name="width" value="0.05" units="cm"/>
      <inkml:brushProperty name="height" value="0.05" units="cm"/>
    </inkml:brush>
  </inkml:definitions>
  <inkml:trace contextRef="#ctx0" brushRef="#br0">43 0 24575,'-6'3'0,"-5"4"0,-3 4 0,3 3 0,10-1 0,14-2 0,11-4 0,10-2 0,8-3 0,6-1 0,-4-1-8191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2.605"/>
    </inkml:context>
    <inkml:brush xml:id="br0">
      <inkml:brushProperty name="width" value="0.05" units="cm"/>
      <inkml:brushProperty name="height" value="0.05" units="cm"/>
    </inkml:brush>
  </inkml:definitions>
  <inkml:trace contextRef="#ctx0" brushRef="#br0">435 234 24575,'1'-8'0,"1"-1"0,0 0 0,0 1 0,1-1 0,0 1 0,1 0 0,5-9 0,-4 6 0,0 0 0,0-1 0,-1 1 0,3-16 0,-6 24 0,-1 1 0,1-1 0,-1 1 0,0-1 0,0 0 0,0 1 0,-1-1 0,1 0 0,0 1 0,-1-1 0,0 1 0,0-1 0,0 1 0,0-1 0,0 1 0,0 0 0,0-1 0,-1 1 0,0 0 0,1 0 0,-1 0 0,0 0 0,0 0 0,-2-1 0,-1-1 0,0 1 0,-1 0 0,1 1 0,-1-1 0,0 1 0,1 0 0,-1 1 0,0-1 0,0 1 0,0 0 0,0 1 0,-1 0 0,1-1 0,0 2 0,0-1 0,0 1 0,0 0 0,-11 3 0,3 0 0,0 1 0,0 0 0,0 1 0,1 0 0,0 1 0,-21 14 0,23-12 0,0 0 0,1 1 0,0 0 0,0 1 0,-14 20 0,20-25 0,0 0 0,0 0 0,1 0 0,0 1 0,0-1 0,1 1 0,0 0 0,0 0 0,0 0 0,1 0 0,0 0 0,1 0 0,-1 11 0,1-16 0,1 1 0,-1-1 0,1 1 0,-1-1 0,1 0 0,0 1 0,0-1 0,0 0 0,0 1 0,0-1 0,0 0 0,1 0 0,-1 0 0,1 0 0,-1 0 0,1 0 0,0 0 0,0-1 0,0 1 0,2 1 0,-1-1 0,1 0 0,0-1 0,0 1 0,0-1 0,0 0 0,0 0 0,0-1 0,0 1 0,0-1 0,0 0 0,6 0 0,3-2 0,1 0 0,0 0 0,-1-1 0,0-1 0,0-1 0,16-7 0,-11 4 0,-1-1 0,-1-1 0,1-1 0,-2 0 0,0-1 0,15-15 0,-22 19 0,0-1 0,-1 0 0,0 0 0,-1 0 0,0-1 0,0 1 0,-1-2 0,0 1 0,-1 0 0,0-1 0,3-17 0,-18 77 0,3 65 0,13 213 0,-3-278 0,-1-41 0,-1 1 0,0-1 0,0 1 0,-1-1 0,0 0 0,-1 1 0,-3 10 0,4-17 0,0 1 0,0 0 0,-1 0 0,1-1 0,-1 1 0,0-1 0,0 0 0,0 1 0,0-1 0,0 0 0,0 0 0,-1 0 0,1-1 0,-1 1 0,1 0 0,-1-1 0,1 0 0,-1 1 0,0-1 0,0 0 0,0-1 0,0 1 0,-5 0 0,-5 0 0,1 0 0,-1-1 0,0-1 0,1 0 0,-1 0 0,1-2 0,-21-6 0,-83-35 0,69 22-682,-60-38-1,68 35-6143</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3.007"/>
    </inkml:context>
    <inkml:brush xml:id="br0">
      <inkml:brushProperty name="width" value="0.05" units="cm"/>
      <inkml:brushProperty name="height" value="0.05" units="cm"/>
    </inkml:brush>
  </inkml:definitions>
  <inkml:trace contextRef="#ctx0" brushRef="#br0">1133 185 24575,'-4'-5'0,"0"0"0,0 0 0,-1 0 0,1 1 0,-1 0 0,0 0 0,-1 0 0,1 0 0,0 1 0,-10-4 0,7 2 0,-19-10 0,0 1 0,-1 2 0,0 1 0,-1 1 0,0 1 0,0 2 0,-1 1 0,0 1 0,0 2 0,0 1 0,0 1 0,0 2 0,-1 0 0,1 3 0,0 0 0,0 2 0,1 1 0,0 1 0,0 2 0,1 1 0,0 1 0,1 1 0,0 1 0,1 2 0,1 1 0,-42 35 0,43-29 0,1 1 0,1 1 0,2 1 0,0 0 0,2 2 0,0 0 0,2 1 0,2 1 0,0 0 0,2 1 0,-15 60 0,20-60 0,2 0 0,0 1 0,2-1 0,2 1 0,1 0 0,1 0 0,2 0 0,1 0 0,2-1 0,0 0 0,3 0 0,16 41 0,-17-53 0,1-1 0,1-1 0,0 0 0,2-1 0,0 0 0,0 0 0,2-1 0,0-1 0,0 0 0,2-1 0,-1-1 0,2 0 0,-1-1 0,2-1 0,-1-1 0,1 0 0,1-1 0,-1-1 0,1-1 0,1-1 0,-1 0 0,1-1 0,0-2 0,-1 0 0,25 0 0,-8-4 0,-1-1 0,1-2 0,-1-1 0,0-2 0,-1-1 0,0-2 0,0-1 0,-1-2 0,-1-1 0,-1-1 0,0-2 0,-1-2 0,29-23 0,-25 16 0,-1-2 0,-2-1 0,0-2 0,-3-1 0,0-1 0,-2-1 0,-2-2 0,-2 0 0,-1-2 0,21-51 0,-33 64 0,0 1 0,-2-1 0,-1-1 0,-1 1 0,-1-1 0,-2 0 0,0 0 0,-4-39 0,1 49 0,-2-1 0,0 1 0,-1-1 0,-1 1 0,0 1 0,-2-1 0,1 1 0,-2 0 0,0 0 0,-1 1 0,-1 0 0,0 1 0,-23-25 0,16 23 49,0 1 0,-1 1 0,0 1-1,-1 0 1,-1 2 0,-32-16 0,9 10-618,0 1 0,-54-11 0,-35-2-6257</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4.638"/>
    </inkml:context>
    <inkml:brush xml:id="br0">
      <inkml:brushProperty name="width" value="0.05" units="cm"/>
      <inkml:brushProperty name="height" value="0.05" units="cm"/>
    </inkml:brush>
  </inkml:definitions>
  <inkml:trace contextRef="#ctx0" brushRef="#br0">85 110 24575,'-28'-23'0,"19"17"0,0-1 0,-13-14 0,20 19 0,1 1 0,-1-1 0,1 0 0,-1 0 0,1 0 0,0 0 0,0-1 0,0 1 0,0 0 0,0 0 0,1-1 0,-1 1 0,1 0 0,-1-1 0,1 1 0,0-1 0,0-3 0,0 5 0,0 1 0,0 0 0,0-1 0,0 1 0,0-1 0,0 1 0,0 0 0,0-1 0,0 1 0,1-1 0,-1 1 0,0 0 0,0-1 0,0 1 0,1 0 0,-1-1 0,0 1 0,0 0 0,1-1 0,-1 1 0,0 0 0,1 0 0,-1-1 0,0 1 0,1 0 0,-1 0 0,0 0 0,1 0 0,-1-1 0,1 1 0,12 4 0,12 14 0,5 14 0,-1 0 0,34 49 0,-30-35 0,-13-20 0,0 1 0,-3 1 0,0 1 0,23 55 0,-44-165 0,1 67 0,0 0 0,1-1 0,0 1 0,1 0 0,1 0 0,0-1 0,1 1 0,5-25 0,-1-3 0,-4 29 0,1 1 0,4-20 0,-5 29 0,0 1 0,0-1 0,0 0 0,1 0 0,-1 1 0,0-1 0,1 0 0,0 1 0,0 0 0,0-1 0,0 1 0,0 0 0,0 0 0,0 0 0,4-2 0,-5 3 0,0 0 0,0 1 0,0-1 0,1 1 0,-1 0 0,0-1 0,0 1 0,0 0 0,0 0 0,0-1 0,1 1 0,-1 0 0,0 0 0,0 0 0,0 0 0,1 1 0,-1-1 0,0 0 0,0 0 0,0 1 0,2 0 0,0 0 0,-1 1 0,0 0 0,0-1 0,0 1 0,0 0 0,0 0 0,0 0 0,0 0 0,1 3 0,3 3 0,-1 1 0,0 0 0,-1 0 0,3 11 0,6 14-1365,-7-22-5461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35.523"/>
    </inkml:context>
    <inkml:brush xml:id="br0">
      <inkml:brushProperty name="width" value="0.05" units="cm"/>
      <inkml:brushProperty name="height" value="0.05" units="cm"/>
    </inkml:brush>
  </inkml:definitions>
  <inkml:trace contextRef="#ctx0" brushRef="#br0">277 124 24575,'6'-40'0,"-4"34"0,0-1 0,-1 1 0,0 0 0,-1-1 0,1 1 0,-1 0 0,-1-10 0,1 15 0,-1 0 0,1 0 0,0 0 0,-1 0 0,1 0 0,-1 0 0,1-1 0,-1 1 0,0 1 0,0-1 0,1 0 0,-1 0 0,0 0 0,0 0 0,0 0 0,0 1 0,0-1 0,-1 0 0,0 0 0,-1 0 0,1 0 0,-1 1 0,1-1 0,-1 1 0,1-1 0,-1 1 0,1 0 0,-1 0 0,1 0 0,-5 1 0,-5 1 0,-1 1 0,1 0 0,0 1 0,0 0 0,0 1 0,1 0 0,-1 1 0,1 0 0,-13 11 0,17-13 0,1 1 0,0 0 0,0 0 0,0 1 0,1 0 0,0 0 0,0 0 0,0 0 0,1 1 0,0 0 0,0 0 0,0 0 0,1 1 0,0-1 0,-3 15 0,6-20 0,-1 1 0,1-1 0,0 1 0,0-1 0,0 1 0,0-1 0,1 1 0,-1-1 0,1 1 0,-1-1 0,1 0 0,0 1 0,0-1 0,0 0 0,0 1 0,0-1 0,1 0 0,-1 0 0,1 0 0,-1 0 0,1 0 0,0 0 0,0-1 0,0 1 0,0 0 0,0-1 0,0 0 0,0 1 0,0-1 0,1 0 0,-1 0 0,0 0 0,1-1 0,3 2 0,0-1 0,0 1 0,0-1 0,1-1 0,-1 1 0,0-1 0,0-1 0,1 1 0,-1-1 0,0 0 0,0 0 0,1 0 0,9-5 0,-10 3 0,0 0 0,0 0 0,-1-1 0,1 1 0,-1-1 0,0-1 0,0 1 0,0-1 0,0 0 0,-1 0 0,0 0 0,0-1 0,0 1 0,-1-1 0,0 0 0,0 0 0,0 0 0,-1 0 0,0-1 0,0 1 0,0-1 0,-1 1 0,0-1 0,0-7 0,-2 206 0,-2 49 0,3-234 0,0 0 0,-1 0 0,0 0 0,-1 0 0,1 0 0,-1-1 0,0 1 0,-1-1 0,-6 12 0,8-16 0,-1 1 0,0-1 0,0 1 0,0-1 0,0 0 0,-1 0 0,1 0 0,-1 0 0,1 0 0,-1-1 0,0 1 0,1-1 0,-1 0 0,0 1 0,0-1 0,0-1 0,0 1 0,0 0 0,0-1 0,0 1 0,0-1 0,0 0 0,-6-1 0,0 0 0,1 0 0,0-1 0,0-1 0,0 1 0,0-1 0,1 0 0,-1-1 0,1 0 0,0 0 0,0-1 0,-12-9 0,13 9 0,0-1 0,0 1 0,1-1 0,0 0 0,0 0 0,0 0 0,1-1 0,0 1 0,0-1 0,1 0 0,0 0 0,-4-13 0,7 19 10,0 1-1,0 0 1,-1 0-1,1-1 1,0 1-1,0 0 1,0 0-1,0-1 1,0 1-1,0 0 1,0-1-1,0 1 1,0 0-1,0-1 0,0 1 1,0 0-1,0 0 1,0-1-1,0 1 1,0 0-1,0-1 1,0 1-1,0 0 1,1 0-1,-1-1 1,0 1-1,0 0 1,0 0-1,0-1 1,1 1-1,-1 0 1,0 0-1,0-1 1,1 1-1,-1 0 1,11 3-1717,-1 2-5119</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5.704"/>
    </inkml:context>
    <inkml:brush xml:id="br0">
      <inkml:brushProperty name="width" value="0.05" units="cm"/>
      <inkml:brushProperty name="height" value="0.05" units="cm"/>
    </inkml:brush>
  </inkml:definitions>
  <inkml:trace contextRef="#ctx0" brushRef="#br0">1 0 24575,'3'3'0,"1"4"0,-1 10 0,0 11 0,-1 16 0,0 18 0,-2 23 0,1 27 0,-1 12 0,0 9 0,2 3 0,11-7 0,3-22 0,-1-26 0,-1-27 0,4-23 0,-2-16-8191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6.521"/>
    </inkml:context>
    <inkml:brush xml:id="br0">
      <inkml:brushProperty name="width" value="0.05" units="cm"/>
      <inkml:brushProperty name="height" value="0.05" units="cm"/>
    </inkml:brush>
  </inkml:definitions>
  <inkml:trace contextRef="#ctx0" brushRef="#br0">1 188 24575,'0'10'0,"1"-1"0,0 0 0,1 1 0,0-1 0,0 0 0,1 0 0,0 0 0,0 0 0,1-1 0,1 0 0,-1 1 0,1-1 0,1-1 0,-1 1 0,11 10 0,-7-10 0,-1 0 0,1-1 0,0 0 0,0 0 0,1-1 0,0 0 0,0-1 0,0 0 0,1-1 0,-1 0 0,1-1 0,18 4 0,-3-3 0,0-2 0,0 0 0,0-2 0,0-1 0,0-1 0,-1-1 0,1-1 0,0-1 0,33-12 0,-53 15 0,0-1 0,0 0 0,0 0 0,0 0 0,-1 0 0,1-1 0,-1 0 0,0-1 0,0 1 0,0-1 0,-1 0 0,0 0 0,1 0 0,-2 0 0,5-8 0,-4 5 0,-1 0 0,0 0 0,0 0 0,0-1 0,-1 1 0,-1-1 0,1 0 0,-1 1 0,-1-1 0,0-15 0,-1 14 0,0-1 0,-1 0 0,-1 0 0,1 1 0,-2-1 0,1 1 0,-1 0 0,-9-15 0,9 18 0,0 0 0,-1 0 0,0 1 0,0 0 0,-1 0 0,0 0 0,0 0 0,0 1 0,0 0 0,-1 1 0,-12-7 0,9 6 57,-1 1 0,1 0 0,-1 1 0,0 0 0,-11-1 0,18 3-152,0 1 0,0-1 0,0 1 0,1 0 1,-1 0-1,0 0 0,0 1 0,0-1 0,0 1 0,0 0 1,1 0-1,-1 0 0,0 1 0,1-1 0,-1 1 1,1 0-1,-5 3 0,-4 9-6731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7.275"/>
    </inkml:context>
    <inkml:brush xml:id="br0">
      <inkml:brushProperty name="width" value="0.05" units="cm"/>
      <inkml:brushProperty name="height" value="0.05" units="cm"/>
    </inkml:brush>
  </inkml:definitions>
  <inkml:trace contextRef="#ctx0" brushRef="#br0">141 0 24575,'-6'0'0,"0"0"0,-1 0 0,1 1 0,0 0 0,0 0 0,0 1 0,0-1 0,0 1 0,-5 3 0,7-3 0,1 0 0,-1 1 0,1-1 0,0 1 0,-1 0 0,2 0 0,-1 0 0,0 0 0,0 1 0,1-1 0,0 1 0,0-1 0,0 1 0,-2 4 0,-2 6 0,1 1 0,0-1 0,1 1 0,1 0 0,0 1 0,-1 23 0,4-36 0,0 1 0,1-1 0,-1 0 0,1 0 0,0 0 0,0 1 0,0-1 0,0 0 0,1 0 0,-1-1 0,1 1 0,-1 0 0,1 0 0,0-1 0,0 1 0,1-1 0,-1 1 0,0-1 0,1 0 0,0 0 0,-1 0 0,1 0 0,0-1 0,0 1 0,0-1 0,4 2 0,6 2 0,0-1 0,0 0 0,1-1 0,25 3 0,-31-5 0,0-1 0,0 0 0,0 0 0,0-1 0,0 0 0,0 0 0,0-1 0,0 0 0,0 0 0,8-4 0,-13 4 0,0 1 0,-1 0 0,1-1 0,0 1 0,-1-1 0,1 0 0,-1 0 0,0 0 0,0 0 0,0-1 0,0 1 0,0 0 0,0-1 0,0 1 0,-1-1 0,0 0 0,1 0 0,-1 1 0,0-1 0,0 0 0,0 0 0,-1 0 0,1 0 0,-1 0 0,0 0 0,1 0 0,-1 0 0,-1 0 0,1-5 0,-1 6 13,1-1-1,-1 1 0,1 0 0,-1-1 1,0 1-1,0 0 0,0 0 1,0 0-1,0 0 0,0 0 0,-1 0 1,1 0-1,-1 0 0,1 0 1,-1 1-1,0-1 0,0 1 0,0-1 1,1 1-1,-1 0 0,-1-1 1,1 1-1,0 0 0,-4-1 0,-3 0-111,-1-1-1,0 2 1,0-1-1,-16 1 1,-4-1-1076,9-1-5651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8.066"/>
    </inkml:context>
    <inkml:brush xml:id="br0">
      <inkml:brushProperty name="width" value="0.05" units="cm"/>
      <inkml:brushProperty name="height" value="0.05" units="cm"/>
    </inkml:brush>
  </inkml:definitions>
  <inkml:trace contextRef="#ctx0" brushRef="#br0">360 4 24575,'-77'-1'0,"34"-1"0,0 2 0,-56 7 0,94-6 0,0 0 0,0 0 0,-1 0 0,1 1 0,0 0 0,0 0 0,1 0 0,-1 1 0,0 0 0,1 0 0,-1 0 0,1 0 0,0 1 0,0-1 0,-4 6 0,6-6 0,0 0 0,0 1 0,0 0 0,0-1 0,0 1 0,1 0 0,0 0 0,-1 0 0,2 0 0,-1 0 0,0 0 0,1 0 0,0 0 0,0 0 0,0 0 0,0 0 0,0 0 0,1 0 0,0 0 0,2 5 0,-3-6 0,1-1 0,0 1 0,0-1 0,0 1 0,1-1 0,-1 0 0,0 1 0,1-1 0,0 0 0,-1 0 0,1 0 0,0 0 0,0 0 0,0-1 0,0 1 0,0-1 0,4 3 0,-2-3 0,0 1 0,0-1 0,0 1 0,1-1 0,-1-1 0,0 1 0,0 0 0,1-1 0,7 0 0,-2-1 0,1-1 0,-1 0 0,0 0 0,-1-1 0,1 0 0,0 0 0,-1-1 0,11-6 0,-18 9 0,-1 0 0,1 0 0,-1 0 0,1 0 0,-1 0 0,1 1 0,0-1 0,0 1 0,-1-1 0,1 1 0,0 0 0,2-1 0,-4 2 0,1-1 0,0 0 0,0 1 0,-1-1 0,1 1 0,0-1 0,-1 1 0,1-1 0,-1 1 0,1 0 0,-1-1 0,1 1 0,-1 0 0,1-1 0,-1 1 0,0 0 0,1-1 0,-1 1 0,0 0 0,1 0 0,-1 0 0,0-1 0,0 1 0,0 0 0,0 0 0,0 0 0,0-1 0,0 1 0,0 0 0,0 1 0,-1 23 0,-1 0 0,-1 0 0,-6 27 0,-1 6 0,-7 71-682,2 153-1,15-245-6143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3:59.665"/>
    </inkml:context>
    <inkml:brush xml:id="br0">
      <inkml:brushProperty name="width" value="0.05" units="cm"/>
      <inkml:brushProperty name="height" value="0.05" units="cm"/>
    </inkml:brush>
  </inkml:definitions>
  <inkml:trace contextRef="#ctx0" brushRef="#br0">1 0 24575,'12'0'0,"28"0"0,31 0 0,34 0 0,16 0 0,3 0 0,-10 0 0,-22 0 0,-24 0 0,-23 0-8191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00.025"/>
    </inkml:context>
    <inkml:brush xml:id="br0">
      <inkml:brushProperty name="width" value="0.05" units="cm"/>
      <inkml:brushProperty name="height" value="0.05" units="cm"/>
    </inkml:brush>
  </inkml:definitions>
  <inkml:trace contextRef="#ctx0" brushRef="#br0">1 0 24575,'0'3'0,"0"7"0,0 14 0,0 8 0,0 9 0,0 11 0,0 16 0,0 8 0,0-4 0,6-1 0,2-7 0,-1-11 0,-1-12 0,2-10 0,-1-10-8191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00.417"/>
    </inkml:context>
    <inkml:brush xml:id="br0">
      <inkml:brushProperty name="width" value="0.05" units="cm"/>
      <inkml:brushProperty name="height" value="0.05" units="cm"/>
    </inkml:brush>
  </inkml:definitions>
  <inkml:trace contextRef="#ctx0" brushRef="#br0">1 0 24575,'0'3'0,"0"13"0,0 7 0,0 11 0,3 6 0,1 8 0,0 8 0,-1 4 0,-1 0 0,0-4 0,-2-5 0,1-9 0,-1-8 0,0-4 0,-1-4 0,1-7-8191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00.848"/>
    </inkml:context>
    <inkml:brush xml:id="br0">
      <inkml:brushProperty name="width" value="0.05" units="cm"/>
      <inkml:brushProperty name="height" value="0.05" units="cm"/>
    </inkml:brush>
  </inkml:definitions>
  <inkml:trace contextRef="#ctx0" brushRef="#br0">1 0 24575,'6'3'0,"35"7"0,58 2 0,85-1 0,76-3 0,76-2-3576,67-3 3576,40-1 0,32-1 0,11-2-3016,-22 1 3016,-40-1 0,-58 1-1963,-75 0 1963,-93-1 0,-101 1 0,-71 0 1846,-39 0-3328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7.390"/>
    </inkml:context>
    <inkml:brush xml:id="br0">
      <inkml:brushProperty name="width" value="0.05" units="cm"/>
      <inkml:brushProperty name="height" value="0.05" units="cm"/>
    </inkml:brush>
  </inkml:definitions>
  <inkml:trace contextRef="#ctx0" brushRef="#br0">2772 191 24575,'5'0'0,"-1"-1"0,1 1 0,-1-1 0,1 0 0,-1-1 0,1 1 0,-1-1 0,0 0 0,0 0 0,1 0 0,-2-1 0,7-3 0,-9 5 0,0 0 0,0 0 0,0 0 0,-1 1 0,1-2 0,0 1 0,0 0 0,0 0 0,-1 0 0,1 0 0,-1 0 0,1-1 0,-1 1 0,1 0 0,-1 0 0,1-1 0,-1 1 0,0-2 0,0 1 0,-1 0 0,1 1 0,0-1 0,-1 1 0,0 0 0,1-1 0,-1 1 0,0-1 0,0 1 0,0 0 0,0 0 0,0-1 0,0 1 0,0 0 0,0 0 0,0 0 0,0 0 0,-1 0 0,1 1 0,-2-2 0,-7-4 0,-1 1 0,0-1 0,0 2 0,-1 0 0,1 0 0,-1 1 0,-13-2 0,-90-6 0,71 8 0,-956-43-180,-104 39-642,914 8 742,154-1 80,17 1 0,0 0 0,0-2 0,0 0 0,0-2 0,-23-5 0,42 8 4,0 0-1,0 0 0,0 0 0,0 0 0,0 0 1,0 0-1,0 0 0,0 0 0,1 0 0,-1 0 1,0 0-1,0 0 0,0 0 0,0 0 0,0 0 0,0 0 1,0 0-1,0 0 0,0 0 0,0 0 0,0 0 1,0 0-1,0 0 0,0-1 0,0 1 0,0 0 1,0 0-1,0 0 0,0 0 0,0 0 0,0 0 0,0 0 1,0 0-1,0 0 0,0 0 0,0 0 0,0 0 1,0 0-1,0 0 0,0 0 0,0 0 0,0 0 1,0 0-1,0 0 0,0 0 0,0-1 0,0 1 1,0 0-1,0 0 0,-1 0 0,1 0 0,0 0 0,10-2 369,14 3 169,-22-1-541,0 1 0,1-1 0,-1 1 0,0 0 0,0 0 0,0 0 0,0 1 0,0-1 0,0 0 0,0 1 0,0-1 0,0 1 0,-1 0 0,1-1 0,0 1 0,-1 0 0,0 0 0,1 0 0,-1 0 0,0 0 0,0 0 0,0 1 0,0-1 0,-1 0 0,1 0 0,-1 1 0,1-1 0,-1 1 0,0-1 0,0 0 0,0 3 0,0 8 0,-2 0 0,0 1 0,0-2 0,-7 22 0,2-8 0,-62 387 0,43-232 0,9-75 0,-18 138 0,32-203 0,1 0 0,2 0 0,12 80 0,-6-95-1365,1-8-5461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7.797"/>
    </inkml:context>
    <inkml:brush xml:id="br0">
      <inkml:brushProperty name="width" value="0.05" units="cm"/>
      <inkml:brushProperty name="height" value="0.05" units="cm"/>
    </inkml:brush>
  </inkml:definitions>
  <inkml:trace contextRef="#ctx0" brushRef="#br0">54 170 24575,'-10'0'0,"7"1"0,0-1 0,0 0 0,0 0 0,0 0 0,0 0 0,0 0 0,0-1 0,0 0 0,0 1 0,0-1 0,0 0 0,-4-3 0,7 4 0,0 0 0,0 0 0,0 0 0,0 0 0,0 0 0,-1-1 0,1 1 0,0 0 0,0 0 0,0 0 0,0-1 0,0 1 0,0 0 0,0 0 0,0 0 0,0 0 0,0-1 0,0 1 0,0 0 0,0 0 0,0 0 0,1-1 0,-1 1 0,0 0 0,0 0 0,0 0 0,0 0 0,0 0 0,0-1 0,0 1 0,0 0 0,1 0 0,-1 0 0,0 0 0,0 0 0,0 0 0,0-1 0,0 1 0,1 0 0,-1 0 0,0 0 0,0 0 0,0 0 0,1 0 0,-1 0 0,0 0 0,0 0 0,0 0 0,0 0 0,1 0 0,-1 0 0,0 0 0,0 0 0,0 0 0,1 0 0,-1 0 0,0 0 0,0 0 0,14-2 0,3 4 0,-1 0 0,1 1 0,-1 1 0,0 0 0,30 13 0,-21-8 0,8 5 0,33 18 0,-33-15 0,41 15 0,-64-28 0,0-1 0,0 0 0,0-1 0,1 0 0,-1-1 0,1 0 0,-1-1 0,19-1 0,-24 0 0,0 0 0,0 0 0,0 0 0,0-1 0,0 1 0,0-1 0,0 0 0,-1-1 0,1 1 0,-1-1 0,0 0 0,0 0 0,0-1 0,4-3 0,-3 1 0,0 0 0,-1 0 0,0-1 0,0 1 0,0-1 0,-1 0 0,0 0 0,3-11 0,0-8 0,-1 1 0,-1-1 0,-2 0 0,0-37 0,-2 63 0,-2-25 0,2 24 0,0 1 0,0-1 0,0 1 0,0 0 0,-1-1 0,1 1 0,0 0 0,0-1 0,0 1 0,0 0 0,-1-1 0,1 1 0,0 0 0,0 0 0,-1-1 0,1 1 0,0 0 0,0 0 0,-1-1 0,1 1 0,0 0 0,-1 0 0,1 0 0,0 0 0,-1-1 0,1 1 0,0 0 0,-1 0 0,1 0 0,0 0 0,-1 0 0,1 0 0,-1 0 0,1 0 0,0 0 0,-1 0 0,1 0 0,0 0 0,-1 0 0,1 0 0,0 0 0,-1 1 0,1-1 0,0 0 0,-1 0 0,1 0 0,0 0 0,-1 1 0,1-1 0,0 0 0,0 0 0,-1 1 0,1-1 0,0 0 0,0 1 0,-1-1 0,1 0 0,0 1 0,0-1 0,-6 7-114,0 0 1,0 0-1,-7 14 0,9-14-796,-16 26-5916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8.215"/>
    </inkml:context>
    <inkml:brush xml:id="br0">
      <inkml:brushProperty name="width" value="0.05" units="cm"/>
      <inkml:brushProperty name="height" value="0.05" units="cm"/>
    </inkml:brush>
  </inkml:definitions>
  <inkml:trace contextRef="#ctx0" brushRef="#br0">91 240 24575,'-6'-12'0,"-9"-18"0,2-1 0,-14-46 0,5-8 0,20 80 0,0 6 0,0 10 0,1 22 0,0 52 0,4 122 0,0-174 0,1 0 0,1 0 0,2 0 0,11 33 0,-15-58 0,0 0 0,0-1 0,0 0 0,1 0 0,0 0 0,1 0 0,-1 0 0,1-1 0,1 0 0,-1 0 0,1 0 0,10 7 0,-8-8 0,0 0 0,1-1 0,0 0 0,0 0 0,0-1 0,0 0 0,0-1 0,1 0 0,-1 0 0,12 0 0,21 0 0,0-2 0,1-1 0,-1-2 0,0-3 0,-1-1 0,0-1 0,66-24 0,-63 13-1365,-8-1-5461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8.966"/>
    </inkml:context>
    <inkml:brush xml:id="br0">
      <inkml:brushProperty name="width" value="0.05" units="cm"/>
      <inkml:brushProperty name="height" value="0.05" units="cm"/>
    </inkml:brush>
  </inkml:definitions>
  <inkml:trace contextRef="#ctx0" brushRef="#br0">178 81 24575,'0'0'0,"0"0"0,1 0 0,-1 0 0,0 0 0,1 0 0,-1 0 0,0 0 0,1 0 0,-1 0 0,0 0 0,0 0 0,1 0 0,-1 0 0,0 1 0,0-1 0,1 0 0,-1 0 0,0 0 0,0 0 0,1 0 0,-1 1 0,0-1 0,0 0 0,1 0 0,-1 1 0,0-1 0,0 0 0,0 0 0,0 1 0,1-1 0,-1 0 0,0 0 0,0 1 0,0-1 0,0 0 0,0 0 0,0 1 0,0-1 0,0 0 0,0 1 0,0-1 0,0 0 0,0 1 0,0-1 0,0 0 0,0 0 0,0 1 0,0-1 0,0 0 0,0 1 0,0-1 0,-1 0 0,1 0 0,0 1 0,0-1 0,0 0 0,0 0 0,-1 0 0,1 1 0,0-1 0,-1 0 0,-12 16 0,-33 12 0,31-20 0,0 2 0,0 0 0,-14 13 0,24-18 0,1-1 0,-1 1 0,1 0 0,0 1 0,1-1 0,-1 1 0,1 0 0,0 0 0,1 0 0,-1 0 0,1 0 0,-2 8 0,3-8 0,0 1 0,0-1 0,0 1 0,1-1 0,0 1 0,0 0 0,1-1 0,0 1 0,0-1 0,0 1 0,1-1 0,0 0 0,0 0 0,1 0 0,0 0 0,0 0 0,0 0 0,1-1 0,-1 1 0,1-1 0,6 6 0,-4-5 0,0-1 0,1 0 0,-1 0 0,1 0 0,1-1 0,-1 1 0,0-2 0,1 1 0,0-1 0,0-1 0,0 1 0,0-1 0,0-1 0,0 1 0,1-1 0,10-1 0,-6 0 0,0-1 0,0-1 0,0 0 0,-1-1 0,1 0 0,-1-1 0,0-1 0,0 0 0,0 0 0,0-1 0,-1-1 0,18-13 0,-24 16 0,0 0 0,-1-1 0,1 1 0,-1-1 0,0 0 0,0 0 0,0-1 0,-1 1 0,0-1 0,0 0 0,3-11 0,-4 12 0,-1 0 0,0-1 0,-1 1 0,0 0 0,1-1 0,-2 1 0,1 0 0,-1-1 0,1 1 0,-1 0 0,-1-1 0,1 1 0,-1 0 0,0 0 0,-5-9 0,2 6 0,0 0 0,0 0 0,-1 1 0,0-1 0,-1 2 0,0-1 0,0 1 0,0-1 0,0 2 0,-1-1 0,0 1 0,-1 1 0,1-1 0,-1 1 0,1 1 0,-1 0 0,-10-3 0,49 9 0,49-4 0,-61 1 0,-10 0 0,135-8 0,-124 6 0,-1-1 0,-1-1 0,1 0 0,0-1 0,29-14 0,-44 18 0,0-1 0,0 0 0,0 0 0,-1 0 0,1 0 0,-1 0 0,1-1 0,-1 1 0,0-1 0,0 1 0,0-1 0,0 0 0,-1 0 0,3-4 0,-4 6 0,1-1 0,-1 1 0,1-1 0,-1 1 0,0-1 0,0 1 0,0-1 0,0 1 0,0-1 0,0 1 0,0-1 0,0 1 0,0-1 0,-1 1 0,1-1 0,0 1 0,-1 0 0,0-1 0,1 1 0,-1-1 0,0 1 0,0 0 0,1 0 0,-1-1 0,0 1 0,0 0 0,0 0 0,-1 0 0,1 0 0,0 0 0,0 0 0,-2 0 0,2 0 0,0 0 0,-1 1 0,1-1 0,0 1 0,0-1 0,0 1 0,-1 0 0,1 0 0,0-1 0,0 1 0,-1 0 0,1 0 0,0 0 0,-1 0 0,1 0 0,0 1 0,0-1 0,-1 0 0,1 1 0,0-1 0,0 1 0,0-1 0,-1 1 0,1-1 0,0 1 0,0 0 0,0-1 0,0 1 0,0 0 0,0 0 0,0 0 0,1 0 0,-1 0 0,0 0 0,0 0 0,1 0 0,-1 0 0,0 2 0,-3 4 0,1 0 0,0 0 0,0 0 0,0 0 0,-1 9 0,2-1 0,0 1 0,0 0 0,2 0 0,0-1 0,0 1 0,2 0 0,0 0 0,1-1 0,0 1 0,2-1 0,-1 0 0,2 0 0,0 0 0,13 21 0,11 15 0,3-1 0,59 69 0,-63-82 0,-26-34 0,2 3 0,-1-1 0,0 1 0,0 0 0,0 0 0,3 8 0,-7-14 0,0 1 0,1 0 0,-1 0 0,0-1 0,0 1 0,0 0 0,0 0 0,0-1 0,0 1 0,0 0 0,0 0 0,0-1 0,0 1 0,0 0 0,0 0 0,0-1 0,-1 1 0,1 0 0,0 0 0,-1-1 0,1 1 0,-1 0 0,0 0 0,0 0 0,0 0 0,0-1 0,-1 1 0,1 0 0,0-1 0,0 1 0,-1-1 0,1 1 0,0-1 0,-1 0 0,1 1 0,-1-1 0,1 0 0,0 0 0,-3 0 0,-8-1 0,0 0 0,0 0 0,0-1 0,0-1 0,0 0 0,1-1 0,0 0 0,-1 0 0,2-1 0,-1-1 0,0 0 0,-15-12 0,20 13 0,0 0 0,0 0 0,1-1 0,0 1 0,0-1 0,1 0 0,-1-1 0,1 1 0,-4-10 0,6 11 0,0 0 0,1 0 0,-1-1 0,1 1 0,0-1 0,0 1 0,1-1 0,0 1 0,0-1 0,0 1 0,1-1 0,-1 1 0,4-11 0,-1 6 0,1-1 0,1 1 0,0 0 0,0 0 0,1 1 0,1-1 0,-1 1 0,1 1 0,1-1 0,-1 1 0,2 0 0,-1 1 0,18-12 0,-12 10 0,0 1 0,0 0 0,1 1 0,0 0 0,0 1 0,1 1 0,-1 1 0,32-5 0,-40 8 34,0 0 1,0 1-1,-1 0 0,1 0 0,0 1 0,0 0 0,-1 0 0,1 1 0,10 3 1,-14-4-107,0 1 1,-1-1 0,1 1 0,-1-1 0,1 1 0,-1 0 0,0 0 0,1 0 0,-1 0-1,0 0 1,0 1 0,0-1 0,-1 0 0,1 1 0,-1 0 0,1-1 0,-1 1 0,0 0 0,0 0-1,0 0 1,0-1 0,-1 1 0,1 5 0,1 8-6755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9.181"/>
    </inkml:context>
    <inkml:brush xml:id="br0">
      <inkml:brushProperty name="width" value="0.05" units="cm"/>
      <inkml:brushProperty name="height" value="0.05" units="cm"/>
    </inkml:brush>
  </inkml:definitions>
  <inkml:trace contextRef="#ctx0" brushRef="#br0">1 38 24575,'3'-3'0,"1"-4"0,3-3 0,3-1 0,0 5 0,-2 6 0,1 7 0,-1 4 0,-2 7 0,-2 6 0,-2 2 0,-1 3 0,3-1 0,0-2 0,2-2 0,4-6 0,-1-5-8191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9.357"/>
    </inkml:context>
    <inkml:brush xml:id="br0">
      <inkml:brushProperty name="width" value="0.05" units="cm"/>
      <inkml:brushProperty name="height" value="0.05" units="cm"/>
    </inkml:brush>
  </inkml:definitions>
  <inkml:trace contextRef="#ctx0" brushRef="#br0">124 39 24575,'-12'-9'0,"-7"-3"0,-3 1 0,2 5 0,1 6 0,4 7 0,5 8 0,3 7 0,7 6 0,9 2 0,3-5-8191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19.568"/>
    </inkml:context>
    <inkml:brush xml:id="br0">
      <inkml:brushProperty name="width" value="0.05" units="cm"/>
      <inkml:brushProperty name="height" value="0.05" units="cm"/>
    </inkml:brush>
  </inkml:definitions>
  <inkml:trace contextRef="#ctx0" brushRef="#br0">123 0 24575,'23'8'0,"-10"-3"0,0 0 0,16 8 0,-27-12 0,1 1 0,-1-1 0,1 1 0,-1-1 0,0 1 0,1 0 0,-1 0 0,0 0 0,0 1 0,-1-1 0,1 0 0,0 1 0,-1-1 0,1 1 0,-1 0 0,2 3 0,-3-4 0,0 1 0,0-1 0,0 0 0,0 1 0,0-1 0,0 1 0,-1-1 0,1 0 0,-1 1 0,1-1 0,-1 0 0,0 1 0,0-1 0,0 0 0,-1 0 0,1 0 0,-3 4 0,-31 33 0,26-30 0,-42 40 0,30-31 0,0 2 0,2 1 0,-32 43 0,49-61 0,0-1 0,0 1 0,1 1 0,-1-1 0,1 0 0,-1 0 0,1 1 0,0-1 0,1 0 0,-1 1 0,1-1 0,-1 1 0,1-1 0,0 1 0,1 6 0,0-8 0,0 1 0,0-1 0,0 0 0,0 0 0,0 0 0,1 0 0,-1 0 0,1 0 0,-1 0 0,1 0 0,0 0 0,0-1 0,0 1 0,0-1 0,0 1 0,0-1 0,0 0 0,0 0 0,1 0 0,-1 0 0,0 0 0,1 0 0,2 0 0,15 4 0,1-1 0,0-1 0,0-1 0,25 0 0,86-8 0,18-13-1365,-90 7-5461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0.451"/>
    </inkml:context>
    <inkml:brush xml:id="br0">
      <inkml:brushProperty name="width" value="0.05" units="cm"/>
      <inkml:brushProperty name="height" value="0.05" units="cm"/>
    </inkml:brush>
  </inkml:definitions>
  <inkml:trace contextRef="#ctx0" brushRef="#br0">50 98 24575,'-7'-8'0,"1"-1"0,0-1 0,0 1 0,1-1 0,0 1 0,1-2 0,0 1 0,-2-11 0,24 74 0,-6-21 0,8 35 0,-8-6-341,-2 1 0,-3 1-1,-1 70 1,-6-116-6485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0.698"/>
    </inkml:context>
    <inkml:brush xml:id="br0">
      <inkml:brushProperty name="width" value="0.05" units="cm"/>
      <inkml:brushProperty name="height" value="0.05" units="cm"/>
    </inkml:brush>
  </inkml:definitions>
  <inkml:trace contextRef="#ctx0" brushRef="#br0">31 154 24575,'3'-12'0,"0"0"0,-1 0 0,1-21 0,-2 21 0,0 0 0,1 0 0,5-18 0,-7 29 0,0 0 0,0 0 0,1 1 0,-1-1 0,0 0 0,1 0 0,-1 0 0,1 0 0,-1 1 0,1-1 0,-1 0 0,1 0 0,-1 1 0,1-1 0,0 0 0,-1 1 0,1-1 0,0 1 0,0-1 0,0 1 0,-1-1 0,1 1 0,0-1 0,0 1 0,0 0 0,0-1 0,0 1 0,1 0 0,0 0 0,-1 1 0,1-1 0,0 0 0,0 1 0,0 0 0,0-1 0,-1 1 0,1 0 0,0 0 0,-1 0 0,1 0 0,-1 0 0,2 2 0,7 6 0,-1 0 0,-1 0 0,9 13 0,-16-20 0,14 17 0,-2 2 0,-1-1 0,0 2 0,-2 0 0,0 0 0,-1 1 0,-2 0 0,9 43 0,-13-50 0,-1 0 0,-1 0 0,0 1 0,-1-1 0,-1 1 0,-1-1 0,0 0 0,-1 0 0,-1 0 0,0 0 0,-1 0 0,-1-1 0,-15 28 0,9-23-151,-1-1-1,-1-1 0,-1 0 0,0-1 1,-2-1-1,0 0 0,0-1 1,-26 16-1,2-5-6674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1.358"/>
    </inkml:context>
    <inkml:brush xml:id="br0">
      <inkml:brushProperty name="width" value="0.05" units="cm"/>
      <inkml:brushProperty name="height" value="0.05" units="cm"/>
    </inkml:brush>
  </inkml:definitions>
  <inkml:trace contextRef="#ctx0" brushRef="#br0">163 532 24575,'-25'-6'0,"-49"-8"0,59 12 0,11 2 0,0-1 0,0 1 0,0-1 0,0 1 0,0 1 0,-6 0 0,9-1 0,0 0 0,1 0 0,-1 1 0,0-1 0,0 0 0,1 1 0,-1-1 0,1 0 0,-1 1 0,0-1 0,1 1 0,-1-1 0,1 1 0,-1-1 0,1 1 0,-1 0 0,1-1 0,-1 1 0,1 0 0,0-1 0,-1 1 0,1 0 0,0-1 0,0 1 0,-1 0 0,1 0 0,0-1 0,0 1 0,0 0 0,0 0 0,0-1 0,0 1 0,0 0 0,0 0 0,0 0 0,0-1 0,1 1 0,-1 0 0,0-1 0,0 1 0,1 1 0,9 28 0,24 48 0,6 19 0,-34-78 0,0 0 0,-2 0 0,0 1 0,-1 0 0,-1 0 0,-1 25 0,-1-43 0,-1 0 0,1 0 0,0 0 0,-1 0 0,1 0 0,-1 0 0,0 0 0,0-1 0,1 1 0,-3 2 0,-4-1 0,-1-14 0,4-4 0,0 0 0,0 0 0,2 0 0,0-1 0,1 1 0,0-1 0,2-21 0,0 5 0,-1-39 0,4 0 0,14-77 0,-10 104 0,2 1 0,2-1 0,2 2 0,29-62 0,-35 87 0,2 0 0,0 1 0,1 0 0,0 1 0,1 0 0,19-17 0,-24 26 0,-1 1 0,1 0 0,0 0 0,0 1 0,0 0 0,0 0 0,12-4 0,-14 7 0,0-1 0,1 1 0,-1 0 0,0 1 0,0-1 0,0 1 0,1 0 0,-1 0 0,0 1 0,0 0 0,1 0 0,8 2 0,-9 0 0,1-1 0,-1 1 0,0 0 0,0 0 0,0 0 0,0 1 0,-1 0 0,1 0 0,-1 0 0,0 0 0,0 1 0,-1 0 0,1 0 0,-1 0 0,0 0 0,0 0 0,-1 0 0,0 1 0,0-1 0,0 1 0,0 0 0,0 6 0,1 4 0,0 1 0,-2-1 0,0 1 0,-1-1 0,0 0 0,-6 31 0,0-18 0,-1-1 0,-1 1 0,-2-1 0,-1-1 0,-1 0 0,-1 0 0,-28 40 0,26-45 0,-1-2 0,0 0 0,-1-1 0,-1-1 0,-1 0 0,-1-2 0,0 0 0,-1-1 0,-26 13 0,44-26 0,-1 0 0,1 0 0,-1-1 0,0 1 0,1-1 0,-1 0 0,0 0 0,-7 1 0,11-2 0,0 0 0,0 0 0,-1 0 0,1 0 0,0 0 0,0 0 0,0 0 0,0 0 0,0 0 0,0 0 0,0 0 0,0 0 0,-1 0 0,1 0 0,0 0 0,0 0 0,0 0 0,0 0 0,0 0 0,0 0 0,0 0 0,0-1 0,0 1 0,0 0 0,0 0 0,-1 0 0,1 0 0,0 0 0,0 0 0,0 0 0,0 0 0,0 0 0,0-1 0,0 1 0,0 0 0,0 0 0,0 0 0,0 0 0,0 0 0,0 0 0,0 0 0,0 0 0,0-1 0,0 1 0,0 0 0,0 0 0,0 0 0,0 0 0,0 0 0,0 0 0,0 0 0,0 0 0,1-1 0,-1 1 0,0 0 0,0 0 0,7-8 0,10-6 0,-9 10 0,0-1 0,1 1 0,-1 1 0,1 0 0,0 0 0,0 1 0,0 0 0,1 0 0,-1 1 0,0 0 0,0 1 0,1 0 0,-1 0 0,0 1 0,1 0 0,-1 1 0,0 0 0,0 1 0,16 6 0,-9-2 0,-1 1 0,0 1 0,0 0 0,-1 1 0,0 1 0,-1 0 0,0 1 0,0 1 0,18 24 0,-18-20 166,-4-4-676,1-1-1,13 13 1,-6-11-6316</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1.728"/>
    </inkml:context>
    <inkml:brush xml:id="br0">
      <inkml:brushProperty name="width" value="0.05" units="cm"/>
      <inkml:brushProperty name="height" value="0.05" units="cm"/>
    </inkml:brush>
  </inkml:definitions>
  <inkml:trace contextRef="#ctx0" brushRef="#br0">57 228 24575,'0'0'0,"0"-1"0,-1 0 0,1 0 0,0 1 0,0-1 0,-1 1 0,1-1 0,-1 0 0,1 1 0,0-1 0,-1 1 0,1-1 0,-1 1 0,1-1 0,-1 1 0,1-1 0,-1 1 0,0-1 0,1 1 0,-1 0 0,1-1 0,-1 1 0,0 0 0,1 0 0,-1-1 0,0 1 0,0 0 0,1 0 0,-1 0 0,0 0 0,1 0 0,-1 0 0,0 0 0,1 0 0,-1 0 0,-1 1 0,0-1 0,0 0 0,-1 0 0,1 0 0,-1 1 0,1-1 0,0 1 0,-1 0 0,1 0 0,-3 1 0,4-2 0,1 1 0,-1-1 0,0 1 0,1-1 0,-1 1 0,1-1 0,-1 1 0,1 0 0,-1-1 0,1 1 0,-1-1 0,1 1 0,-1 0 0,1 0 0,0-1 0,0 1 0,-1 0 0,1 0 0,0-1 0,0 1 0,0 0 0,0 0 0,0 0 0,0-1 0,0 1 0,0 0 0,0 0 0,0-1 0,0 1 0,0 0 0,1 0 0,-1-1 0,0 1 0,1 0 0,-1 0 0,0-1 0,1 1 0,-1 0 0,1-1 0,-1 1 0,1-1 0,-1 1 0,1-1 0,-1 1 0,1-1 0,1 2 0,1 0 0,1 1 0,-1-1 0,1 0 0,0 0 0,0 0 0,0 0 0,5 1 0,8 1 0,0-1 0,0 0 0,0-2 0,0 0 0,0-1 0,1-1 0,-1 0 0,0-1 0,0-1 0,-1-1 0,1 0 0,-1-1 0,31-14 0,-43 17 0,0 0 0,-1 0 0,1 0 0,-1-1 0,1 1 0,-1-1 0,0 0 0,0 0 0,0 0 0,0-1 0,-1 1 0,1-1 0,-1 1 0,0-1 0,0 0 0,0 0 0,-1 0 0,1 0 0,-1 0 0,1-6 0,-1 4 0,-1 1 0,0-1 0,-1 0 0,1 1 0,-1-1 0,0 1 0,-1-1 0,1 1 0,-1-1 0,0 1 0,-1 0 0,1 0 0,-1 0 0,0 0 0,-4-5 0,1 3 0,1 0 0,-1 1 0,0-1 0,-1 1 0,0 1 0,0-1 0,0 1 0,0 0 0,-1 1 0,0 0 0,-15-6 0,18 8 0,0 0 0,0 1 0,0 0 0,0 0 0,-1 0 0,1 1 0,0 0 0,0 0 0,0 0 0,-1 1 0,1-1 0,0 1 0,0 0 0,0 1 0,0-1 0,0 1 0,0 0 0,1 0 0,-1 1 0,1 0 0,-7 4 0,2 1 0,0 1 0,1 0 0,0 0 0,0 1 0,1 0 0,1 0 0,0 1 0,0 0 0,1 0 0,0 0 0,-3 14 0,2-5 0,1 1 0,0 0 0,2 0 0,0 0 0,1 33 0,3-46 34,-1-1 1,1 1-1,0 0 0,0-1 0,1 1 0,0-1 0,1 1 0,0-1 0,6 12 1,-7-15-142,1 0 0,0 0 1,0 0-1,0 0 0,1-1 1,-1 1-1,1-1 0,0 0 1,0 0-1,0 0 0,0-1 1,1 0-1,-1 1 0,1-1 1,8 2-1,19 3-6719</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2.161"/>
    </inkml:context>
    <inkml:brush xml:id="br0">
      <inkml:brushProperty name="width" value="0.05" units="cm"/>
      <inkml:brushProperty name="height" value="0.05" units="cm"/>
    </inkml:brush>
  </inkml:definitions>
  <inkml:trace contextRef="#ctx0" brushRef="#br0">319 176 24575,'2'-2'0,"-1"-1"0,1 1 0,0-1 0,-1 1 0,0-1 0,1 0 0,-1 1 0,0-1 0,-1 0 0,1 0 0,0 0 0,-1 0 0,0 0 0,0 0 0,0 0 0,0 0 0,0 0 0,0 0 0,-1 0 0,1 0 0,-1 1 0,0-1 0,0 0 0,0 0 0,0 0 0,0 1 0,-3-3 0,0-3 0,0 1 0,-1-1 0,0 1 0,0 0 0,-1 1 0,0 0 0,0 0 0,-8-6 0,10 8 0,-1 1 0,1 0 0,-1 1 0,0-1 0,1 1 0,-1 0 0,0 0 0,-1 0 0,1 1 0,0-1 0,0 1 0,-1 1 0,1-1 0,0 1 0,-1 0 0,1 0 0,0 0 0,-1 1 0,1 0 0,0 0 0,-1 0 0,1 1 0,0 0 0,0 0 0,0 0 0,0 0 0,1 1 0,-1 0 0,1 0 0,-1 0 0,1 1 0,-4 3 0,-1 3 0,-1 0 0,1 0 0,1 1 0,-1 0 0,2 1 0,0-1 0,0 2 0,1-1 0,1 1 0,0-1 0,-5 23 0,7-23 0,1 0 0,0 1 0,1 0 0,0 0 0,1-1 0,1 1 0,0 0 0,0-1 0,5 17 0,-5-25 0,0 1 0,1 0 0,0-1 0,0 0 0,0 1 0,1-1 0,-1 0 0,1 0 0,0 0 0,0 0 0,1-1 0,-1 1 0,1-1 0,0 0 0,-1 0 0,1 0 0,0-1 0,1 1 0,-1-1 0,0 0 0,1 0 0,0-1 0,-1 1 0,1-1 0,0 0 0,-1 0 0,6 0 0,-2-1 0,0 1 0,0-1 0,0-1 0,0 1 0,-1-1 0,1-1 0,0 1 0,-1-1 0,1-1 0,-1 0 0,1 0 0,-1 0 0,0-1 0,-1 0 0,1 0 0,0 0 0,-1-1 0,0 0 0,7-8 0,-7 6 0,0 0 0,0-1 0,-1 0 0,0 0 0,0 0 0,-1 0 0,0-1 0,0 0 0,-1 0 0,0 0 0,-1 0 0,0-1 0,0 1 0,-1-1 0,0-14 0,-1 22 0,0 1 0,0-1 0,0 1 0,0 0 0,0-1 0,-1 1 0,1-1 0,0 1 0,-1 0 0,1-1 0,-1 1 0,1 0 0,-2-3 0,1 4 0,1 0 0,0 0 0,-1 0 0,1-1 0,0 1 0,-1 0 0,1 0 0,0 0 0,-1 0 0,1-1 0,0 1 0,-1 0 0,1 0 0,-1 0 0,1 0 0,0 0 0,-1 0 0,1 0 0,0 0 0,-1 0 0,1 0 0,-1 1 0,1-1 0,0 0 0,-1 0 0,1 0 0,0 0 0,-1 0 0,1 1 0,-1-1 0,-2 2 0,1 0 0,-1 1 0,1-1 0,0 1 0,0-1 0,0 1 0,0 0 0,0 0 0,-2 5 0,-5 11 69,2 0-1,0 1 0,1 0 0,-5 29 1,9-37-240,1-1 0,0 1 1,1 0-1,0-1 0,0 1 1,2-1-1,-1 1 0,2-1 1,4 17-1,3-3-6655</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22.655"/>
    </inkml:context>
    <inkml:brush xml:id="br0">
      <inkml:brushProperty name="width" value="0.05" units="cm"/>
      <inkml:brushProperty name="height" value="0.05" units="cm"/>
    </inkml:brush>
  </inkml:definitions>
  <inkml:trace contextRef="#ctx0" brushRef="#br0">372 484 24575,'-10'0'0,"0"-2"0,0 1 0,0-1 0,1 0 0,-1-1 0,1 0 0,-13-7 0,-61-34 0,74 38 0,2 2 0,0 0 0,0 0 0,-1 0 0,-13-4 0,19 8 0,0-1 0,0 1 0,0-1 0,0 1 0,0 0 0,0 0 0,0 0 0,0 0 0,0 1 0,0-1 0,0 0 0,0 1 0,0-1 0,0 1 0,0 0 0,0 0 0,0 0 0,1 0 0,-1 0 0,0 0 0,0 0 0,1 0 0,-1 1 0,-1 1 0,-8 12 0,0 0 0,1 1 0,1 0 0,0 0 0,1 1 0,1 0 0,-7 26 0,11-35 0,1 1 0,0-1 0,0 1 0,1-1 0,0 1 0,1 13 0,0-19 0,0-1 0,0 0 0,1 0 0,-1 0 0,1 1 0,0-1 0,0 0 0,-1 0 0,1 0 0,1 0 0,-1 0 0,0-1 0,0 1 0,1 0 0,-1 0 0,1-1 0,-1 1 0,1-1 0,0 1 0,0-1 0,-1 0 0,1 0 0,0 0 0,0 0 0,0 0 0,0 0 0,1 0 0,-1-1 0,0 1 0,2 0 0,6 0 0,0 0 0,1-1 0,-1 0 0,0 0 0,0-1 0,0 0 0,0-1 0,0 0 0,-1-1 0,1 0 0,0 0 0,-1-1 0,13-7 0,-5 2 0,0-2 0,-1 0 0,0 0 0,-1-2 0,0 0 0,13-15 0,-17 14 0,1-1 0,-2 0 0,0-1 0,-1 0 0,-1 0 0,0-1 0,-1 0 0,-1 0 0,0-1 0,-2 0 0,4-24 0,-4 5 0,-1 0 0,-1 0 0,-3 0 0,-8-60 0,9 92 0,-8-39 0,7 41 0,0 0 0,0 0 0,0 0 0,0 0 0,0 0 0,-1 0 0,0 0 0,1 0 0,-1 1 0,-4-5 0,6 7 0,0 0 0,0 0 0,0-1 0,-1 1 0,1 0 0,0 0 0,0 0 0,-1 0 0,1 0 0,0-1 0,0 1 0,-1 0 0,1 0 0,0 0 0,0 0 0,-1 0 0,1 0 0,0 0 0,0 0 0,-1 0 0,1 0 0,0 0 0,-1 0 0,1 0 0,0 0 0,0 0 0,-1 0 0,1 0 0,0 0 0,0 1 0,-1-1 0,1 0 0,0 0 0,-1 0 0,-6 12 0,-2 15 0,9-26 0,-8 39 0,1 1 0,2-1 0,2 1 0,4 69 0,4-56 0,1 0 0,3 0 0,17 55 0,-17-82-682,15 37-1,-8-32-6143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5.782"/>
    </inkml:context>
    <inkml:brush xml:id="br0">
      <inkml:brushProperty name="width" value="0.05" units="cm"/>
      <inkml:brushProperty name="height" value="0.05" units="cm"/>
    </inkml:brush>
  </inkml:definitions>
  <inkml:trace contextRef="#ctx0" brushRef="#br0">55 161 24575,'-1'-3'0,"-1"-1"0,1 0 0,-1 1 0,0 0 0,0-1 0,0 1 0,-1 0 0,1 0 0,-1 0 0,0 0 0,1 1 0,-1-1 0,0 1 0,-6-4 0,8 6 0,1 0 0,-1 0 0,1 0 0,-1 0 0,1 0 0,-1 0 0,1 0 0,0 0 0,-1 1 0,1-1 0,-1 0 0,1 0 0,0 0 0,-1 1 0,1-1 0,-1 0 0,1 1 0,0-1 0,0 0 0,-1 1 0,1-1 0,0 0 0,-1 1 0,1-1 0,0 0 0,0 1 0,0-1 0,-1 1 0,1-1 0,0 1 0,0-1 0,0 0 0,0 1 0,0-1 0,0 1 0,0-1 0,0 1 0,-3 21 0,3-20 0,-1 52 0,11 95 0,-4-84 0,25 198 0,-24-206 0,-9-174 0,-22-61 0,13 114 0,3 0 0,0-101 0,8 159 0,1 0 0,0-1 0,0 1 0,0 0 0,1-1 0,0 1 0,0 0 0,1 0 0,-1 0 0,1 1 0,1-1 0,-1 1 0,1 0 0,0-1 0,0 2 0,0-1 0,1 0 0,0 1 0,-1 0 0,2 0 0,-1 0 0,0 1 0,8-4 0,-6 4 0,0 0 0,0 1 0,0-1 0,0 2 0,0-1 0,1 1 0,-1 0 0,0 0 0,1 1 0,-1 0 0,1 0 0,-1 1 0,1 0 0,-1 0 0,0 1 0,0 0 0,0 0 0,0 1 0,13 6 0,-15-6 0,0-1 0,-1 1 0,1 0 0,-1 1 0,1-1 0,-1 1 0,0 0 0,-1 0 0,1 0 0,-1 1 0,1-1 0,-1 1 0,0-1 0,-1 1 0,1 0 0,-1 0 0,0 1 0,-1-1 0,1 0 0,-1 1 0,0-1 0,0 1 0,-1-1 0,1 1 0,-1-1 0,0 1 0,-1-1 0,1 1 0,-1-1 0,0 1 0,-1-1 0,1 0 0,-1 0 0,0 1 0,-1-1 0,1 0 0,-1-1 0,-6 9 0,-2 1 0,-1-2 0,-1 1 0,0-1 0,0-1 0,-2-1 0,1 0 0,-1 0 0,0-2 0,-26 11 0,40-19 0,0 1 0,0-1 0,0 0 0,0 1 0,-1-1 0,1 1 0,0-1 0,0 1 0,0-1 0,1 1 0,-1 0 0,0 0 0,0-1 0,0 1 0,0 0 0,1 0 0,-1 0 0,0 0 0,1 0 0,-1 0 0,1 0 0,-2 2 0,3-2 0,-1 0 0,1 1 0,0-1 0,-1 0 0,1 0 0,0 0 0,0 0 0,-1 0 0,1 0 0,0 0 0,0 0 0,0 0 0,0 0 0,0-1 0,1 1 0,-1 0 0,0 0 0,0-1 0,2 1 0,20 11 0,7 4 0,-1 1 0,0 1 0,28 25 0,-50-38 0,-1 1 0,1-1 0,-2 2 0,1-1 0,-1 1 0,0 0 0,0 0 0,0 0 0,-1 1 0,-1-1 0,1 1 0,-1 0 0,0 0 0,-1 0 0,0 1 0,0-1 0,0 15 0,-2-16 0,0-1 0,-1 0 0,0 0 0,0 0 0,-1 0 0,1 0 0,-1 0 0,-1-1 0,1 1 0,-1-1 0,0 1 0,0-1 0,0 0 0,-1 0 0,0 0 0,0 0 0,0-1 0,-1 0 0,1 0 0,-1 0 0,0 0 0,0-1 0,0 0 0,-1 0 0,-7 3 0,-1 1 0,-1-2 0,0 0 0,-1 0 0,1-2 0,-1 0 0,1 0 0,-1-2 0,-27 0 0,38-1 49,-1 0 0,1-1 0,0 0-1,-1 0 1,1 0 0,-10-4 0,13 4-127,0 0 0,0 0 1,1 0-1,-1 0 1,0 0-1,1 0 1,-1-1-1,1 1 0,-1 0 1,1-1-1,0 0 1,0 1-1,0-1 1,0 1-1,0-1 0,0 0 1,0 0-1,0 0 1,1 1-1,-1-1 1,0-4-1,0-11-6748</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6.141"/>
    </inkml:context>
    <inkml:brush xml:id="br0">
      <inkml:brushProperty name="width" value="0.05" units="cm"/>
      <inkml:brushProperty name="height" value="0.05" units="cm"/>
    </inkml:brush>
  </inkml:definitions>
  <inkml:trace contextRef="#ctx0" brushRef="#br0">127 0 24575,'-5'0'0,"0"0"0,0 0 0,0 1 0,0 0 0,0 0 0,0 0 0,1 0 0,-1 1 0,0 0 0,1 0 0,-1 0 0,1 0 0,-1 1 0,1-1 0,0 1 0,-6 6 0,6-4 0,0 0 0,0 0 0,1 0 0,0 1 0,0-1 0,0 1 0,0 0 0,1 0 0,0 0 0,0 0 0,1 0 0,-2 12 0,1-3 0,1 0 0,0 0 0,1 0 0,0 1 0,1-1 0,1 0 0,1 0 0,4 17 0,-5-27 0,-1 0 0,1-1 0,0 1 0,0-1 0,1 1 0,-1-1 0,1 0 0,0 0 0,0 0 0,1 0 0,-1 0 0,1-1 0,0 0 0,-1 1 0,2-1 0,-1-1 0,0 1 0,0-1 0,1 1 0,0-1 0,-1-1 0,1 1 0,0-1 0,0 1 0,0-1 0,0-1 0,0 1 0,6-1 0,-6 0 0,0 0 0,0-1 0,0 0 0,-1 0 0,1 0 0,0 0 0,-1-1 0,1 0 0,-1 0 0,0 0 0,0-1 0,0 1 0,0-1 0,0 0 0,0 0 0,-1 0 0,1-1 0,-1 1 0,0-1 0,0 0 0,0 0 0,-1 0 0,1 0 0,-1 0 0,0 0 0,0-1 0,1-4 0,0 1 0,0 0 0,-1 0 0,0 0 0,-1 0 0,0 0 0,0 0 0,0 0 0,-1 0 0,0-1 0,-1 1 0,0 0 0,0 0 0,-1 0 0,0 0 0,-3-9 0,1 10 34,0 0 1,-1 0-1,0 0 0,0 1 0,0-1 0,0 1 0,-1 0 0,0 1 0,-13-9 1,16 12-66,0 0 0,0 0-1,0 0 1,-1 1 0,1-1 0,-1 1 0,1 0 0,-1 0 0,0 0 0,-5 0 0,6 1-41,1 0 1,0 1-1,0-1 0,-1 0 0,1 1 0,0-1 0,0 1 0,-1 0 1,1 0-1,0 0 0,0 0 0,0 0 0,0 0 0,0 1 0,1-1 1,-1 1-1,0-1 0,-2 3 0,-4 8-6754</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6.524"/>
    </inkml:context>
    <inkml:brush xml:id="br0">
      <inkml:brushProperty name="width" value="0.05" units="cm"/>
      <inkml:brushProperty name="height" value="0.05" units="cm"/>
    </inkml:brush>
  </inkml:definitions>
  <inkml:trace contextRef="#ctx0" brushRef="#br0">1 0 24575,'1'0'0,"0"1"0,-1-1 0,1 0 0,0 1 0,0-1 0,-1 1 0,1-1 0,0 1 0,-1-1 0,1 1 0,0-1 0,-1 1 0,1 0 0,-1-1 0,1 1 0,-1 0 0,1-1 0,-1 1 0,0 0 0,1 0 0,-1 0 0,0-1 0,0 1 0,1 0 0,-1 0 0,0 0 0,0 1 0,3 28 0,-2-27 0,0 42 0,-1-17 0,8 51 0,-7-72 0,1 0 0,-1 1 0,1-1 0,1-1 0,0 1 0,0 0 0,0-1 0,1 1 0,-1-1 0,2 0 0,-1 0 0,6 5 0,-6-7 0,0-1 0,0 0 0,0-1 0,0 1 0,1-1 0,-1 1 0,1-1 0,0-1 0,-1 1 0,1-1 0,0 0 0,0 0 0,0 0 0,0 0 0,0-1 0,0 0 0,0 0 0,0-1 0,0 1 0,0-1 0,0 0 0,0 0 0,0-1 0,0 1 0,-1-1 0,7-4 0,-4 3 0,-1 0 0,1-1 0,-1 0 0,0 0 0,0 0 0,0-1 0,-1 0 0,0 0 0,0 0 0,0-1 0,0 0 0,-1 0 0,0 0 0,0 0 0,-1-1 0,0 1 0,4-11 0,-6 11 0,0-1 0,0 0 0,0 0 0,-1 0 0,0 1 0,0-1 0,-1 0 0,0 0 0,0 0 0,-1 1 0,1-1 0,-1 0 0,-1 1 0,1 0 0,-1 0 0,0-1 0,-1 2 0,0-1 0,1 0 0,-2 1 0,1-1 0,-1 1 0,0 1 0,0-1 0,0 1 0,0-1 0,-1 1 0,0 1 0,0-1 0,0 1 0,0 0 0,0 1 0,-1-1 0,1 1 0,-1 1 0,1-1 0,-1 1 0,0 0 0,0 0 0,0 1 0,0 0 0,1 0 0,-10 2 0,12-1 0,0 0 0,0 0 0,0 1 0,1-1 0,-1 1 0,0-1 0,1 1 0,-1 1 0,1-1 0,0 0 0,0 1 0,-1-1 0,-3 6 0,6-7 0,0 0 0,0 0 0,1 1 0,-1-1 0,0 0 0,0 1 0,1-1 0,-1 0 0,1 1 0,-1-1 0,1 1 0,0-1 0,-1 1 0,1-1 0,0 1 0,0-1 0,0 1 0,0-1 0,0 1 0,1-1 0,-1 1 0,0-1 0,1 1 0,-1-1 0,1 1 0,-1-1 0,1 0 0,0 1 0,-1-1 0,1 0 0,0 1 0,0-1 0,0 0 0,0 0 0,0 0 0,0 0 0,1 0 0,1 1 0,17 10-1365,2-3-5461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7.005"/>
    </inkml:context>
    <inkml:brush xml:id="br0">
      <inkml:brushProperty name="width" value="0.05" units="cm"/>
      <inkml:brushProperty name="height" value="0.05" units="cm"/>
    </inkml:brush>
  </inkml:definitions>
  <inkml:trace contextRef="#ctx0" brushRef="#br0">16 204 24575,'-1'-21'0,"-6"-33"0,4 41 0,1 0 0,1-1 0,0 1 0,0-1 0,4-25 0,-3 38 0,0-1 0,0 1 0,0 0 0,1 0 0,-1-1 0,0 1 0,1 0 0,-1 0 0,1 0 0,0 0 0,-1 0 0,1 0 0,0 0 0,-1 0 0,1 0 0,0 0 0,1-1 0,-1 1 0,0 1 0,-1 0 0,1 0 0,-1 0 0,1 0 0,-1 0 0,1 0 0,0 0 0,-1 0 0,1 0 0,-1 0 0,1 0 0,0 0 0,-1 0 0,1 1 0,-1-1 0,1 0 0,-1 0 0,1 1 0,-1-1 0,1 0 0,-1 1 0,1-1 0,-1 0 0,1 1 0,2 2 0,0 0 0,-1 0 0,1 1 0,-1-1 0,0 0 0,0 1 0,0 0 0,0-1 0,1 5 0,3 12 0,-2 1 0,0-1 0,2 38 0,-6 66 0,-1-70 0,0-10 0,0 36 0,1-71 0,1 1 0,0-1 0,1 0 0,0 1 0,0-1 0,5 9 0,-7-17 0,0 0 0,1 0 0,-1 0 0,1 0 0,-1 0 0,1 0 0,0 0 0,-1 0 0,1 0 0,0 0 0,0 0 0,0 0 0,0 0 0,0-1 0,-1 1 0,1 0 0,1-1 0,-1 1 0,0-1 0,0 1 0,0-1 0,0 1 0,0-1 0,0 0 0,0 1 0,1-1 0,-1 0 0,0 0 0,0 0 0,0 0 0,1 0 0,-1 0 0,0-1 0,0 1 0,0 0 0,0 0 0,1-1 0,-1 1 0,0-1 0,0 1 0,0-1 0,0 1 0,0-1 0,0 0 0,0 0 0,0 1 0,1-2 0,5-4 0,0-1 0,0 1 0,-1-1 0,10-12 0,15-30 0,-25 37 0,1 1 0,0 1 0,0 0 0,1 0 0,16-17 0,-103 74 0,77-46 0,1 0 0,-1 0 0,0 0 0,1 0 0,-1 0 0,1 1 0,-1-1 0,1 0 0,0 1 0,-1 0 0,1-1 0,0 1 0,0 0 0,0-1 0,1 1 0,-1 0 0,0 0 0,1 0 0,-1 0 0,1-1 0,-1 1 0,1 3 0,0-2 0,0 0 0,1 1 0,0-1 0,-1 0 0,1 0 0,0 0 0,1 0 0,-1 0 0,1 0 0,-1 0 0,1 0 0,2 3 0,6 6 0,0 0 0,1-1 0,0 0 0,19 13 0,-26-21 0,23 19 0,1-2 0,54 30 0,-79-49-151,0 1-1,0-1 0,0 0 0,0 0 1,1 0-1,-1-1 0,0 1 1,4 0-1,4-2-6674</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7.179"/>
    </inkml:context>
    <inkml:brush xml:id="br0">
      <inkml:brushProperty name="width" value="0.05" units="cm"/>
      <inkml:brushProperty name="height" value="0.05" units="cm"/>
    </inkml:brush>
  </inkml:definitions>
  <inkml:trace contextRef="#ctx0" brushRef="#br0">1 64 24575,'16'-25'0,"-14"21"0,0 0 0,0-1 0,1 2 0,-1-1 0,1 0 0,0 0 0,5-4 0,-8 8 0,1 0 0,-1-1 0,1 1 0,-1 0 0,1-1 0,0 1 0,-1 0 0,1 0 0,-1 0 0,1-1 0,0 1 0,-1 0 0,1 0 0,0 0 0,-1 0 0,1 0 0,-1 0 0,1 0 0,0 0 0,-1 1 0,1-1 0,0 0 0,0 1 0,0 0 0,1 0 0,0 0 0,-1 0 0,1 0 0,-1 1 0,0-1 0,1 1 0,-1-1 0,0 1 0,0-1 0,1 3 0,4 6 43,-2 0-1,1 0 0,-2 1 1,1-1-1,-1 1 0,-1 0 1,3 19-1,-2 79-1377,-3-99 966,-1 14-6457</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7.337"/>
    </inkml:context>
    <inkml:brush xml:id="br0">
      <inkml:brushProperty name="width" value="0.05" units="cm"/>
      <inkml:brushProperty name="height" value="0.05" units="cm"/>
    </inkml:brush>
  </inkml:definitions>
  <inkml:trace contextRef="#ctx0" brushRef="#br0">1 56 24575,'0'-6'0,"0"-8"0,0-4 0,0 0-8191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8.055"/>
    </inkml:context>
    <inkml:brush xml:id="br0">
      <inkml:brushProperty name="width" value="0.05" units="cm"/>
      <inkml:brushProperty name="height" value="0.05" units="cm"/>
    </inkml:brush>
  </inkml:definitions>
  <inkml:trace contextRef="#ctx0" brushRef="#br0">3 0 24575,'0'0'0,"0"0"0,0 0 0,0 0 0,-1 0 0,1 0 0,0 0 0,0 0 0,0 0 0,0 0 0,0 0 0,0 1 0,0-1 0,0 0 0,-1 0 0,1 0 0,0 0 0,0 0 0,0 0 0,0 0 0,0 0 0,0 0 0,0 0 0,0 0 0,0 0 0,0 1 0,0-1 0,0 0 0,0 0 0,0 0 0,0 0 0,0 0 0,0 0 0,0 0 0,0 0 0,0 1 0,0-1 0,0 0 0,0 0 0,0 0 0,0 0 0,0 0 0,0 0 0,0 0 0,0 0 0,0 1 0,0-1 0,0 0 0,0 0 0,0 0 0,0 0 0,5 9 0,9 11 0,-12-18 0,9 12 0,-2 0 0,0 0 0,12 26 0,-17-32 0,-1 0 0,-1-1 0,1 1 0,-1 0 0,-1 0 0,1 1 0,-1-1 0,-1 0 0,0 13 0,0-21 0,0 0 0,0 1 0,0-1 0,0 1 0,0-1 0,0 0 0,-1 1 0,1-1 0,0 1 0,1-1 0,-1 0 0,0 1 0,0-1 0,0 1 0,0-1 0,0 0 0,0 1 0,0-1 0,1 1 0,-1-1 0,0 0 0,0 1 0,0-1 0,1 0 0,-1 1 0,0-1 0,0 0 0,1 1 0,-1-1 0,1 0 0,11-4 0,17-24 0,-22 21 0,11-10 0,0 1 0,2 0 0,25-15 0,-44 31 0,0-1 0,0 1 0,0-1 0,0 1 0,0 0 0,0 0 0,0-1 0,0 1 0,0 0 0,0 0 0,0 0 0,0 0 0,0 0 0,0 0 0,0 0 0,0 1 0,0-1 0,0 0 0,0 1 0,2 0 0,18 14 0,-3-2 0,-12-11 0,-1 0 0,0 0 0,1 0 0,-1-1 0,1 0 0,-1 0 0,1-1 0,-1 1 0,1-1 0,-1 0 0,1-1 0,0 1 0,10-4 0,-13 3 0,0 0 0,0 0 0,-1 0 0,1 0 0,0 0 0,-1-1 0,1 0 0,-1 1 0,1-1 0,-1 0 0,0 0 0,0 0 0,0-1 0,0 1 0,0 0 0,0-1 0,-1 1 0,1-1 0,-1 0 0,0 1 0,0-1 0,0 0 0,0 0 0,0 0 0,0 0 0,-1 0 0,1-3 0,-1 4 0,0 1 0,0 0 0,0 0 0,0-1 0,0 1 0,0 0 0,-1-1 0,1 1 0,0 0 0,-1 0 0,1 0 0,-1-1 0,1 1 0,-1 0 0,0 0 0,1 0 0,-1 0 0,0 0 0,0 0 0,0 0 0,1 0 0,-3-1 0,3 2 0,-1 0 0,0-1 0,0 1 0,1 0 0,-1 0 0,0 0 0,0 0 0,1 0 0,-1 0 0,0 0 0,0 0 0,1 0 0,-1 0 0,0 0 0,0 0 0,1 0 0,-1 1 0,0-1 0,0 0 0,1 1 0,-1-1 0,0 0 0,1 1 0,-1-1 0,1 1 0,-1-1 0,1 1 0,-1-1 0,0 1 0,1-1 0,0 1 0,-1 0 0,1-1 0,-1 1 0,1 0 0,0-1 0,-1 1 0,1 1 0,-3 5 0,0 0 0,0 1 0,1-1 0,0 1 0,1 0 0,0-1 0,0 1 0,0 0 0,1 0 0,0 0 0,2 12 0,3 15 0,12 41 0,-13-59 0,51 175 0,10 43 0,-63-226 0,0 1 0,-1 0 0,0 0 0,-1 0 0,0 0 0,-1 11 0,1-19 0,-1 0 0,1 0 0,0-1 0,-1 1 0,0 0 0,1 0 0,-1-1 0,0 1 0,0-1 0,0 1 0,0-1 0,0 1 0,0-1 0,0 0 0,-1 1 0,-2 1 0,3-2 0,-1 0 0,0-1 0,0 1 0,0 0 0,0-1 0,0 0 0,0 1 0,0-1 0,0 0 0,0 0 0,0 0 0,0-1 0,0 1 0,0 0 0,0-1 0,0 1 0,0-1 0,0 0 0,-1 0 0,-4-2 0,1 0 0,0-1 0,0 0 0,0 0 0,0 0 0,1-1 0,0 1 0,0-1 0,0 0 0,0-1 0,1 1 0,0-1 0,0 0 0,0 0 0,1 0 0,0-1 0,-3-8 0,2 3 0,0-1 0,0 1 0,1-1 0,1 0 0,0 0 0,1 0 0,0-1 0,2-17 0,1 19 0,0 1 0,0 0 0,1 1 0,0-1 0,1 0 0,0 1 0,1 0 0,0 0 0,8-13 0,-9 18 0,0-1 0,1 1 0,-1-1 0,1 1 0,0 0 0,0 1 0,1-1 0,-1 1 0,1 0 0,0 1 0,0-1 0,0 1 0,0 1 0,1-1 0,-1 1 0,9-2 0,-12 3-105,0 1 0,0 0 0,0 0 0,0 0 0,0 0 0,-1 0 0,1 0 0,0 1 0,0-1 0,0 1 0,0 0 0,3 1 0,8 7-6721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8.944"/>
    </inkml:context>
    <inkml:brush xml:id="br0">
      <inkml:brushProperty name="width" value="0.05" units="cm"/>
      <inkml:brushProperty name="height" value="0.05" units="cm"/>
    </inkml:brush>
  </inkml:definitions>
  <inkml:trace contextRef="#ctx0" brushRef="#br0">80 40 24575,'-5'-3'0,"0"-1"0,0 1 0,-1 0 0,1 0 0,-1 1 0,-8-4 0,-18-8 0,30 12 0,6 3 0,14 5 0,32 11 0,-49-16 0,1350 441-4622,1242 241 2110,-2571-678 2834,45 9 1325,79 7-1,-117-20-855,-29-1-748,0 0 0,0 0 0,1 0 1,-1 0-1,0 0 0,0 0 0,1 0 1,-1 0-1,0 0 0,1 0 0,-1 0 1,0 0-1,0-1 0,1 1 0,-1 0 1,0 0-1,0 0 0,0 0 0,1 0 1,-1 0-1,0-1 0,0 1 0,1 0 1,-1 0-1,0 0 0,0-1 0,0 1 1,0 0-1,0 0 0,1-1 0,-1 1 1,0 0-1,-6-6 494,-13-4 50,-115-27-1775,117 30-5638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39.304"/>
    </inkml:context>
    <inkml:brush xml:id="br0">
      <inkml:brushProperty name="width" value="0.05" units="cm"/>
      <inkml:brushProperty name="height" value="0.05" units="cm"/>
    </inkml:brush>
  </inkml:definitions>
  <inkml:trace contextRef="#ctx0" brushRef="#br0">95 1 24575,'-7'0'0,"-11"0"0,15 4 0,9 3 0,63 47 0,-34-27 0,43 41 0,-68-58 0,-1 0 0,0 1 0,0 0 0,-2 0 0,1 1 0,-1 0 0,-1 0 0,8 22 0,-12-30 0,-1 1 0,0 0 0,0 0 0,0 0 0,0 0 0,-1 0 0,1 0 0,-2 1 0,1-1 0,0 0 0,-1 0 0,0 0 0,0 0 0,0 0 0,-1 0 0,0-1 0,0 1 0,0 0 0,0-1 0,-4 5 0,0-1 0,0-1 0,-1 1 0,0-2 0,-1 1 0,1-1 0,-1 0 0,-1 0 0,1-1 0,-14 6 0,-24 10-455,-1-2 0,-63 16 0,80-28-6371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0.273"/>
    </inkml:context>
    <inkml:brush xml:id="br0">
      <inkml:brushProperty name="width" value="0.05" units="cm"/>
      <inkml:brushProperty name="height" value="0.05" units="cm"/>
    </inkml:brush>
  </inkml:definitions>
  <inkml:trace contextRef="#ctx0" brushRef="#br0">406 53 24575,'35'-6'0,"-5"-1"0,3 4 0,-14 2 0,1 0 0,-1-2 0,0 0 0,-1-1 0,24-9 0,-42 13 0,0 0 0,0 0 0,0 0 0,0 0 0,1 0 0,-1 0 0,0 0 0,0 0 0,0 0 0,0 0 0,1 0 0,-1 0 0,0 0 0,0 0 0,0 0 0,0-1 0,1 1 0,-1 0 0,0 0 0,0 0 0,0 0 0,0 0 0,0 0 0,0-1 0,0 1 0,0 0 0,1 0 0,-1 0 0,0 0 0,0-1 0,0 1 0,0 0 0,0 0 0,0 0 0,0 0 0,0-1 0,0 1 0,0 0 0,0 0 0,0 0 0,0-1 0,-8-2 0,-14 0 0,-8 2 0,1 2 0,0 0 0,0 2 0,1 2 0,-1 0 0,1 2 0,0 1 0,0 1 0,1 1 0,0 2 0,1 0 0,1 2 0,0 1 0,-31 24 0,48-32 0,0 0 0,0 0 0,1 1 0,0 0 0,1 0 0,0 1 0,0 0 0,1 0 0,0 0 0,1 1 0,-5 11 0,7-14 0,1 1 0,-1 0 0,1-1 0,0 1 0,1 0 0,0 0 0,0 0 0,1 0 0,0-1 0,0 1 0,1 0 0,0-1 0,0 1 0,0-1 0,7 12 0,-2-6 0,2 1 0,0-1 0,0 0 0,1-1 0,1 0 0,0-1 0,1 0 0,0 0 0,0-2 0,1 1 0,24 12 0,-6-6 0,0-2 0,0 0 0,1-3 0,48 12 0,55 2 0,-115-23 0,1-1 0,-1 0 0,0-2 0,35-5 0,-54 6 0,0 0 0,0 0 0,0 0 0,0 0 0,0 0 0,0-1 0,-1 1 0,1 0 0,0-1 0,0 1 0,0-1 0,0 1 0,0-1 0,-1 1 0,1-1 0,0 0 0,0 0 0,-1 0 0,1 1 0,-1 0 0,0-1 0,-1 1 0,1 0 0,0-1 0,0 1 0,0-1 0,0 1 0,0 0 0,0-1 0,0 1 0,-1 0 0,1-1 0,0 1 0,0 0 0,0-1 0,-1 1 0,1 0 0,0-1 0,0 1 0,-1 0 0,1 0 0,0-1 0,-1 1 0,1 0 0,0 0 0,-1 0 0,-4-3 0,0 0 0,-1 0 0,1 1 0,-9-2 0,-15-3 0,0 1 0,-55-4 0,-63 6 0,120 4 0,-7 0 0,0 1 0,0 2 0,0 1 0,-55 15 0,77-15 0,0 0 0,0 1 0,0 0 0,1 1 0,0 0 0,-18 14 0,22-15 0,1 1 0,1-1 0,-1 1 0,1 1 0,0-1 0,0 1 0,1 0 0,0 0 0,0 0 0,0 0 0,-3 13 0,5-15 0,1 0 0,0 0 0,0 0 0,0 0 0,1 0 0,0 0 0,0 0 0,0 0 0,0 0 0,1 0 0,0 0 0,0 0 0,0 0 0,1 0 0,2 5 0,-1-3 0,1-1 0,0 1 0,0-1 0,1 0 0,0 0 0,0-1 0,0 1 0,1-1 0,8 6 0,3 0 0,1 0 0,0-1 0,0-1 0,1-1 0,1 0 0,32 8 0,-15-8 0,0-2 0,0-1 0,1-1 0,-1-3 0,1-1 0,50-6 0,-75 4-273,0-1 0,0 0 0,-1-1 0,17-6 0,3-6-6553</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1.054"/>
    </inkml:context>
    <inkml:brush xml:id="br0">
      <inkml:brushProperty name="width" value="0.05" units="cm"/>
      <inkml:brushProperty name="height" value="0.05" units="cm"/>
    </inkml:brush>
  </inkml:definitions>
  <inkml:trace contextRef="#ctx0" brushRef="#br0">60 352 24575,'-1'-3'0,"-1"-1"0,0 1 0,0 0 0,0-1 0,0 1 0,0 0 0,-1 0 0,1 0 0,-1 1 0,0-1 0,0 1 0,-6-5 0,-3-3 0,1 1 0,11 16 0,15 26 0,-10-23 0,14 35 0,-2 1 0,-3 0 0,-1 1 0,-2 0 0,8 87 0,-19-130 0,0 1 0,-1 0 0,1-1 0,-1 1 0,0-1 0,-3 10 0,4-14 0,-1 1 0,1-1 0,0 1 0,0-1 0,0 1 0,-1-1 0,1 1 0,0-1 0,-1 1 0,1-1 0,-1 1 0,1-1 0,0 1 0,-1-1 0,1 0 0,-1 1 0,1-1 0,-1 0 0,1 1 0,-1-1 0,0 0 0,1 0 0,-2 1 0,1-2 0,0 1 0,0 0 0,0-1 0,0 1 0,0-1 0,1 1 0,-1-1 0,0 1 0,0-1 0,0 0 0,1 0 0,-1 1 0,0-1 0,1 0 0,-1 0 0,0 0 0,1 0 0,-1 1 0,0-3 0,-5-10 0,0 0 0,0 0 0,2 0 0,-1-1 0,-2-16 0,-8-73 0,12 63 0,2 0 0,1-1 0,8-59 0,-4 73 0,2 1 0,0 0 0,1 0 0,2 0 0,0 1 0,17-30 0,-19 43 0,0 1 0,1-1 0,0 1 0,1 1 0,0 0 0,13-11 0,-19 18 0,0 1 0,0-1 0,1 1 0,-1 0 0,1 1 0,-1-1 0,1 0 0,-1 1 0,1 0 0,0 0 0,6-1 0,-8 2 0,1 0 0,0 0 0,-1 0 0,1 1 0,0-1 0,-1 1 0,1-1 0,-1 1 0,1 0 0,-1 0 0,1 0 0,-1 1 0,0-1 0,0 0 0,1 1 0,-1 0 0,0-1 0,3 5 0,2 2 0,0 1 0,0 0 0,-1 1 0,-1-1 0,1 1 0,-2 0 0,1 1 0,-1-1 0,-1 1 0,3 11 0,2 21 0,5 52 0,-12-79 0,9 64 0,-2-20 0,-2-1 0,-3 80 0,-3-138 0,0 0 0,0 0 0,0 0 0,0 0 0,0 0 0,-1 0 0,1 0 0,0 0 0,0 0 0,-1 0 0,1 0 0,-1 0 0,1 0 0,-1 0 0,1 0 0,-2 1 0,2-2 0,0 0 0,-1 0 0,1 0 0,-1 0 0,1 0 0,0 0 0,-1-1 0,1 1 0,0 0 0,-1 0 0,1 0 0,0-1 0,-1 1 0,1 0 0,0 0 0,-1-1 0,1 1 0,0 0 0,0-1 0,-1 1 0,1 0 0,0-1 0,0 1 0,0 0 0,-1-1 0,1 1 0,0-1 0,-13-36 0,10 17 0,1 0 0,1 0 0,1 0 0,1-1 0,0 1 0,2 0 0,0 0 0,2 1 0,0-1 0,1 1 0,0 0 0,14-25 0,-2 10 0,1 1 0,1 0 0,2 2 0,2 1 0,43-45 0,-56 64 0,0 0 0,1 1 0,0 0 0,1 1 0,0 0 0,16-8 0,-26 16 0,-1-1 0,1 1 0,0 0 0,0 0 0,0 0 0,0 0 0,1 1 0,-1-1 0,0 1 0,0-1 0,0 1 0,0 0 0,1 1 0,-1-1 0,0 0 0,0 1 0,0 0 0,0-1 0,0 1 0,0 1 0,0-1 0,0 0 0,0 1 0,0-1 0,-1 1 0,1 0 0,-1 0 0,1 0 0,-1 0 0,0 0 0,0 1 0,1-1 0,-2 1 0,1 0 0,0-1 0,1 5 0,5 8 0,-2-1 0,0 2 0,0-1 0,-2 0 0,4 19 0,8 83 0,-14-98 0,14 111 0,11 117 0,-27-244 6,1 9 78,0-1-1,-1 0 1,-1 12-1,0-20-117,1-1 1,0 0-1,-1 0 0,0 0 1,1 0-1,-1 0 0,0 0 0,0 0 1,0 0-1,-2 2 0,3-4-17,-1 1 0,1 0-1,-1-1 1,0 1 0,0-1-1,1 1 1,-1-1 0,0 0-1,0 1 1,1-1 0,-1 0 0,0 1-1,0-1 1,0 0 0,1 0-1,-1 0 1,0 1 0,0-1-1,0 0 1,0 0 0,0-1-1,1 1 1,-1 0 0,0 0-1,-1-1 1,-12-4-6775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1.386"/>
    </inkml:context>
    <inkml:brush xml:id="br0">
      <inkml:brushProperty name="width" value="0.05" units="cm"/>
      <inkml:brushProperty name="height" value="0.05" units="cm"/>
    </inkml:brush>
  </inkml:definitions>
  <inkml:trace contextRef="#ctx0" brushRef="#br0">0 39 24575,'18'-9'0,"-9"4"0,-1 1 0,1-1 0,0 2 0,0-1 0,1 1 0,10-2 0,-18 5 0,-1 0 0,1 0 0,0 0 0,0 0 0,0 0 0,-1 0 0,1 1 0,0-1 0,0 1 0,-1-1 0,1 1 0,0-1 0,-1 1 0,1 0 0,-1 0 0,2 1 0,-1 0 0,0 0 0,0 0 0,-1 0 0,1 0 0,-1 0 0,0 0 0,1 0 0,-1 1 0,0-1 0,0 0 0,-1 1 0,1-1 0,0 1 0,0 3 0,1 11 0,-1 0 0,0-1 0,-1 1 0,0 0 0,-5 21 0,-20 84 0,8-50 0,-7 69 0,21-117 0,1 0 0,1 1 0,5 44 0,-3-63 0,0 1 0,1-1 0,0 1 0,0-1 0,0 0 0,1 0 0,0 0 0,0 0 0,0 0 0,1-1 0,0 1 0,5 5 0,-2-4 0,0-1 0,0 0 0,0-1 0,1 1 0,0-1 0,0-1 0,16 8 0,1-4 0,0-1 0,1 0 0,0-2 0,0-1 0,31 1 0,-36-3 0,-6-1 0,0 1 0,-1-2 0,1 0 0,-1-1 0,27-4 0,-40 4-32,0 1-1,0 0 1,0 0-1,0 0 1,0-1-1,0 1 1,0-1-1,0 1 1,0-1-1,-1 1 1,1-1-1,0 1 1,0-1-1,-1 0 1,1 1-1,0-1 1,0 0-1,-1 0 1,1 1-1,-1-1 1,1 0-1,-1 0 1,1 0-1,-1 0 1,0 0-1,1 0 1,-1 0-1,0 0 1,0 0-1,0 0 1,0 0-1,1 0 1,-1 0-1,-1 0 1,1 0-1,0 0 0,0 1 1,0-1-1,0 0 1,-1 0-1,0-2 1,-5-11-6794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2.338"/>
    </inkml:context>
    <inkml:brush xml:id="br0">
      <inkml:brushProperty name="width" value="0.05" units="cm"/>
      <inkml:brushProperty name="height" value="0.05" units="cm"/>
    </inkml:brush>
  </inkml:definitions>
  <inkml:trace contextRef="#ctx0" brushRef="#br0">13 606 24575,'4'-11'0,"0"0"0,-1-1 0,0 0 0,-1 1 0,1-18 0,0-1 0,7-55 0,-5 41 0,13-63 0,-18 106 0,0 0 0,0 0 0,1 0 0,-1 0 0,0 0 0,0 0 0,1 1 0,-1-1 0,0 0 0,1 0 0,-1 0 0,0 1 0,1-1 0,0 0 0,-1 0 0,1 1 0,-1-1 0,1 0 0,0 1 0,-1-1 0,2 0 0,-1 1 0,0 0 0,-1 1 0,1-1 0,-1 0 0,1 1 0,-1-1 0,1 1 0,-1-1 0,1 1 0,-1-1 0,1 1 0,-1 0 0,0-1 0,1 1 0,-1-1 0,0 1 0,1 0 0,-1-1 0,0 1 0,0 1 0,10 43 0,-5 18 0,-4 1 0,-8 79 0,-29 126 0,34-256 0,2-8 0,-1-1 0,1 0 0,-1 1 0,0-1 0,0 0 0,0 0 0,-1 0 0,0 0 0,0 0 0,-4 7 0,6-11 0,0 0 0,0 0 0,0 0 0,0 0 0,0 0 0,0 1 0,0-1 0,-1 0 0,1 0 0,0 0 0,0 0 0,0 0 0,0 0 0,0 0 0,-1 0 0,1 0 0,0 0 0,0 0 0,0 0 0,0 0 0,-1 0 0,1 0 0,0 0 0,0 0 0,0 0 0,0 0 0,-1 0 0,1 0 0,0 0 0,0 0 0,0 0 0,0 0 0,0 0 0,-1 0 0,1-1 0,0 1 0,0 0 0,0 0 0,0 0 0,0 0 0,0 0 0,0 0 0,-1-1 0,-4-9 0,-1-12 0,-4-47 0,-3-109 0,13 133 0,1-1 0,2 1 0,2-1 0,14-57 0,-13 81 0,0 0 0,1 0 0,2 0 0,0 1 0,1 0 0,2 1 0,0 0 0,1 1 0,0 0 0,22-22 0,-25 32 0,0 1 0,0 0 0,1 0 0,0 1 0,0 1 0,1 0 0,0 0 0,0 1 0,1 1 0,-1 0 0,1 0 0,0 1 0,0 1 0,0 1 0,0-1 0,0 2 0,0 0 0,0 1 0,14 2 0,-12-1 0,1 1 0,0 0 0,-1 2 0,0 0 0,0 0 0,0 1 0,-1 1 0,0 1 0,0 0 0,-1 1 0,0 0 0,0 1 0,-1 0 0,0 1 0,13 16 0,-21-22 0,0 0 0,-1 0 0,1 1 0,-1-1 0,0 1 0,-1 0 0,1 0 0,-1 0 0,0 0 0,-1 0 0,0 0 0,0 0 0,0 0 0,0 1 0,-1-1 0,0 0 0,-1 8 0,-1-5 0,0-1 0,0 0 0,-1-1 0,0 1 0,0 0 0,-1-1 0,0 1 0,0-1 0,-1 0 0,0-1 0,0 1 0,-10 9 0,-3 0 0,-1 0 0,0-2 0,0 0 0,-2-1 0,1-1 0,-2-1 0,-43 16 0,30-15 0,0-2 0,0-2 0,-1-1 0,-55 4 0,66-11 0,16 0 0,12-1 0,20 0 0,-1 1 0,0 0 0,0 2 0,0 0 0,0 2 0,0 0 0,0 1 0,-1 2 0,35 14 0,-33-9 0,0 0 0,0 1 0,-2 2 0,1 0 0,-2 1 0,0 1 0,-1 1 0,17 22 0,-16-16 183,-12-14-492,0 0-1,0 0 0,1-1 1,19 15-1,-14-16-6516</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3.717"/>
    </inkml:context>
    <inkml:brush xml:id="br0">
      <inkml:brushProperty name="width" value="0.05" units="cm"/>
      <inkml:brushProperty name="height" value="0.05" units="cm"/>
    </inkml:brush>
  </inkml:definitions>
  <inkml:trace contextRef="#ctx0" brushRef="#br0">253 369 24575,'13'-19'0,"23"-38"0,-33 52 0,-1 1 0,0-1 0,0 0 0,0 1 0,-1-1 0,0 0 0,0 0 0,0 0 0,0 0 0,-1-7 0,0 11 0,-1-1 0,1 1 0,0 0 0,-1-1 0,0 1 0,1 0 0,-1 0 0,0-1 0,0 1 0,0 0 0,0 0 0,0 0 0,0 0 0,0 0 0,0 0 0,0 0 0,0 0 0,-1 1 0,1-1 0,0 0 0,0 1 0,-1-1 0,1 1 0,-1-1 0,1 1 0,0 0 0,-1-1 0,1 1 0,-4 0 0,-5-1 0,0 0 0,-20 2 0,26-1 0,-9 1 0,0 1 0,0 0 0,0 0 0,0 2 0,0-1 0,1 2 0,-1-1 0,1 2 0,-16 9 0,22-11 0,0 0 0,0 1 0,0-1 0,0 1 0,1 1 0,0-1 0,0 1 0,0 0 0,1 0 0,0 0 0,0 0 0,0 1 0,1 0 0,0 0 0,1 0 0,-1 0 0,-2 14 0,4-10 0,-1 1 0,1 0 0,1 0 0,0-1 0,1 1 0,0 0 0,1-1 0,0 1 0,1-1 0,0 1 0,8 17 0,-7-21 0,-1-1 0,2-1 0,-1 1 0,1 0 0,0-1 0,0 0 0,1 0 0,0-1 0,0 1 0,0-1 0,0-1 0,1 1 0,0-1 0,0 0 0,0-1 0,1 1 0,15 3 0,-12-4 0,0 0 0,0-1 0,0-1 0,1 1 0,-1-2 0,1 0 0,-1 0 0,1-1 0,-1-1 0,0 0 0,0 0 0,0-1 0,0 0 0,12-6 0,-10 3 0,-2 0 0,1-1 0,-1-1 0,0 0 0,0 0 0,-1-1 0,0 0 0,-1-1 0,0 0 0,0 0 0,12-21 0,-12 15 0,-1 1 0,0-1 0,-1 0 0,-1-1 0,-1 0 0,5-20 0,-8 26 0,0-1 0,-1 0 0,0 0 0,-1 0 0,0 0 0,-1 0 0,-1 0 0,1 0 0,-8-22 0,8 30 0,-1 0 0,0 0 0,1 0 0,-1 1 0,-1-1 0,1 1 0,0-1 0,-1 1 0,0 0 0,0 0 0,0 0 0,0 0 0,0 1 0,0-1 0,-1 1 0,1 0 0,-1 0 0,0 0 0,0 1 0,1-1 0,-1 1 0,0 0 0,0 0 0,0 0 0,0 0 0,-1 1 0,1 0 0,-6 0 0,0 0 0,1 1 0,0 0 0,-1 1 0,1 0 0,0 1 0,0 0 0,0 0 0,0 1 0,0 0 0,1 0 0,-12 9 0,5-1 0,0 0 0,1 1 0,0 1 0,1 0 0,1 1 0,1 1 0,0-1 0,1 2 0,0 0 0,1 0 0,1 0 0,1 1 0,1 0 0,0 0 0,1 1 0,1 0 0,1 0 0,1 0 0,0 0 0,2 25 0,0-27 0,2 0 0,-1 0 0,2 0 0,1 0 0,0 0 0,1-1 0,0 1 0,2-1 0,0 0 0,0-1 0,2 0 0,0 0 0,0-1 0,1 0 0,1 0 0,1-2 0,0 1 0,0-1 0,1-1 0,1 0 0,0-1 0,26 15 0,-29-20 0,1 0 0,0 0 0,-1-1 0,1 0 0,1-1 0,-1-1 0,0 0 0,1 0 0,-1-2 0,1 1 0,18-3 0,-14 0 0,0-1 0,-1-1 0,1-1 0,-1 0 0,0-1 0,0-1 0,24-14 0,-9 1 0,-2-1 0,0-1 0,-2-1 0,0-2 0,-2-1 0,-1 0 0,30-44 0,-29 34 0,38-74 0,-53 90 0,-2 0 0,0-1 0,-1 0 0,-1-1 0,5-35 0,-11 51 0,1 1 0,-1 0 0,0-1 0,0 1 0,0 0 0,-1-1 0,0 1 0,0 0 0,0 0 0,-1-1 0,0 1 0,0 0 0,0 1 0,0-1 0,-6-8 0,5 10 0,0 0 0,0 0 0,0 1 0,0-1 0,0 1 0,0-1 0,-1 1 0,1 0 0,-1 1 0,0-1 0,1 1 0,-1-1 0,0 1 0,0 0 0,0 0 0,0 1 0,0-1 0,0 1 0,0 0 0,0 0 0,-7 1 0,-3 2 0,0-1 0,0 2 0,0 0 0,1 1 0,-1 0 0,1 1 0,0 0 0,1 1 0,0 1 0,-17 12 0,17-10 0,0 0 0,0 1 0,1 0 0,0 1 0,1 1 0,1-1 0,0 1 0,0 1 0,-7 17 0,12-21 0,0 0 0,1 1 0,1-1 0,0 1 0,0 0 0,1-1 0,0 1 0,1 0 0,0 0 0,1-1 0,0 1 0,1 0 0,0-1 0,1 1 0,0-1 0,0 0 0,1 0 0,0 0 0,1 0 0,0-1 0,7 10 0,-7-12 0,0 0 0,0-1 0,1 1 0,0-1 0,0 0 0,1-1 0,-1 1 0,1-1 0,0-1 0,1 1 0,-1-1 0,1-1 0,0 1 0,0-1 0,0 0 0,0-1 0,1 0 0,-1-1 0,0 1 0,1-1 0,-1-1 0,1 0 0,0 0 0,-1-1 0,1 0 0,14-3 0,-15 1 0,0 0 0,0 0 0,0-1 0,0 0 0,-1-1 0,0 1 0,0-1 0,0-1 0,0 1 0,-1-1 0,0 0 0,0-1 0,-1 0 0,1 1 0,-2-2 0,1 1 0,-1 0 0,4-10 0,-1 2 0,-1-1 0,0 1 0,-2-1 0,0-1 0,0 1 0,-1-1 0,-2 1 0,1-25 0,-2 37 0,-1 0 0,1 0 0,-1 0 0,0 0 0,0 0 0,0 1 0,-3-6 0,4 8 0,-1 0 0,1 1 0,0-1 0,-1 1 0,1-1 0,0 1 0,-1-1 0,1 1 0,-1-1 0,1 1 0,-1-1 0,1 1 0,-1 0 0,1-1 0,-1 1 0,1 0 0,-1-1 0,0 1 0,1 0 0,-2 0 0,1 0 0,1 0 0,-1 0 0,0 0 0,0 1 0,0-1 0,1 0 0,-1 1 0,0-1 0,1 1 0,-1-1 0,0 1 0,1-1 0,-1 1 0,0-1 0,1 1 0,-1-1 0,1 1 0,-1 0 0,1 0 0,0-1 0,-1 2 0,-3 5 0,1-1 0,0 1 0,1 0 0,0 0 0,0 0 0,0 0 0,1 0 0,0 1 0,1-1 0,-1 0 0,1 1 0,1-1 0,-1 0 0,1 1 0,1-1 0,3 14 0,-1-9 0,0 0 0,0-1 0,2 0 0,-1 1 0,1-1 0,1-1 0,0 0 0,0 0 0,12 12 0,-11-15 0,0 0 0,1 0 0,0-1 0,0-1 0,1 1 0,-1-2 0,1 1 0,0-1 0,0-1 0,1 0 0,-1 0 0,1-1 0,0 0 0,0-1 0,-1 0 0,1-1 0,21-2 0,4-2 0,0-2 0,-1-1 0,0-2 0,35-14 0,-34 11 0,67-35 0,-92 41 0,0 0 0,0-1 0,0-1 0,-1 0 0,0 0 0,-1-1 0,0-1 0,0 1 0,11-17 0,-18 23 0,0-1 0,0 1 0,0 0 0,-1-1 0,1 1 0,-1-1 0,0 0 0,0 1 0,0-1 0,-1 0 0,1 0 0,-1 1 0,0-1 0,0 0 0,0 0 0,0 0 0,-2-6 0,0 5 0,0 1 0,0 0 0,0 0 0,0 0 0,-1 0 0,1 0 0,-1 1 0,0-1 0,0 1 0,0-1 0,-1 1 0,1 0 0,-5-2 0,0-1 0,-1 1 0,1 1 0,-1-1 0,0 2 0,0-1 0,0 1 0,0 0 0,-1 1 0,1 0 0,-1 1 0,0 0 0,1 1 0,-16 0 0,16 2 0,0 0 0,0 0 0,1 1 0,-1 0 0,1 1 0,-1 0 0,1 0 0,0 0 0,1 1 0,-1 1 0,1-1 0,0 1 0,0 0 0,1 1 0,0 0 0,0 0 0,1 0 0,-1 0 0,2 1 0,-1 0 0,1 0 0,-6 17 0,6-15 0,1-1 0,0 1 0,0 0 0,1 0 0,0 0 0,1 0 0,0 0 0,1 0 0,0 1 0,1-1 0,0 0 0,0 0 0,1 0 0,0 0 0,1 0 0,0 0 0,1-1 0,0 0 0,0 1 0,8 11 0,-9-17 0,0 0 0,0-1 0,0 1 0,1-1 0,-1 1 0,1-1 0,0 0 0,0-1 0,0 1 0,0 0 0,1-1 0,-1 0 0,0 0 0,1-1 0,0 1 0,-1-1 0,1 0 0,0 0 0,0 0 0,0-1 0,-1 0 0,1 0 0,0 0 0,0 0 0,0-1 0,0 0 0,7-2 0,-1-1 0,0 0 0,0 0 0,-1-1 0,1-1 0,-1 0 0,-1 0 0,1-1 0,-1 0 0,0-1 0,12-13 0,3-7 0,-1-2 0,-2 0 0,-1-2 0,-1 0 0,-2-1 0,24-63 0,-25 51 0,-3 0 0,-2-1 0,-2 0 0,7-94 0,-16 132 0,0-47 0,0 52 0,-1 1 0,1-1 0,0 1 0,-1-1 0,0 1 0,1-1 0,-1 1 0,0 0 0,0-1 0,0 1 0,-1 0 0,1 0 0,0 0 0,-1 0 0,0 0 0,1 0 0,-4-3 0,4 5 0,0-1 0,-1 1 0,1-1 0,0 1 0,0 0 0,0 0 0,-1 0 0,1-1 0,0 1 0,0 0 0,0 1 0,-1-1 0,1 0 0,0 0 0,0 0 0,0 1 0,0-1 0,-1 1 0,1-1 0,0 1 0,0-1 0,0 1 0,0-1 0,0 1 0,0 0 0,0 0 0,0-1 0,1 1 0,-1 0 0,0 0 0,0 0 0,1 0 0,-2 1 0,-3 6 0,0-1 0,1 0 0,-5 11 0,-2 7 0,1 1 0,1 0 0,1 1 0,2 0 0,-5 36 0,6-14 0,3 0 0,3 57 0,0-83-136,2 0-1,0 0 1,1-1-1,1 0 1,1 0-1,1 0 1,2-1-1,0 1 0,14 22 1,3-3-6690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4.124"/>
    </inkml:context>
    <inkml:brush xml:id="br0">
      <inkml:brushProperty name="width" value="0.05" units="cm"/>
      <inkml:brushProperty name="height" value="0.05" units="cm"/>
    </inkml:brush>
  </inkml:definitions>
  <inkml:trace contextRef="#ctx0" brushRef="#br0">178 204 24575,'-5'0'0,"-26"1"0,25 1 0,18 2 0,11 1 0,0-1 0,1-1 0,-1-2 0,1 0 0,0-1 0,36-6 0,-56 6 0,0-1 0,0 0 0,0 0 0,0 0 0,0-1 0,0 1 0,0-1 0,-1 0 0,1 0 0,-1 0 0,1 0 0,-1-1 0,0 1 0,0-1 0,0 0 0,3-4 0,-4 4 0,-1 0 0,1 0 0,-1 1 0,0-1 0,0 0 0,0 0 0,0 0 0,-1-1 0,1 1 0,-1 0 0,0 0 0,1 0 0,-2 0 0,1 0 0,0 0 0,-1-1 0,1 1 0,-1 0 0,0 0 0,0 0 0,-2-5 0,0 1 0,-1 0 0,0 0 0,0 1 0,0-1 0,-1 1 0,1 0 0,-2 0 0,1 0 0,-1 1 0,1 0 0,-2 0 0,1 0 0,0 1 0,-1 0 0,0 0 0,0 0 0,0 1 0,0 0 0,-1 1 0,1 0 0,-10-2 0,8 3 0,0 0 0,0 0 0,0 1 0,-1 0 0,1 1 0,0-1 0,0 2 0,0 0 0,0 0 0,0 0 0,1 1 0,-1 1 0,1-1 0,-1 1 0,1 1 0,1-1 0,-14 11 0,11-6 0,0 0 0,1 1 0,0 0 0,1 0 0,0 1 0,0 0 0,1 0 0,1 1 0,0 0 0,1 0 0,0 0 0,0 1 0,2 0 0,-1 0 0,2 0 0,0 0 0,0 0 0,1 1 0,1-1 0,0 0 0,1 1 0,0-1 0,5 17 0,-3-13 0,1-1 0,1 0 0,1 0 0,1-1 0,0 0 0,0 0 0,2 0 0,0-1 0,0 0 0,1-1 0,1 0 0,0 0 0,1-2 0,0 1 0,1-1 0,1-1 0,-1 0 0,19 9 0,-13-10-273,1-1 0,0-1 0,0 0 0,30 5 0,10-3-6553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4.693"/>
    </inkml:context>
    <inkml:brush xml:id="br0">
      <inkml:brushProperty name="width" value="0.05" units="cm"/>
      <inkml:brushProperty name="height" value="0.05" units="cm"/>
    </inkml:brush>
  </inkml:definitions>
  <inkml:trace contextRef="#ctx0" brushRef="#br0">53 393 24575,'-18'-53'0,"-17"-80"0,35 129 0,1 5 0,4 12 0,6 24 0,-1 26 0,-4-1 0,-2 1 0,-8 120 0,6-151 0,-2-31 0,0-1 0,0 0 0,0 0 0,0 1 0,0-1 0,0 0 0,0 1 0,0-1 0,1 0 0,-1 0 0,0 1 0,0-1 0,0 0 0,0 0 0,1 0 0,-1 1 0,0-1 0,0 0 0,1 0 0,-1 0 0,0 1 0,0-1 0,1 0 0,-1 0 0,0 0 0,0 0 0,1 0 0,-1 0 0,0 0 0,0 0 0,1 0 0,0 0 0,0 0 0,0-1 0,0 1 0,0-1 0,0 0 0,0 1 0,0-1 0,-1 0 0,1 1 0,0-1 0,0 0 0,-1 0 0,1 0 0,0 0 0,54-80 0,-34 49 0,38-47 0,-52 70 0,1 1 0,1 0 0,-1 1 0,1-1 0,0 2 0,1-1 0,-1 1 0,1 1 0,18-8 0,-25 12 0,-1 0 0,1 0 0,-1 0 0,1 1 0,-1-1 0,1 1 0,0-1 0,-1 1 0,1 0 0,0 0 0,-1 0 0,1 0 0,0 1 0,-1-1 0,1 1 0,-1-1 0,1 1 0,0 0 0,-1 0 0,0 0 0,1 1 0,-1-1 0,4 3 0,-3-1 0,0 1 0,0-1 0,-1 1 0,1 0 0,-1-1 0,0 1 0,0 0 0,-1 0 0,1 1 0,-1-1 0,0 0 0,0 0 0,1 8 0,1 27 0,-2 53 0,3 33 0,-3-112 0,1 0 0,1 0 0,0 0 0,1-1 0,0 1 0,1-1 0,9 16 0,-12-24 0,0 0 0,1 0 0,-1 0 0,1 0 0,0-1 0,1 1 0,-1-1 0,0 0 0,1 0 0,0 0 0,-1-1 0,1 1 0,0-1 0,1 0 0,-1 0 0,0 0 0,1-1 0,-1 1 0,1-1 0,7 1 0,-5-2 0,-1 0 0,0 0 0,1-1 0,-1 0 0,0 0 0,0-1 0,1 1 0,-1-1 0,0-1 0,-1 1 0,1-1 0,0 0 0,-1 0 0,9-8 0,1-1 0,-1-1 0,0-1 0,-1 0 0,-1-1 0,-1 0 0,0-1 0,0 0 0,-2-1 0,0 0 0,-1 0 0,-1-1 0,0 0 0,5-27 0,-2-2 0,-1-1 0,-3-1 0,-2 1 0,-2-55 0,-3 69 0,0 0 0,-2 0 0,-2 0 0,-1 1 0,-16-53 0,20 80 0,-1 1 0,1-1 0,-1 1 0,0 0 0,-1 0 0,-7-9 0,11 13 0,-1 1 0,1-1 0,-1 1 0,0-1 0,1 1 0,-1-1 0,0 1 0,1-1 0,-1 1 0,0-1 0,0 1 0,1 0 0,-1 0 0,0-1 0,0 1 0,0 0 0,0 0 0,1 0 0,-1 0 0,0 0 0,-1 0 0,1 1 0,-1-1 0,1 1 0,0 0 0,0-1 0,0 1 0,0 0 0,0 0 0,1 0 0,-1 0 0,0 0 0,0 0 0,0 0 0,1 0 0,-1 0 0,1 1 0,-1-1 0,1 0 0,-1 0 0,1 2 0,-5 12 0,1 1 0,1-1 0,1 1 0,0 0 0,1 25 0,8 84 0,-5-106 0,5 40-273,2-1 0,3-1 0,2 0 0,41 104 0,-43-132-6553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5.033"/>
    </inkml:context>
    <inkml:brush xml:id="br0">
      <inkml:brushProperty name="width" value="0.05" units="cm"/>
      <inkml:brushProperty name="height" value="0.05" units="cm"/>
    </inkml:brush>
  </inkml:definitions>
  <inkml:trace contextRef="#ctx0" brushRef="#br0">18 150 24575,'-2'-1'0,"1"-1"0,-1 1 0,1-1 0,-1 0 0,1 0 0,0 1 0,0-1 0,-1 0 0,1 0 0,1 0 0,-1 0 0,0-1 0,0 1 0,0-4 0,1 5 0,0 1 0,0-1 0,0 1 0,0-1 0,1 0 0,-1 1 0,0-1 0,0 1 0,0-1 0,1 1 0,-1-1 0,0 1 0,1-1 0,-1 1 0,0-1 0,1 1 0,-1 0 0,1-1 0,-1 1 0,0-1 0,1 1 0,0-1 0,1 1 0,-1-1 0,1 0 0,0 1 0,0-1 0,-1 1 0,1 0 0,0-1 0,0 1 0,0 0 0,2 0 0,21 2 0,0 1 0,0 1 0,32 10 0,-37-8 0,0-1 0,1-1 0,-1-1 0,1-1 0,0-1 0,22-1 0,-38 0 0,0-1 0,0 0 0,0 0 0,0 0 0,0-1 0,0 1 0,0-1 0,-1 0 0,1-1 0,-1 1 0,0-1 0,1 0 0,-1 0 0,0 0 0,-1-1 0,1 1 0,-1-1 0,5-6 0,-4 3 0,0 0 0,0 0 0,-1-1 0,0 0 0,-1 1 0,1-1 0,-2 0 0,1 0 0,-1 0 0,0-13 0,-15 163 0,-9 160 0,23-292-273,1 1 0,0-1 0,0 1 0,5 17 0,2-8-6553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5.394"/>
    </inkml:context>
    <inkml:brush xml:id="br0">
      <inkml:brushProperty name="width" value="0.05" units="cm"/>
      <inkml:brushProperty name="height" value="0.05" units="cm"/>
    </inkml:brush>
  </inkml:definitions>
  <inkml:trace contextRef="#ctx0" brushRef="#br0">70 0 24575,'-4'0'0,"1"0"0,-1 1 0,0-1 0,1 1 0,-1 0 0,0 0 0,1 0 0,-1 0 0,1 1 0,-1-1 0,1 1 0,-5 3 0,6-4 0,1 1 0,-1-1 0,1 1 0,-1-1 0,1 1 0,0-1 0,0 1 0,0-1 0,0 1 0,0 0 0,0 0 0,0 0 0,1-1 0,-1 1 0,1 0 0,-1 0 0,1 0 0,0 0 0,-1 0 0,1 0 0,0 0 0,0 0 0,1 0 0,-1 0 0,1 3 0,0-2 0,0-1 0,0 1 0,0-1 0,0 1 0,0-1 0,0 0 0,1 0 0,-1 0 0,1 1 0,-1-2 0,1 1 0,0 0 0,0 0 0,0 0 0,0-1 0,4 3 0,3 1 0,0-1 0,21 8 0,-23-10 0,0 0 0,-1 1 0,1 0 0,0 0 0,-1 1 0,9 5 0,-11-4 0,0-1 0,-1 1 0,1-1 0,-1 1 0,1 0 0,-1 1 0,-1-1 0,1 0 0,-1 1 0,0-1 0,0 1 0,-1 0 0,1 0 0,-1-1 0,0 12 0,0 6 0,-2 1 0,-5 38 0,4-43 0,-7 50 0,-9 125 0,18-188 54,0-3-149,0-1 1,0 1-1,0-1 1,0 1-1,0 0 0,-1-1 1,1 1-1,-1-1 1,1 1-1,-1-1 0,0 0 1,0 1-1,0-1 1,-3 4-1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5.786"/>
    </inkml:context>
    <inkml:brush xml:id="br0">
      <inkml:brushProperty name="width" value="0.05" units="cm"/>
      <inkml:brushProperty name="height" value="0.05" units="cm"/>
    </inkml:brush>
  </inkml:definitions>
  <inkml:trace contextRef="#ctx0" brushRef="#br0">0 207 24575,'55'0'0,"131"-4"0,-158 2 0,0-2 0,0-1 0,0-1 0,39-14 0,-60 17 0,1 0 0,-1 0 0,0-1 0,0 0 0,0 0 0,-1 0 0,1-1 0,7-8 0,-12 11 0,0 0 0,0 0 0,-1-1 0,1 1 0,-1-1 0,1 1 0,-1-1 0,0 0 0,0 0 0,0 1 0,0-1 0,-1 0 0,1 0 0,-1 0 0,1 0 0,-1 0 0,0 0 0,0 0 0,-1 0 0,1 0 0,0 1 0,-1-1 0,0 0 0,0 0 0,-1-3 0,1 1 0,-1 1 0,0 0 0,0 0 0,0-1 0,0 1 0,0 1 0,-1-1 0,0 0 0,-5-5 0,8 9 0,-1-1 0,1 1 0,0 0 0,0 0 0,0 0 0,-1 0 0,1 0 0,0-1 0,-1 1 0,1 0 0,0 0 0,0 0 0,-1 0 0,1 0 0,0 0 0,0 0 0,-1 0 0,1 0 0,0 0 0,-1 0 0,1 0 0,0 0 0,0 0 0,-1 0 0,1 0 0,0 0 0,0 1 0,-1-1 0,1 0 0,0 0 0,0 0 0,-1 0 0,1 1 0,0-1 0,0 0 0,0 0 0,-1 1 0,-4 13 0,1 18 0,4-31 0,0 43 0,9 62 0,-1-16 0,2 2-1365,-7-72-5461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5.929"/>
    </inkml:context>
    <inkml:brush xml:id="br0">
      <inkml:brushProperty name="width" value="0.05" units="cm"/>
      <inkml:brushProperty name="height" value="0.05" units="cm"/>
    </inkml:brush>
  </inkml:definitions>
  <inkml:trace contextRef="#ctx0" brushRef="#br0">22 72 24575,'-6'-18'0,"-2"-9"0,1 1-8191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46.550"/>
    </inkml:context>
    <inkml:brush xml:id="br0">
      <inkml:brushProperty name="width" value="0.05" units="cm"/>
      <inkml:brushProperty name="height" value="0.05" units="cm"/>
    </inkml:brush>
  </inkml:definitions>
  <inkml:trace contextRef="#ctx0" brushRef="#br0">17 129 24575,'-14'37'0,"13"-34"0,1 0 0,-1 0 0,1-1 0,0 1 0,0 0 0,0 0 0,0 0 0,0-1 0,1 1 0,-1 0 0,1 0 0,0-1 0,-1 1 0,1-1 0,0 1 0,1 0 0,-1-1 0,0 0 0,1 1 0,0-1 0,-1 0 0,1 0 0,0 0 0,0 0 0,0 0 0,3 2 0,-2-2 0,1 0 0,-1-1 0,1 1 0,0-1 0,0 0 0,0 0 0,-1 0 0,1 0 0,0-1 0,0 1 0,0-1 0,0 0 0,0 0 0,0-1 0,0 1 0,0-1 0,7-2 0,4-1 0,0-2 0,-1 0 0,1-1 0,-1 0 0,0-1 0,-1 0 0,16-14 0,-23 17 0,0 0 0,0 0 0,-1 0 0,0-1 0,0 0 0,-1 0 0,1-1 0,-1 1 0,-1-1 0,1 0 0,-1 0 0,0 0 0,-1 0 0,1 0 0,-2-1 0,1 1 0,0-8 0,-2 13 0,0 0 0,0 0 0,0 0 0,0 0 0,0 0 0,-1 0 0,1 0 0,-1 1 0,1-1 0,-1 0 0,0 0 0,0 0 0,0 1 0,0-1 0,0 0 0,0 1 0,0-1 0,0 1 0,-1 0 0,1-1 0,0 1 0,-1 0 0,0 0 0,1 0 0,-1 0 0,1 0 0,-1 0 0,0 0 0,0 0 0,0 1 0,1-1 0,-1 1 0,0-1 0,0 1 0,0 0 0,-3 0 0,-3-1 0,0 1 0,1 0 0,-1 1 0,0-1 0,0 2 0,1-1 0,-15 5 0,11-1 0,0 0 0,0 0 0,1 1 0,0 0 0,0 1 0,0 0 0,1 1 0,0 0 0,0 1 0,1-1 0,0 1 0,1 1 0,0 0 0,-6 10 0,9-13 0,0 0 0,1 0 0,0 0 0,0 1 0,1-1 0,0 1 0,0-1 0,1 1 0,0 0 0,0-1 0,1 1 0,0 0 0,0 0 0,1-1 0,0 1 0,0 0 0,1-1 0,0 1 0,0-1 0,1 1 0,0-1 0,7 12 0,-6-13 0,0-1 0,0 1 0,1 0 0,0-1 0,0 0 0,0 0 0,1-1 0,0 0 0,0 1 0,0-2 0,0 1 0,0-1 0,1 0 0,0 0 0,-1-1 0,1 0 0,0 0 0,0-1 0,1 1 0,-1-2 0,0 1 0,12-1 0,-9-1 0,1 1 0,-1-2 0,0 1 0,0-2 0,0 1 0,0-1 0,-1-1 0,1 0 0,-1 0 0,0-1 0,0 0 0,0 0 0,0-1 0,-1-1 0,9-8 0,-8 5 0,0 0 0,-1-1 0,0 0 0,-1-1 0,0 1 0,-1-1 0,0 0 0,6-20 0,-1-6 0,8-61 0,-14 70 0,-4 28 0,7-32 0,-8 33 0,0-1 0,0 1 0,0-1 0,1 1 0,-1 0 0,0-1 0,0 1 0,0-1 0,0 1 0,1 0 0,-1-1 0,0 1 0,0-1 0,1 1 0,-1 0 0,0-1 0,1 1 0,-1 0 0,0 0 0,1-1 0,-1 1 0,0 0 0,1 0 0,-1-1 0,1 1 0,-1 0 0,0 0 0,1 0 0,-1 0 0,1 0 0,-1 0 0,1 0 0,-1 0 0,0 0 0,1 0 0,-1 0 0,1 0 0,-1 0 0,1 0 0,-1 0 0,0 0 0,1 0 0,-1 0 0,1 1 0,-1-1 0,1 0 0,-1 0 0,0 0 0,1 1 0,-1-1 0,0 0 0,1 1 0,-1-1 0,0 0 0,0 1 0,1-1 0,-1 0 0,0 1 0,0-1 0,1 1 0,-1-1 0,0 0 0,0 1 0,0 0 0,8 13 0,-2 1 0,0 0 0,0 0 0,-1 0 0,4 25 0,-1-3 0,9 24 0,26 107 0,-37-134 0,0 0 0,0 67 0,-6-95 0,0 1 0,0 0 0,-1 0 0,-1-1 0,1 1 0,-1 0 0,0-1 0,-3 7 0,3-9 0,0-1 0,0 0 0,0 0 0,0 0 0,0 0 0,-1 0 0,1-1 0,-1 1 0,0-1 0,0 0 0,0 1 0,0-1 0,0-1 0,-1 1 0,1 0 0,-5 1 0,-2 0 38,0-1 0,0 0 0,0 0 0,0-1 0,0 0 0,0-1 0,0 0 0,-16-3 0,-6-2-892,-40-12 1,-9-7-5973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9.192"/>
    </inkml:context>
    <inkml:brush xml:id="br0">
      <inkml:brushProperty name="width" value="0.05" units="cm"/>
      <inkml:brushProperty name="height" value="0.05" units="cm"/>
    </inkml:brush>
  </inkml:definitions>
  <inkml:trace contextRef="#ctx0" brushRef="#br0">360 100 24575,'1'-1'0,"1"0"0,-1-1 0,0 1 0,0 0 0,0-1 0,0 1 0,0-1 0,0 0 0,0 1 0,0-1 0,-1 0 0,1 1 0,0-1 0,-1 0 0,0 0 0,1 0 0,-1 1 0,0-1 0,0 0 0,0 0 0,0 0 0,0 0 0,-1 1 0,1-1 0,0 0 0,-1 0 0,1 1 0,-1-1 0,0 0 0,0 0 0,0 1 0,-1-2 0,0-1 0,-1 1 0,1 0 0,-1 0 0,0 0 0,-1 0 0,1 1 0,0-1 0,-1 1 0,1 0 0,-1 0 0,0 0 0,1 0 0,-6-1 0,0 1 0,0 0 0,0 1 0,-1 0 0,1 1 0,0 0 0,-1 0 0,1 1 0,0 0 0,-1 1 0,1 0 0,0 0 0,0 1 0,0 0 0,1 1 0,-1 0 0,1 0 0,-15 11 0,11-7 0,0 0 0,1 1 0,0 0 0,1 1 0,0 1 0,0-1 0,1 1 0,1 1 0,0 0 0,0 0 0,-6 15 0,11-19 0,0 0 0,0 0 0,1 0 0,0 0 0,1 0 0,0 1 0,0-1 0,1 1 0,-1-1 0,2 0 0,-1 1 0,2-1 0,-1 0 0,1 0 0,0 1 0,0-1 0,1 0 0,0-1 0,1 1 0,0-1 0,0 1 0,0-1 0,9 10 0,-3-6 0,1 1 0,0-2 0,0 0 0,1 0 0,0-1 0,1 0 0,0-1 0,1-1 0,-1 0 0,1 0 0,0-2 0,18 5 0,35 5-1365,-4-5-5461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9.939"/>
    </inkml:context>
    <inkml:brush xml:id="br0">
      <inkml:brushProperty name="width" value="0.05" units="cm"/>
      <inkml:brushProperty name="height" value="0.05" units="cm"/>
    </inkml:brush>
  </inkml:definitions>
  <inkml:trace contextRef="#ctx0" brushRef="#br0">180 173 24575,'6'0'0,"-1"0"0,1 0 0,0-1 0,-1 0 0,1 0 0,-1-1 0,1 1 0,-1-1 0,7-4 0,-10 5 0,-1 0 0,1 0 0,0 0 0,-1 0 0,1 0 0,-1-1 0,0 1 0,1-1 0,-1 1 0,0-1 0,0 1 0,0-1 0,0 0 0,0 0 0,0 1 0,0-1 0,-1 0 0,1 0 0,-1 0 0,1 0 0,-1 0 0,0 0 0,1 0 0,-1 0 0,0 0 0,0 0 0,-1 0 0,1 0 0,0 0 0,-2-2 0,1 0 0,0 1 0,0 0 0,0 0 0,-1 1 0,1-1 0,-1 0 0,0 0 0,0 1 0,0-1 0,0 1 0,-1-1 0,1 1 0,-1 0 0,1 0 0,-1 0 0,0 0 0,1 1 0,-1-1 0,0 1 0,0 0 0,0-1 0,0 1 0,-1 1 0,1-1 0,0 0 0,0 1 0,-7-1 0,2 1 0,-1 0 0,1 0 0,-1 1 0,1 0 0,-1 0 0,1 1 0,0 0 0,0 0 0,-14 6 0,15-4 0,1 0 0,0 1 0,-1-1 0,2 1 0,-1 0 0,0 1 0,1-1 0,0 1 0,0 0 0,1 0 0,0 1 0,0-1 0,0 1 0,1 0 0,0 0 0,0 0 0,1 1 0,0-1 0,0 0 0,1 1 0,0 0 0,-1 7 0,2-9 0,0 0 0,0 0 0,0 0 0,1 0 0,0 0 0,0-1 0,0 1 0,1 0 0,-1 0 0,1-1 0,1 1 0,-1-1 0,1 0 0,0 1 0,0-1 0,1-1 0,0 1 0,-1 0 0,1-1 0,1 0 0,-1 0 0,1 0 0,-1 0 0,1-1 0,0 0 0,1 0 0,-1 0 0,9 3 0,-7-4 0,-1 0 0,1-1 0,-1 1 0,1-1 0,0 0 0,0-1 0,-1 0 0,1 0 0,0 0 0,0-1 0,-1 0 0,1 0 0,0-1 0,-1 0 0,1 0 0,-1 0 0,7-4 0,-8 3 0,0 0 0,0-1 0,0 1 0,-1-1 0,0 0 0,0 0 0,0-1 0,0 1 0,0-1 0,-1 0 0,0 1 0,0-2 0,0 1 0,-1 0 0,1 0 0,-1-1 0,-1 0 0,1 1 0,-1-1 0,1-6 0,1-84 0,0 103 0,-1-1 0,2 1 0,-1-1 0,1 0 0,0 0 0,0 0 0,0-1 0,1 0 0,0 0 0,0 0 0,1 0 0,-1-1 0,1 0 0,0 0 0,0 0 0,0-1 0,0 0 0,1 0 0,-1 0 0,1-1 0,0 0 0,0 0 0,0-1 0,0 0 0,0 0 0,0-1 0,0 0 0,0 0 0,0-1 0,0 1 0,8-3 0,1-1 0,-1-1 0,1 0 0,-1-1 0,0-1 0,0 0 0,-1-1 0,0-1 0,-1 0 0,0-1 0,0 0 0,-1-1 0,0 0 0,-1-1 0,0 0 0,17-28 0,-25 34 0,0 0 0,-1 0 0,0-1 0,0 1 0,0 0 0,-1-1 0,0-7 0,0 12 0,-1 1 0,0 0 0,0-1 0,0 1 0,0-1 0,-1 1 0,1 0 0,0-1 0,-1 1 0,1 0 0,-1-1 0,1 1 0,-1 0 0,1 0 0,-1-1 0,-1-1 0,1 3 0,0-1 0,0 1 0,0-1 0,0 1 0,0-1 0,0 1 0,0 0 0,0-1 0,0 1 0,-1 0 0,1 0 0,0 0 0,0 0 0,0 0 0,0 0 0,0 0 0,0 0 0,0 1 0,0-1 0,0 0 0,-1 1 0,1-1 0,0 0 0,-1 2 0,-3 0 0,1 0 0,0 0 0,0 0 0,0 1 0,0 0 0,0-1 0,0 1 0,1 1 0,-1-1 0,1 1 0,0-1 0,0 1 0,0 0 0,1 0 0,-1 0 0,1 0 0,0 1 0,0-1 0,0 0 0,1 1 0,0 0 0,0-1 0,0 1 0,0 0 0,1-1 0,-1 7 0,2-1 0,-1-1 0,1 1 0,1-1 0,0 0 0,0 1 0,1-1 0,0 0 0,0 0 0,1 0 0,0-1 0,1 1 0,6 8 0,3 0 0,25 25 0,-29-32 0,1 0 0,-1 1 0,-1 1 0,0 0 0,12 20 0,-21-31 0,1 0 0,-1 0 0,1-1 0,-1 1 0,1 0 0,-1 0 0,1 0 0,-1 0 0,0 0 0,1 0 0,-1 0 0,0-1 0,0 1 0,0 0 0,0 0 0,0 0 0,0 0 0,0 0 0,0 0 0,0 0 0,0 0 0,-1 0 0,1 0 0,0 0 0,-1 0 0,1 0 0,0 0 0,-1-1 0,1 1 0,-1 0 0,1 0 0,-1-1 0,0 1 0,1 0 0,-1 0 0,0-1 0,0 1 0,1-1 0,-1 1 0,0-1 0,0 1 0,0-1 0,0 1 0,0-1 0,1 0 0,-1 1 0,0-1 0,0 0 0,0 0 0,0 0 0,0 0 0,-1 0 0,-4 1 0,1-1 0,-1-1 0,1 1 0,-1-1 0,1 1 0,0-1 0,-11-4 0,10 2-136,1 1-1,-1-1 1,1-1-1,-1 1 1,1-1-1,0 0 1,0 0-1,0 0 0,-5-7 1,-1-5-6690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0.327"/>
    </inkml:context>
    <inkml:brush xml:id="br0">
      <inkml:brushProperty name="width" value="0.05" units="cm"/>
      <inkml:brushProperty name="height" value="0.05" units="cm"/>
    </inkml:brush>
  </inkml:definitions>
  <inkml:trace contextRef="#ctx0" brushRef="#br0">75 157 24575,'0'1'0,"-1"0"0,1 0 0,0-1 0,-1 1 0,1 0 0,0 0 0,-1-1 0,1 1 0,-1 0 0,1-1 0,-1 1 0,1-1 0,-1 1 0,0 0 0,1-1 0,-1 1 0,-1 0 0,1 0 0,12-4 0,-9 3 0,6-2 0,15-4 0,-1-1 0,28-12 0,-46 17 0,1 0 0,-1-1 0,1 1 0,-1-1 0,0 1 0,0-1 0,0-1 0,0 1 0,-1-1 0,1 1 0,-1-1 0,0 0 0,0 0 0,-1 0 0,1-1 0,-1 1 0,3-6 0,-5 9 0,1-1 0,-1 0 0,0 1 0,1-1 0,-1 1 0,0-1 0,0 0 0,0 1 0,-1-1 0,1 1 0,0-1 0,0 1 0,-1-1 0,1 1 0,-1-1 0,1 1 0,-1-1 0,0 1 0,0-1 0,-1-1 0,-1 0 0,1 1 0,0 0 0,-1 0 0,1 0 0,-1 0 0,0 0 0,0 0 0,0 1 0,-5-3 0,-1 1 0,1 1 0,-1 0 0,1 0 0,-1 1 0,0 0 0,-16 0 0,19 1 0,0 1 0,1 0 0,-1 0 0,0 0 0,1 1 0,-1 0 0,1 0 0,-1 0 0,1 0 0,0 1 0,0 0 0,0 0 0,0 1 0,1-1 0,-1 1 0,1 0 0,0 0 0,0 0 0,0 1 0,1 0 0,-3 4 0,2-3 0,1 1 0,1-1 0,-1 0 0,1 1 0,1-1 0,-1 1 0,1 0 0,0 0 0,0-1 0,1 1 0,0 0 0,0 0 0,1 0 0,-1 0 0,2-1 0,-1 1 0,5 11 0,-3-10 27,0 0-1,0-1 0,1 0 0,0 0 1,1 0-1,0-1 0,0 1 0,0-1 1,1 0-1,0 0 0,0-1 0,10 8 1,-6-7-241,0 0 1,1 0 0,0-1-1,0-1 1,0 0 0,0 0-1,22 4 1,6-3-6613</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0.652"/>
    </inkml:context>
    <inkml:brush xml:id="br0">
      <inkml:brushProperty name="width" value="0.05" units="cm"/>
      <inkml:brushProperty name="height" value="0.05" units="cm"/>
    </inkml:brush>
  </inkml:definitions>
  <inkml:trace contextRef="#ctx0" brushRef="#br0">1 97 24575,'4'-8'0,"1"-1"0,0 1 0,0 0 0,1 0 0,0 1 0,1 0 0,-1 0 0,1 0 0,8-5 0,-12 10 0,-1 0 0,0 1 0,1-1 0,0 1 0,-1 0 0,1-1 0,0 1 0,-1 0 0,1 1 0,0-1 0,0 0 0,0 1 0,0 0 0,0-1 0,0 1 0,0 0 0,0 1 0,0-1 0,-1 0 0,1 1 0,0 0 0,0 0 0,0 0 0,-1 0 0,1 0 0,0 0 0,-1 1 0,1-1 0,-1 1 0,1 0 0,-1-1 0,4 5 0,2 3 0,-1 1 0,-1-1 0,0 1 0,0 0 0,0 0 0,-2 1 0,1 0 0,-1 0 0,-1 0 0,0 0 0,0 0 0,-1 1 0,-1-1 0,0 1 0,-1 12 0,0-19 0,-1 0 0,1-1 0,-1 1 0,-1-1 0,1 1 0,-1-1 0,1 1 0,-1-1 0,-1 0 0,1 0 0,0 0 0,-1 0 0,0 0 0,0-1 0,0 1 0,-5 4 0,-3 0 0,-1 1 0,0-2 0,-25 13 0,21-11 0,15-9 0,1 0 0,-1 0 0,1 0 0,-1 1 0,1-1 0,-1 0 0,1 0 0,-1 1 0,1-1 0,-1 1 0,1-1 0,0 0 0,-1 1 0,1-1 0,0 1 0,-1-1 0,1 1 0,0-1 0,-1 0 0,1 1 0,0 0 0,0 0 0,7 6 0,22 2 0,-26-8 0,259 49 233,-120-25-1831,-98-17-5228</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1.172"/>
    </inkml:context>
    <inkml:brush xml:id="br0">
      <inkml:brushProperty name="width" value="0.05" units="cm"/>
      <inkml:brushProperty name="height" value="0.05" units="cm"/>
    </inkml:brush>
  </inkml:definitions>
  <inkml:trace contextRef="#ctx0" brushRef="#br0">400 113 24575,'0'-17'0,"1"9"0,-1-1 0,0 1 0,-1 0 0,0 0 0,-2-13 0,2 19 0,0 0 0,0 0 0,1 0 0,-1 0 0,0 1 0,0-1 0,-1 0 0,1 1 0,0-1 0,-1 1 0,1-1 0,-1 1 0,1-1 0,-1 1 0,1 0 0,-1 0 0,0 0 0,0 0 0,1 0 0,-1 0 0,0 1 0,0-1 0,0 1 0,0-1 0,0 1 0,0-1 0,-4 1 0,-4 0 0,1 1 0,0-1 0,-1 2 0,1-1 0,0 1 0,0 1 0,0 0 0,0 0 0,-11 6 0,3-1 0,0 2 0,1 0 0,-24 19 0,25-16 0,2-1 0,-1 2 0,2 0 0,0 1 0,0 0 0,2 0 0,0 1 0,0 1 0,2 0 0,0 0 0,1 1 0,1-1 0,-7 30 0,11-35 0,0 1 0,1-1 0,0 1 0,0 0 0,2-1 0,0 1 0,0-1 0,1 1 0,0-1 0,1 1 0,1-1 0,0 0 0,0 0 0,1-1 0,1 0 0,0 1 0,1-2 0,0 1 0,0-1 0,1 0 0,11 10 0,-9-10 38,1-1 0,0-1 0,0 0 0,1 0 0,0-1 0,1-1 0,-1 0 0,22 7 0,-11-7-380,0 0 1,1-1 0,0-1-1,24 0 1,22-3-6485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1.926"/>
    </inkml:context>
    <inkml:brush xml:id="br0">
      <inkml:brushProperty name="width" value="0.05" units="cm"/>
      <inkml:brushProperty name="height" value="0.05" units="cm"/>
    </inkml:brush>
  </inkml:definitions>
  <inkml:trace contextRef="#ctx0" brushRef="#br0">268 122 24575,'4'-1'0,"1"0"0,-1-1 0,1 0 0,-1 0 0,0 0 0,0-1 0,0 1 0,0-1 0,3-3 0,-2 2 0,-2 2 0,-1 0 0,0 0 0,1 0 0,-1 0 0,0-1 0,0 1 0,0-1 0,0 0 0,-1 0 0,1 1 0,-1-1 0,0 0 0,2-4 0,-3 6 0,0 0 0,0-1 0,1 1 0,-1 0 0,0 0 0,0 0 0,0 0 0,-1-1 0,1 1 0,0 0 0,0 0 0,-1 0 0,1 0 0,0 0 0,-1 0 0,1-1 0,-1 1 0,0 0 0,1 0 0,-1 1 0,0-1 0,1 0 0,-1 0 0,0 0 0,0 0 0,0 1 0,0-1 0,0 0 0,0 1 0,0-1 0,0 1 0,0-1 0,0 1 0,0-1 0,0 1 0,-1 0 0,1-1 0,0 1 0,-2 0 0,-3-1 0,-1 1 0,0 0 0,1 0 0,-1 0 0,0 1 0,1 0 0,-1 0 0,1 0 0,-1 1 0,1 0 0,-10 5 0,-4 2 0,0 1 0,-21 16 0,26-16 0,-1 2 0,2 0 0,0 1 0,0 0 0,1 1 0,-16 21 0,25-29 0,0 0 0,0 0 0,0 0 0,1 0 0,0 0 0,0 1 0,1-1 0,0 1 0,0 0 0,0 0 0,1-1 0,0 1 0,1 0 0,-1 0 0,1 0 0,0 0 0,1 0 0,0 0 0,0 0 0,3 11 0,-1-13 0,0 0 0,0 1 0,0-1 0,1 0 0,-1 0 0,1-1 0,0 1 0,1-1 0,-1 0 0,1 0 0,0 0 0,0-1 0,0 1 0,0-1 0,0 0 0,1-1 0,-1 0 0,1 1 0,0-2 0,10 3 0,-6-2 0,-1 0 0,1-1 0,0 0 0,0-1 0,1 0 0,-1 0 0,0-1 0,0 0 0,-1-1 0,1 0 0,18-7 0,-24 7 0,1 0 0,-1-1 0,1 1 0,-1-1 0,0 0 0,0 0 0,-1-1 0,1 1 0,-1-1 0,1 1 0,-1-1 0,0 0 0,3-7 0,-2 4 0,-1 0 0,0-1 0,0 0 0,-1 0 0,0 0 0,0 0 0,0-12 0,-1-1 0,-1 0 0,-1 0 0,0 0 0,-2 0 0,-8-31 0,10 49 0,0 0 0,0 0 0,-1 0 0,1 0 0,0 0 0,-1 1 0,-2-4 0,4 6 0,-1-1 0,1 1 0,0-1 0,-1 1 0,1 0 0,0-1 0,-1 1 0,1 0 0,0 0 0,-1-1 0,1 1 0,0 0 0,-1 0 0,1-1 0,-1 1 0,1 0 0,-1 0 0,1 0 0,-1 0 0,1 0 0,0 0 0,-1 0 0,1 0 0,-1 0 0,1 0 0,-1 0 0,1 0 0,-1 0 0,1 0 0,-1 0 0,1 0 0,0 0 0,-1 1 0,1-1 0,-1 0 0,1 0 0,0 0 0,-1 1 0,1-1 0,-1 0 0,1 1 0,0-1 0,0 0 0,-1 1 0,1-1 0,0 0 0,-1 1 0,1-1 0,0 1 0,0-1 0,0 1 0,0-1 0,-1 0 0,1 1 0,0-1 0,0 1 0,0 0 0,-3 8 0,0-1 0,1 1 0,0-1 0,1 1 0,0 0 0,0 0 0,1 10 0,0-1 0,1 0 0,7 29 0,-8-43 0,1 1 0,1-1 0,-1 0 0,1 0 0,-1 0 0,1 0 0,0 0 0,0 0 0,1-1 0,-1 1 0,1-1 0,0 0 0,0 1 0,0-1 0,0 0 0,1-1 0,-1 1 0,1-1 0,0 1 0,4 1 0,-3-2 0,1 0 0,-1-1 0,1 1 0,0-1 0,-1-1 0,1 1 0,0-1 0,0 0 0,-1 0 0,1 0 0,0-1 0,-1 0 0,1 0 0,0-1 0,5-1 0,5-4 0,0 0 0,0-1 0,-1-1 0,0 0 0,-1-1 0,0 0 0,0-2 0,-1 1 0,0-2 0,15-19 0,-6 4 0,-2 0 0,-1-1 0,-2-1 0,19-44 0,-35 72 0,0-1 0,0 1 0,0-1 0,-1 1 0,1-1 0,-1 1 0,0-1 0,1-3 0,-1 6 0,0 0 0,0 0 0,0 0 0,0 0 0,0 0 0,0 0 0,0 0 0,0 0 0,0-1 0,0 1 0,0 0 0,0 0 0,0 0 0,0 0 0,0 0 0,0 0 0,0 0 0,0 0 0,-1 0 0,1-1 0,0 1 0,0 0 0,0 0 0,0 0 0,0 0 0,0 0 0,0 0 0,0 0 0,0 0 0,0 0 0,0 0 0,0 0 0,0 0 0,0 0 0,-1 0 0,1 0 0,0-1 0,0 1 0,0 0 0,0 0 0,0 0 0,0 0 0,0 0 0,0 0 0,0 0 0,-1 0 0,1 0 0,0 0 0,0 0 0,0 0 0,0 0 0,0 1 0,0-1 0,0 0 0,0 0 0,0 0 0,0 0 0,-1 0 0,1 0 0,-8 13 0,5-6 0,0 1 0,1 0 0,0 0 0,0 0 0,0 0 0,1 1 0,1-1 0,-1 0 0,1 0 0,1 1 0,-1-1 0,2 0 0,3 15 0,3 6 0,2 0 0,21 40 0,-17-38 0,12 36 0,-25-64 0,0-1 0,0 0 0,-1 1 0,1-1 0,-1 0 0,1 1 0,-1-1 0,0 1 0,0-1 0,0 0 0,0 1 0,-1-1 0,1 1 0,-1-1 0,1 0 0,-1 1 0,0-1 0,0 0 0,0 0 0,-3 4 0,2-4 0,0 0 0,0 0 0,-1 0 0,1 0 0,-1-1 0,1 1 0,-1-1 0,0 0 0,1 0 0,-1 0 0,0 0 0,0 0 0,0-1 0,0 1 0,0-1 0,0 0 0,-3 0 0,-1 1 29,0-2-1,0 1 1,-1-1-1,1 0 0,0-1 1,0 1-1,0-1 1,0-1-1,1 1 1,-1-1-1,-8-5 1,11 5-115,0 1 1,1-1 0,-1 1-1,1-1 1,0 0 0,-1 0-1,1-1 1,1 1 0,-1-1-1,0 1 1,1-1 0,0 0-1,0 0 1,0 0 0,0 0-1,0 0 1,1 0 0,0-1-1,-1-5 1,1-13-6741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2.316"/>
    </inkml:context>
    <inkml:brush xml:id="br0">
      <inkml:brushProperty name="width" value="0.05" units="cm"/>
      <inkml:brushProperty name="height" value="0.05" units="cm"/>
    </inkml:brush>
  </inkml:definitions>
  <inkml:trace contextRef="#ctx0" brushRef="#br0">84 107 24575,'0'2'0,"-1"0"0,1 0 0,0 0 0,-1 0 0,0 0 0,1 0 0,-1 0 0,0-1 0,0 1 0,0 0 0,0 0 0,0-1 0,0 1 0,-1-1 0,1 1 0,0-1 0,-1 0 0,1 1 0,-1-1 0,0 0 0,1 0 0,-4 2 0,-2 0 0,1 0 0,-1-1 0,-12 4 0,15-4 0,6-2 0,33-1 0,64-10 0,-86 8 0,-1 0 0,0 0 0,0-1 0,0-1 0,0 0 0,0 0 0,-1-1 0,17-12 0,-27 17 0,1 0 0,0-1 0,0 1 0,-1-1 0,1 1 0,-1-1 0,1 1 0,-1-1 0,0 0 0,0 0 0,0 0 0,0 0 0,0 1 0,0-1 0,0-1 0,0 1 0,-1 0 0,1-2 0,-1 2 0,0 1 0,0-1 0,-1 0 0,1 1 0,-1-1 0,1 1 0,-1-1 0,1 1 0,-1-1 0,0 1 0,0-1 0,0 1 0,1 0 0,-1-1 0,-1 1 0,1 0 0,0 0 0,-2-2 0,-2-1 0,-1 0 0,0 1 0,0-1 0,0 1 0,0 0 0,-1 1 0,1 0 0,-1 0 0,-12-2 0,12 3 0,0 0 0,0 1 0,1 0 0,-1 0 0,0 1 0,0 0 0,0 0 0,1 0 0,-1 1 0,1 0 0,-1 1 0,1-1 0,0 1 0,0 0 0,0 1 0,0-1 0,0 1 0,1 0 0,0 1 0,-6 5 0,4-2 0,0 1 0,0 0 0,1 0 0,0 1 0,0-1 0,1 1 0,0 1 0,1-1 0,0 1 0,1-1 0,-3 19 0,4-21 0,1-1 0,1 1 0,-1-1 0,1 1 0,1-1 0,-1 0 0,1 1 0,1-1 0,-1 1 0,1-1 0,0 0 0,1 0 0,0 0 0,0 0 0,0-1 0,1 1 0,0-1 0,8 10 0,-4-8 0,0 0 0,0 0 0,1-1 0,0-1 0,0 1 0,0-1 0,1-1 0,0 0 0,0 0 0,1-1 0,20 6 0,22 1-1365,-3-4-5461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2.802"/>
    </inkml:context>
    <inkml:brush xml:id="br0">
      <inkml:brushProperty name="width" value="0.05" units="cm"/>
      <inkml:brushProperty name="height" value="0.05" units="cm"/>
    </inkml:brush>
  </inkml:definitions>
  <inkml:trace contextRef="#ctx0" brushRef="#br0">143 128 24575,'-42'-32'0,"36"28"0,0 0 0,0 0 0,0 0 0,1-1 0,0 0 0,-1 0 0,2 0 0,-1-1 0,1 1 0,-1-1 0,-4-10 0,9 15 0,-1 0 0,1 1 0,0-1 0,0 1 0,0-1 0,0 0 0,0 1 0,0-1 0,0 1 0,0-1 0,0 0 0,0 1 0,0-1 0,0 1 0,0-1 0,0 0 0,0 1 0,1-1 0,-1 1 0,0-1 0,0 1 0,1-1 0,-1 1 0,0-1 0,1 1 0,0-1 0,16-7 0,27 6 0,-37 2 0,25 0 0,56 8 0,-77-7 0,-1 2 0,1-1 0,-1 1 0,0 0 0,0 1 0,0 1 0,0-1 0,-1 2 0,10 6 0,-17-11 0,-1-1 0,0 1 0,0 0 0,0 0 0,0 0 0,0 0 0,0 0 0,0 0 0,0 1 0,0-1 0,-1 0 0,1 0 0,0 1 0,-1-1 0,1 0 0,-1 1 0,1-1 0,-1 0 0,0 1 0,0-1 0,0 1 0,1 2 0,-2-2 0,0 0 0,1 0 0,-1 0 0,0 0 0,0 0 0,0 0 0,0-1 0,0 1 0,0 0 0,-1 0 0,1-1 0,0 1 0,-4 2 0,-5 3 0,0 1 0,0-1 0,-1-1 0,-12 6 0,18-10 0,-52 23 0,34-16 0,-31 18 0,54-27 0,-1 0 0,1 0 0,-1 1 0,1-1 0,-1 0 0,1 0 0,-1 1 0,1-1 0,0 0 0,-1 1 0,1-1 0,-1 1 0,1-1 0,0 0 0,-1 1 0,1-1 0,0 1 0,0-1 0,-1 1 0,1-1 0,0 1 0,0-1 0,0 1 0,-1-1 0,1 1 0,0 0 0,0 0 0,1 0 0,-1-1 0,1 1 0,-1 0 0,1 0 0,-1-1 0,1 1 0,-1-1 0,1 1 0,0-1 0,-1 1 0,1-1 0,0 1 0,-1-1 0,1 1 0,0-1 0,1 1 0,45 11 0,-32-9 0,1 1 0,1 2 0,-1 0 0,0 1 0,0 0 0,-1 1 0,26 19 0,-36-24 0,-1 1 0,0 0 0,0 0 0,0 0 0,-1 0 0,0 1 0,1 0 0,-1-1 0,-1 1 0,5 10 0,-6-11 0,0 0 0,0 0 0,0 1 0,-1-1 0,0 0 0,0 0 0,0 0 0,0 1 0,0-1 0,-1 0 0,0 0 0,0 0 0,0 0 0,-1 0 0,1 0 0,-3 5 0,0-2 16,1-1-1,-1 1 1,-1-1-1,1 0 1,-1 0-1,-1-1 1,1 1-1,-1-1 1,1 0-1,-2-1 1,1 1-1,0-1 1,-1 0-1,0-1 1,0 0-1,0 0 1,0 0 0,0-1-1,0 0 1,-1 0-1,-14 1 1,5-2-206,0 0 0,0-1 1,0-1-1,0-1 0,0 0 1,0-2-1,1 1 1,-29-12-1,2-3-6636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4.930"/>
    </inkml:context>
    <inkml:brush xml:id="br0">
      <inkml:brushProperty name="width" value="0.05" units="cm"/>
      <inkml:brushProperty name="height" value="0.05" units="cm"/>
    </inkml:brush>
  </inkml:definitions>
  <inkml:trace contextRef="#ctx0" brushRef="#br0">425 246 24575,'0'-5'0,"0"-9"0,0 1 0,4-21 0,-4 31 0,1-1 0,0 1 0,0-1 0,1 1 0,-1-1 0,1 1 0,-1-1 0,1 1 0,0 0 0,0 0 0,1 0 0,-1 0 0,5-4 0,-6 7 0,-1-1 0,0 1 0,0 0 0,1-1 0,-1 1 0,0 0 0,1-1 0,-1 1 0,0 0 0,1 0 0,-1-1 0,0 1 0,1 0 0,-1 0 0,1 0 0,-1-1 0,1 1 0,-1 0 0,0 0 0,1 0 0,-1 0 0,1 0 0,-1 0 0,1 0 0,-1 0 0,0 0 0,1 0 0,-1 0 0,1 0 0,-1 0 0,1 1 0,-1-1 0,0 0 0,1 0 0,-1 0 0,1 1 0,-1-1 0,0 0 0,1 0 0,-1 1 0,0-1 0,1 0 0,-1 1 0,0-1 0,0 0 0,1 1 0,-1-1 0,0 0 0,0 1 0,0-1 0,1 1 0,-1-1 0,0 0 0,0 1 0,0-1 0,0 1 0,0-1 0,0 1 0,0-1 0,0 0 0,0 1 0,0-1 0,0 1 0,0-1 0,0 1 0,-2 30 0,0-25 0,0 0 0,0 0 0,0 0 0,0-1 0,-1 1 0,0-1 0,0 0 0,-1 0 0,1 0 0,-1 0 0,0 0 0,-6 4 0,7-7 0,0 0 0,0 0 0,0 0 0,0 0 0,0-1 0,-1 1 0,1-1 0,0 0 0,-1 0 0,1 0 0,-1-1 0,0 1 0,1-1 0,-1 0 0,1 0 0,-1 0 0,0 0 0,1 0 0,-1-1 0,1 0 0,-7-2 0,3 1 0,0-1 0,-1-1 0,1 1 0,1-1 0,-1 0 0,0-1 0,1 1 0,0-1 0,0-1 0,1 1 0,-1-1 0,1 0 0,0 0 0,-4-7 0,7 9 0,0 0 0,0 0 0,0 0 0,0-1 0,0 1 0,1 0 0,0-1 0,0 1 0,0 0 0,0-1 0,1 0 0,0 1 0,0-1 0,0 1 0,0-1 0,1 1 0,0-1 0,0 1 0,0 0 0,0-1 0,1 1 0,0 0 0,-1 0 0,2 0 0,2-5 0,-1 4 0,0 0 0,0 0 0,1 0 0,-1 1 0,1 0 0,0 0 0,1 0 0,-1 0 0,1 1 0,-1 0 0,1 0 0,0 0 0,0 1 0,0 0 0,1 0 0,-1 1 0,0 0 0,12-1 0,-14 2 0,0-1 0,1 2 0,-1-1 0,0 0 0,1 1 0,-1 0 0,0 0 0,0 0 0,0 1 0,1-1 0,-1 1 0,-1 0 0,1 0 0,0 0 0,0 1 0,-1-1 0,1 1 0,-1 0 0,0 0 0,0 0 0,0 1 0,0-1 0,-1 1 0,0-1 0,1 1 0,-1 0 0,0 0 0,2 5 0,-2-2 0,0 0 0,0 0 0,-1 0 0,0 0 0,0 0 0,-1 1 0,0-1 0,0 0 0,0 0 0,-3 11 0,1-7 0,-1 1 0,-1-1 0,0 1 0,-1-1 0,-10 18 0,2-8 0,-1 0 0,-2-2 0,0 0 0,0 0 0,-30 23 0,31-28 0,-2-2 0,0 0 0,0-1 0,-38 18 0,46-25 0,0-1 0,0 0 0,0 0 0,-1-1 0,1 0 0,-1 0 0,1-1 0,-1-1 0,0 1 0,0-2 0,1 1 0,-18-4 0,24 3 0,0 0 0,0 1 0,0-1 0,0 0 0,0-1 0,0 1 0,1 0 0,-1-1 0,1 1 0,-1-1 0,1 0 0,-1 0 0,1 0 0,0 0 0,0 0 0,0-1 0,0 1 0,1 0 0,-1-1 0,0 0 0,1 1 0,0-1 0,0 0 0,0 0 0,0 0 0,0 0 0,0 1 0,1-1 0,-1 0 0,1 0 0,0-1 0,0 1 0,1-5 0,-1 3 0,1-1 0,1 1 0,-1 0 0,1-1 0,0 1 0,0 0 0,1 0 0,-1 0 0,1 0 0,0 1 0,1-1 0,-1 1 0,1 0 0,-1 0 0,1 0 0,1 0 0,6-5 0,-4 5 0,0 0 0,0 0 0,1 1 0,-1 0 0,1 0 0,-1 1 0,1 0 0,0 0 0,0 1 0,0 0 0,0 0 0,0 1 0,0 0 0,0 1 0,0-1 0,0 2 0,0-1 0,11 4 0,-7-1 0,0 1 0,0 0 0,0 1 0,-1 0 0,0 1 0,0 1 0,-1-1 0,1 2 0,-2-1 0,15 17 0,-6-4 104,-8-8-349,1-1 0,0-1 0,0 0 0,1 0 1,25 16-1,-21-18-6581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5.180"/>
    </inkml:context>
    <inkml:brush xml:id="br0">
      <inkml:brushProperty name="width" value="0.05" units="cm"/>
      <inkml:brushProperty name="height" value="0.05" units="cm"/>
    </inkml:brush>
  </inkml:definitions>
  <inkml:trace contextRef="#ctx0" brushRef="#br0">83 90 24575,'-2'-7'0,"-5"-39"0,7 44 0,0 1 0,0-1 0,0 1 0,0-1 0,0 0 0,0 1 0,0-1 0,0 1 0,1-1 0,-1 1 0,1-1 0,-1 1 0,1-1 0,-1 1 0,1-1 0,0 1 0,0 0 0,0 0 0,0-1 0,0 1 0,0 0 0,0 0 0,2-2 0,-2 3 0,1 0 0,-1-1 0,0 1 0,0 0 0,0 1 0,1-1 0,-1 0 0,0 0 0,0 0 0,0 1 0,0-1 0,1 1 0,-1-1 0,0 1 0,0-1 0,0 1 0,0 0 0,0-1 0,0 1 0,0 0 0,0 0 0,-1-1 0,2 3 0,22 25 0,-20-24 0,22 30 0,-1 2 0,-2 0 0,-1 2 0,-2 0 0,26 70 0,-42-93 0,0-1 0,0 1 0,-1-1 0,-1 1 0,-1 0 0,0 0 0,-1 0 0,-2 20 0,1-26 0,-1 0 0,0 0 0,-1 0 0,1-1 0,-2 1 0,1-1 0,-1 1 0,-1-1 0,1 0 0,-1-1 0,-1 1 0,1-1 0,-1 0 0,-12 10 0,7-7-91,-1-1 0,0-1 0,0 0 0,-1-1 0,0 0 0,0-1 0,0 0 0,-1-1 0,0-1 0,0 0 0,0-1 0,-1 0 0,1-1 0,-18 0 0,-3-3-6735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6.466"/>
    </inkml:context>
    <inkml:brush xml:id="br0">
      <inkml:brushProperty name="width" value="0.05" units="cm"/>
      <inkml:brushProperty name="height" value="0.05" units="cm"/>
    </inkml:brush>
  </inkml:definitions>
  <inkml:trace contextRef="#ctx0" brushRef="#br0">423 172 24575,'6'-6'0,"0"-1"0,0 1 0,-1-2 0,0 1 0,0 0 0,0-1 0,-1 0 0,-1 0 0,5-13 0,-7 18 0,0 1 0,-1-1 0,1 1 0,-1-1 0,0 1 0,0-1 0,0 0 0,0 1 0,0-1 0,0 1 0,-1-1 0,0 1 0,1-1 0,-1 1 0,0-1 0,0 1 0,0-1 0,0 1 0,-1 0 0,1 0 0,-1 0 0,1 0 0,-1 0 0,0 0 0,1 0 0,-1 0 0,0 0 0,0 1 0,-1-1 0,1 1 0,0 0 0,0 0 0,-1-1 0,1 2 0,-5-3 0,-2 1 0,1 0 0,-1 0 0,0 1 0,0 0 0,1 0 0,-1 1 0,0 1 0,0-1 0,0 1 0,1 1 0,-1-1 0,0 1 0,1 1 0,-1 0 0,1 0 0,-11 7 0,-2 0 0,1 2 0,1 0 0,0 2 0,1 0 0,-20 20 0,22-18 0,1 0 0,0 1 0,2 1 0,0 1 0,0 0 0,2 0 0,1 1 0,-10 26 0,16-36 0,2-1 0,-1 0 0,1 1 0,1 0 0,0-1 0,0 1 0,1 0 0,0 0 0,2 13 0,-1-16 0,1 0 0,0-1 0,0 1 0,1 0 0,-1-1 0,1 0 0,1 1 0,-1-1 0,1-1 0,1 1 0,-1 0 0,1-1 0,-1 0 0,8 6 0,2-1-65,0-1 0,0 0 0,1 0 0,0-2 0,1 0 0,-1-1 0,1 0 0,1-2 0,-1 1 0,1-2 0,-1 0 0,1-1 0,0-1 0,0-1 0,0 0 0,0-1 0,-1-1 0,1 0 0,0-2 0,29-8 0,-20 0-6761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6.996"/>
    </inkml:context>
    <inkml:brush xml:id="br0">
      <inkml:brushProperty name="width" value="0.05" units="cm"/>
      <inkml:brushProperty name="height" value="0.05" units="cm"/>
    </inkml:brush>
  </inkml:definitions>
  <inkml:trace contextRef="#ctx0" brushRef="#br0">281 142 24575,'0'-8'0,"0"-3"0,0 1 0,0 0 0,-1-1 0,0 1 0,-5-18 0,4 24 0,1 1 0,-1 0 0,1 0 0,-1 1 0,0-1 0,0 0 0,0 0 0,0 1 0,-1-1 0,1 1 0,-1 0 0,1 0 0,-1 0 0,0 0 0,0 0 0,0 1 0,0-1 0,0 1 0,0 0 0,0 0 0,0 0 0,-4-1 0,1 1 0,0 0 0,1 0 0,-1 1 0,0-1 0,0 1 0,0 0 0,0 1 0,0 0 0,0 0 0,1 0 0,-1 0 0,0 1 0,1 0 0,-8 3 0,6-1 0,-1 1 0,1-1 0,0 2 0,1-1 0,-1 0 0,1 1 0,0 1 0,0-1 0,-6 10 0,6-8 0,1 0 0,-1 1 0,2 0 0,-1 0 0,1 0 0,1 1 0,-1-1 0,2 1 0,-1 0 0,2 0 0,-1 0 0,1 0 0,1 0 0,-1 0 0,2 0 0,-1 0 0,4 13 0,-2-16 0,0-1 0,1 1 0,0 0 0,0-1 0,0 0 0,1 0 0,0 0 0,0 0 0,1 0 0,-1-1 0,1 0 0,0 0 0,1 0 0,-1 0 0,1-1 0,0 0 0,0 0 0,0-1 0,1 0 0,-1 0 0,1 0 0,0-1 0,0 0 0,9 2 0,-10-3 0,1-1 0,-1 1 0,1-1 0,-1 0 0,1 0 0,0-1 0,-1 0 0,1 0 0,-1 0 0,0-1 0,1 0 0,-1 0 0,0-1 0,0 0 0,0 0 0,-1 0 0,1-1 0,-1 1 0,1-2 0,-1 1 0,-1 0 0,1-1 0,0 0 0,-1 0 0,0 0 0,4-8 0,-4 6 0,-1-1 0,0 1 0,0-1 0,0 0 0,-1 0 0,0-1 0,-1 1 0,0 0 0,0-1 0,-1 1 0,0 0 0,0-1 0,-1 1 0,0 0 0,-1-1 0,0 1 0,0 0 0,0 0 0,-1 0 0,0 1 0,-1-1 0,-4-7 0,7 14 0,1 0 0,-1-1 0,0 1 0,0 0 0,0 0 0,0 0 0,0 0 0,0 0 0,0 0 0,0 0 0,0 0 0,0 0 0,0 1 0,0-1 0,-1 0 0,1 1 0,0-1 0,-1 1 0,1-1 0,0 1 0,-1 0 0,1-1 0,0 1 0,-1 0 0,1 0 0,-1 0 0,1 0 0,-2 1 0,2-1 0,-1 1 0,1 0 0,0-1 0,0 1 0,0 0 0,-1 0 0,1 0 0,0 0 0,0 0 0,0 0 0,0 0 0,1 1 0,-1-1 0,0 0 0,0 1 0,1-1 0,-1 0 0,1 1 0,-1-1 0,1 0 0,-1 1 0,1-1 0,0 1 0,0-1 0,0 1 0,0-1 0,0 2 0,0 7 31,1 0 0,1 0 0,-1 0 0,2 0 0,-1 0 0,1 0 0,1-1 0,0 0 1,0 1-1,9 12 0,-4-7-316,0-2 1,1 0-1,1 0 1,0 0-1,21 17 1,-6-10-6542</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7.396"/>
    </inkml:context>
    <inkml:brush xml:id="br0">
      <inkml:brushProperty name="width" value="0.05" units="cm"/>
      <inkml:brushProperty name="height" value="0.05" units="cm"/>
    </inkml:brush>
  </inkml:definitions>
  <inkml:trace contextRef="#ctx0" brushRef="#br0">176 125 24575,'1'-4'0,"-1"-1"0,1 1 0,1-1 0,-1 1 0,1 0 0,-1-1 0,6-6 0,4-15 0,-10 24 0,-1 0 0,1 1 0,0-1 0,-1 0 0,0 0 0,0 0 0,1 0 0,-1 1 0,0-1 0,0 0 0,0 0 0,-1 0 0,1 0 0,0 1 0,-1-1 0,1 0 0,-1 0 0,0 1 0,0-1 0,1 0 0,-1 1 0,0-1 0,0 0 0,-2-1 0,1 2 0,0-1 0,0 1 0,0 0 0,-1 0 0,1 0 0,0 0 0,-1 0 0,1 1 0,0-1 0,-1 1 0,1 0 0,-1-1 0,1 1 0,0 0 0,-1 0 0,1 0 0,-1 1 0,-3 0 0,-5 1 0,0 1 0,1 0 0,-1 1 0,1 0 0,-1 0 0,-12 9 0,18-11 0,1 1 0,-1 0 0,1 0 0,0 0 0,0 1 0,0-1 0,1 1 0,-1 0 0,1 0 0,0 0 0,0 1 0,0-1 0,1 1 0,-1 0 0,-2 8 0,5-9 0,-1-1 0,1 0 0,0 1 0,0-1 0,1 1 0,-1-1 0,1 1 0,-1-1 0,1 0 0,0 1 0,1-1 0,-1 0 0,0 0 0,1 0 0,0 0 0,0 0 0,0 0 0,0 0 0,0 0 0,0-1 0,1 1 0,-1-1 0,1 0 0,4 4 0,8 4 0,0 0 0,0-1 0,22 10 0,-5-6 0,47 14 0,-52-19 0,0 1 0,48 24 0,-72-31 0,0 0 0,0 0 0,0 0 0,0 0 0,0 1 0,-1-1 0,1 1 0,-1-1 0,5 7 0,-7-8 0,1 0 0,-1 0 0,1 0 0,-1 0 0,0 0 0,1 0 0,-1 0 0,0 0 0,0 0 0,0 0 0,0 0 0,0 1 0,0-1 0,0 0 0,0 0 0,0 0 0,-1 0 0,1 0 0,0 0 0,-1 0 0,1 0 0,-1 0 0,1 0 0,-1 0 0,1 0 0,-1 0 0,0-1 0,1 1 0,-1 0 0,0 0 0,0-1 0,0 1 0,0 0 0,1-1 0,-1 1 0,-2 0 0,-4 3 0,0-1 0,0 0 0,0 0 0,-1 0 0,1-1 0,-1 0 0,0-1 0,1 1 0,-10-1 0,-75-1 0,83 0 0,-21-1 0,-31-6 0,53 6 0,0 0 0,0-1 0,0-1 0,0 1 0,0-1 0,1 0 0,-1-1 0,-13-9 0,20 12-47,-1 0 0,1 0 0,0 0 0,-1 0 0,1-1 0,0 1 0,0-1 0,-1 1 0,1-1-1,0 1 1,1-1 0,-1 0 0,0 1 0,0-1 0,1 0 0,-1 0 0,1 1 0,-1-1 0,1 0 0,0 0 0,0 0 0,0 0-1,0 1 1,0-1 0,0 0 0,0 0 0,1 0 0,0-2 0,5-11-6779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4:57.850"/>
    </inkml:context>
    <inkml:brush xml:id="br0">
      <inkml:brushProperty name="width" value="0.05" units="cm"/>
      <inkml:brushProperty name="height" value="0.05" units="cm"/>
    </inkml:brush>
  </inkml:definitions>
  <inkml:trace contextRef="#ctx0" brushRef="#br0">34 31 24575,'-3'-3'0,"-4"-1"0,-1-3 0,1-3 0,2 3 0,2 9 0,4 7 0,4 10 0,3 9 0,2 8 0,2 8 0,3 4 0,4 4 0,3 2 0,-1 0 0,-2-2 0,-6-2 0,-4-9-8191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5:03.779"/>
    </inkml:context>
    <inkml:brush xml:id="br0">
      <inkml:brushProperty name="width" value="0.05" units="cm"/>
      <inkml:brushProperty name="height" value="0.05" units="cm"/>
    </inkml:brush>
  </inkml:definitions>
  <inkml:trace contextRef="#ctx0" brushRef="#br0">84 108 24575,'-3'4'0,"1"0"0,0 0 0,0 0 0,0 1 0,1-1 0,-1 0 0,1 1 0,0-1 0,0 1 0,1-1 0,-1 1 0,1 0 0,0-1 0,0 1 0,1-1 0,1 9 0,-2-13 0,0 1 0,0-1 0,0 1 0,0-1 0,0 1 0,0-1 0,0 1 0,0-1 0,0 1 0,0-1 0,1 1 0,-1-1 0,0 0 0,0 1 0,1-1 0,-1 1 0,0-1 0,1 0 0,-1 1 0,0-1 0,1 0 0,-1 1 0,0-1 0,1 0 0,-1 1 0,1-1 0,-1 0 0,1 0 0,-1 1 0,0-1 0,1 0 0,-1 0 0,1 0 0,-1 0 0,1 0 0,-1 0 0,1 0 0,-1 0 0,1 0 0,-1 0 0,1 0 0,-1 0 0,1 0 0,-1 0 0,1 0 0,-1-1 0,1 1 0,-1 0 0,1 0 0,-1 0 0,0-1 0,1 1 0,-1 0 0,1-1 0,-1 1 0,0 0 0,1-1 0,-1 1 0,0 0 0,1-1 0,-1 0 0,22-28 0,-20 26 0,5-7 0,-1-1 0,0-1 0,0 1 0,5-16 0,-10 23 0,0 1 0,0 0 0,0-1 0,-1 1 0,1-1 0,-1 1 0,1-1 0,-1 1 0,0-1 0,-1 1 0,1-1 0,-1 0 0,1 1 0,-1 0 0,0-1 0,0 1 0,-1-1 0,1 1 0,-1 0 0,-2-4 0,3 5 0,-1 1 0,1-1 0,-1 1 0,0 0 0,1-1 0,-1 1 0,0 0 0,0 0 0,1 0 0,-1 0 0,0 1 0,0-1 0,0 0 0,0 1 0,0-1 0,0 1 0,0 0 0,0 0 0,-1 0 0,1 0 0,0 0 0,0 0 0,0 0 0,0 1 0,0-1 0,0 1 0,0 0 0,0-1 0,0 1 0,0 0 0,-2 2 0,-2 0 0,0 0 0,1 1 0,0 0 0,0 0 0,0 0 0,0 0 0,0 1 0,-7 10 0,9-11 0,0 1 0,0 0 0,1 0 0,-1 0 0,1 0 0,0 0 0,0 1 0,1-1 0,0 1 0,0-1 0,0 1 0,0-1 0,1 1 0,1 10 0,0-9 0,0 0 0,1 0 0,0-1 0,1 1 0,-1 0 0,1-1 0,1 1 0,-1-1 0,1 0 0,6 8 0,2 0 0,1-1 0,0 1 0,1-2 0,1 0 0,0-1 0,1 0 0,31 15 0,39 10-1365,-50-24-5461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17.834"/>
    </inkml:context>
    <inkml:brush xml:id="br0">
      <inkml:brushProperty name="width" value="0.05" units="cm"/>
      <inkml:brushProperty name="height" value="0.05" units="cm"/>
    </inkml:brush>
  </inkml:definitions>
  <inkml:trace contextRef="#ctx0" brushRef="#br0">240 30 24575,'-3'0'0,"0"-1"0,0 0 0,0 0 0,0 0 0,0 0 0,0-1 0,1 1 0,-1-1 0,-3-2 0,-13-6 0,16 9 0,0 0 0,-1 0 0,1 0 0,0 1 0,-1-1 0,1 1 0,-1 0 0,1 0 0,-1 0 0,1 1 0,0-1 0,-1 1 0,1 0 0,0-1 0,-6 3 0,4 0 0,-1 0 0,1 0 0,0 1 0,0-1 0,0 1 0,0 0 0,1 1 0,-5 4 0,-2 4 0,1 1 0,1 0 0,1 0 0,0 1 0,-10 24 0,15-31 0,0 1 0,0-1 0,1 1 0,0-1 0,0 1 0,1 0 0,0 0 0,1-1 0,0 1 0,2 11 0,-2-15 0,2 0 0,-1 0 0,0-1 0,1 1 0,0-1 0,0 1 0,1-1 0,-1 0 0,1 1 0,0-1 0,0-1 0,0 1 0,0 0 0,1-1 0,-1 0 0,1 1 0,0-1 0,0-1 0,8 5 0,-1-2 0,-1-1 0,1 0 0,0 0 0,0-1 0,0-1 0,1 0 0,-1 0 0,0-1 0,1-1 0,15-1 0,-13 0 0,-1 0 0,0-1 0,-1-1 0,1 0 0,0-1 0,-1 0 0,0-1 0,22-12 0,-29 14 0,0-1 0,0 1 0,-1-1 0,1 0 0,-1-1 0,0 1 0,0-1 0,-1 1 0,1-1 0,-1 0 0,0-1 0,0 1 0,-1 0 0,0-1 0,0 0 0,0 1 0,-1-1 0,1 0 0,-1 0 0,-1 0 0,1 0 0,-1-11 0,-1 11 0,1 1 0,-1 0 0,0-1 0,-1 1 0,1 0 0,-1 0 0,0 0 0,0 0 0,-1 0 0,1 0 0,-1 0 0,0 1 0,0-1 0,-1 1 0,1 0 0,-1 0 0,0 0 0,0 1 0,0 0 0,-1-1 0,1 1 0,-1 1 0,0-1 0,0 1 0,-6-3 0,4 3 31,-1 0 0,1 1 0,-1-1 0,1 2 0,-1-1 0,1 1 0,-1 0 0,1 1 1,-1 0-1,-11 2 0,17-2-83,-1-1 0,0 1 0,1 0 1,-1-1-1,1 1 0,-1 0 1,1 1-1,0-1 0,-1 0 0,1 1 1,0-1-1,0 1 0,0 0 1,0 0-1,0 0 0,0 0 0,0 0 1,1 0-1,-1 0 0,1 0 1,0 1-1,-1-1 0,1 1 0,0-1 1,0 1-1,1-1 0,-1 1 1,0-1-1,1 1 0,0 0 0,-1-1 1,1 4-1,3 9-6774</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18.362"/>
    </inkml:context>
    <inkml:brush xml:id="br0">
      <inkml:brushProperty name="width" value="0.05" units="cm"/>
      <inkml:brushProperty name="height" value="0.05" units="cm"/>
    </inkml:brush>
  </inkml:definitions>
  <inkml:trace contextRef="#ctx0" brushRef="#br0">312 322 24575,'-2'-1'0,"1"-1"0,-1 1 0,0-1 0,0 1 0,0 0 0,0 0 0,0 0 0,0 0 0,0 0 0,0 0 0,-1 1 0,1-1 0,0 1 0,0-1 0,-1 1 0,1 0 0,0 0 0,-1 0 0,1 0 0,0 0 0,0 1 0,-1-1 0,1 1 0,0-1 0,0 1 0,0 0 0,0 0 0,0 0 0,0 0 0,0 0 0,0 0 0,-3 3 0,3-2 0,-1 0 0,1-1 0,0 1 0,1 0 0,-1 0 0,0 0 0,0 1 0,1-1 0,0 0 0,-1 1 0,1-1 0,0 1 0,0-1 0,0 1 0,0-1 0,1 1 0,-1 0 0,1-1 0,-1 1 0,1 0 0,0 0 0,0-1 0,1 1 0,-1 0 0,0 0 0,1-1 0,0 4 0,2-1 0,-1-1 0,1 0 0,0 0 0,0 0 0,0 0 0,1 0 0,-1 0 0,1-1 0,0 0 0,0 0 0,0 0 0,1 0 0,-1-1 0,1 1 0,-1-1 0,1 0 0,0-1 0,-1 1 0,11 1 0,1 0 0,0 0 0,0-1 0,1-1 0,30-2 0,-35 1 0,36-5 0,-45 4 0,0 1 0,0-1 0,0 0 0,0 0 0,0 0 0,0-1 0,0 1 0,0 0 0,0-1 0,-1 0 0,5-3 0,-6 4 0,0 0 0,-1 0 0,1 0 0,-1 0 0,1-1 0,-1 1 0,0 0 0,1 0 0,-1 0 0,0 0 0,0 0 0,0 0 0,0-1 0,0 1 0,0 0 0,0 0 0,0 0 0,0 0 0,0 0 0,-1 0 0,1-1 0,0 1 0,-1 0 0,1 0 0,-1 0 0,0 0 0,1 0 0,-1 0 0,0 0 0,1 1 0,-1-1 0,0 0 0,-1-1 0,-33-30 0,31 29 0,-46-34 0,-95-50 0,12 7 0,108 63 0,1 0 0,0-2 0,-22-24 0,44 41 0,-1-1 0,1 1 0,0-1 0,0 1 0,0-1 0,1 0 0,-1 1 0,1-1 0,-1 0 0,1 0 0,-1-5 0,2 7 0,-1 0 0,1 0 0,0 0 0,0 1 0,1-1 0,-1 0 0,0 0 0,0 0 0,0 1 0,0-1 0,1 0 0,-1 0 0,0 1 0,1-1 0,-1 0 0,1 1 0,-1-1 0,1 0 0,0 0 0,0 0 0,1 0 0,-1 0 0,1 0 0,-1 0 0,1 0 0,0 0 0,-1 1 0,1-1 0,0 1 0,-1-1 0,4 0 0,8 0 0,-1-1 0,1 2 0,0 0 0,0 0 0,0 2 0,-1-1 0,1 1 0,23 8 0,10 6 0,44 22 0,-53-22 0,-35-15 0,26 11 0,32 19 0,-52-26 0,-1 0 0,0 0 0,0 0 0,0 1 0,0 0 0,-1 0 0,0 0 0,-1 1 0,6 9 0,-10-15 0,0 1 0,0-1 0,0 1 0,0-1 0,-1 1 0,1 0 0,-1-1 0,1 1 0,-1 0 0,0 0 0,1-1 0,-1 1 0,0 0 0,0 0 0,0-1 0,-1 1 0,1 0 0,0 0 0,-1-1 0,0 4 0,0-3 0,-1 0 0,1 1 0,-1-1 0,1 0 0,-1 0 0,0 0 0,0 0 0,0 0 0,0 0 0,0-1 0,-5 3 0,-5 2 0,0 0 0,0-2 0,0 1 0,-18 3 0,-49 8-1365,44-9-5461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18.778"/>
    </inkml:context>
    <inkml:brush xml:id="br0">
      <inkml:brushProperty name="width" value="0.05" units="cm"/>
      <inkml:brushProperty name="height" value="0.05" units="cm"/>
    </inkml:brush>
  </inkml:definitions>
  <inkml:trace contextRef="#ctx0" brushRef="#br0">1445 181 24575,'-17'-17'0,"-1"0"0,-1 1 0,0 1 0,-1 1 0,-1 0 0,0 2 0,-1 0 0,0 2 0,-39-13 0,31 14 0,0 2 0,0 1 0,-1 2 0,0 1 0,-58 1 0,47 5 0,1 2 0,-1 1 0,-75 23 0,56-8 0,2 2 0,1 3 0,1 3 0,1 2 0,-89 65 0,113-72 0,2 1 0,0 2 0,1 1 0,2 1 0,-40 55 0,56-68 0,2 0 0,0 1 0,1 0 0,1 0 0,0 0 0,-4 21 0,8-25 0,1 0 0,0 0 0,1 1 0,1-1 0,0 1 0,0-1 0,2 1 0,-1-1 0,6 18 0,-2-14 0,2 1 0,0-1 0,1-1 0,0 1 0,2-1 0,0-1 0,0 0 0,1 0 0,1-1 0,1 0 0,0-1 0,22 17 0,-2-5 0,2-2 0,0-1 0,1-2 0,59 24 0,-32-19-74,0-4-1,2-2 1,0-3 0,1-3-1,1-3 1,0-2-1,0-4 1,0-3 0,0-2-1,87-14 1,-120 10 68,0-3 0,-1 0-1,-1-2 1,1-2 0,-2-1 0,0-1 0,0-2 0,-1-1 0,43-33 0,-53 34 1,-1 0 1,-1-2-1,-1 0 1,0-1 0,-1-1-1,-2 0 1,0-1 0,-1 0-1,-1-1 1,-1-1 0,-1 0-1,-1-1 1,11-41-1,-16 44 5,0-1 0,-2 0 0,0 1 0,-1-1 0,-1 0 0,-2 0 0,0 1 0,-1-1 0,-1 1 0,-1 0 0,0 0 0,-2 0 0,-15-32 0,11 32 0,-1 0 0,-1 1 0,-1 0 0,0 1 0,-2 1 0,0 0 0,-1 1 0,0 1 0,-2 1 0,0 0 0,0 1 0,-28-14 0,13 11 6,-2 1 0,0 2 0,-63-17 0,31 16-925,-78-8 0,6 10-4517</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4.723"/>
    </inkml:context>
    <inkml:brush xml:id="br0">
      <inkml:brushProperty name="width" value="0.05" units="cm"/>
      <inkml:brushProperty name="height" value="0.05" units="cm"/>
    </inkml:brush>
  </inkml:definitions>
  <inkml:trace contextRef="#ctx0" brushRef="#br0">349 415 24575,'21'-25'0,"-1"-1"0,-1 0 0,-1-2 0,-1 0 0,15-37 0,-19 38 0,-8 17 0,29-64 0,-31 67 0,0 0 0,-1-1 0,0 1 0,-1 0 0,0-1 0,0 1 0,-1-1 0,0-10 0,0 17 0,0-1 0,0 1 0,0 0 0,0 0 0,-1-1 0,1 1 0,-1 0 0,1 0 0,0 0 0,-1-1 0,0 1 0,1 0 0,-1 0 0,0 0 0,0 0 0,1 0 0,-1 0 0,0 1 0,0-1 0,0 0 0,0 0 0,0 0 0,0 1 0,-2-2 0,0 2 0,1-1 0,-1 1 0,0-1 0,1 1 0,-1 0 0,1 0 0,-1 0 0,1 0 0,-1 1 0,1-1 0,-5 2 0,-6 3 0,0 0 0,1 0 0,-19 12 0,30-17 0,-42 27 0,0 1 0,2 2 0,-47 45 0,63-52 0,1 2 0,1 1 0,2 1 0,0 1 0,-29 54 0,43-69 0,1 0 0,1 1 0,0 0 0,1 0 0,0 0 0,1 0 0,1 1 0,-1 19 0,3-25 0,0-1 0,0 0 0,1 0 0,1 0 0,-1 0 0,1 0 0,1 0 0,0 0 0,0-1 0,0 1 0,1-1 0,0 0 0,0 0 0,1 0 0,-1 0 0,10 8 0,-1-3 0,1 0 0,1-2 0,0 1 0,0-2 0,1 0 0,0 0 0,0-2 0,1 0 0,0-1 0,20 5 0,10-1 0,0-1 0,77 4 0,-58-9 0,76-7 0,-211 3 0,49 2 0,0 1 0,1 0 0,-1 2 0,1 0 0,0 1 0,0 1 0,1 0 0,-31 19 0,47-25 0,0 0 0,0 1 0,0-1 0,1 1 0,-1-1 0,1 1 0,-1 0 0,1-1 0,-1 1 0,1 0 0,0 0 0,0 0 0,0 0 0,0 0 0,0 0 0,-1 3 0,2-3 0,0-1 0,0 1 0,0 0 0,0-1 0,1 1 0,-1-1 0,0 1 0,1 0 0,-1-1 0,1 1 0,-1-1 0,1 1 0,0-1 0,0 0 0,-1 1 0,1-1 0,2 3 0,2 0 0,0 1 0,0-1 0,1 0 0,-1 0 0,1 0 0,0-1 0,0 0 0,0 0 0,11 3 0,16 3-682,70 10-1,-29-9-6143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6.047"/>
    </inkml:context>
    <inkml:brush xml:id="br0">
      <inkml:brushProperty name="width" value="0.05" units="cm"/>
      <inkml:brushProperty name="height" value="0.05" units="cm"/>
    </inkml:brush>
  </inkml:definitions>
  <inkml:trace contextRef="#ctx0" brushRef="#br0">139 130 24575,'-16'-16'0,"-1"1"0,-1 0 0,0 1 0,-35-20 0,38 29 0,14 5 0,1 0 0,0 1 0,0-1 0,0 0 0,0 0 0,0 0 0,0 1 0,0-1 0,0 0 0,-1 0 0,1 1 0,0-1 0,0 0 0,0 0 0,0 0 0,0 1 0,0-1 0,0 0 0,0 0 0,0 1 0,1-1 0,-1 0 0,0 0 0,0 0 0,0 1 0,0-1 0,0 0 0,0 0 0,0 0 0,0 1 0,1-1 0,-1 0 0,0 0 0,0 0 0,0 1 0,23 25 0,99 75 0,-73-64 0,-2 2 0,68 75 0,-108-106 0,-1 0 0,0 1 0,0 0 0,8 18 0,-13-25 0,0-1 0,0 1 0,0 0 0,-1-1 0,1 1 0,-1 0 0,1-1 0,-1 1 0,0 0 0,1 0 0,-1-1 0,0 1 0,0 0 0,-1 0 0,1 0 0,0-1 0,0 1 0,-1 0 0,1 0 0,-1-1 0,0 1 0,1-1 0,-1 1 0,0 0 0,0-1 0,0 1 0,0-1 0,0 0 0,0 1 0,-1-1 0,1 0 0,0 0 0,-1 0 0,1 1 0,-1-1 0,1-1 0,-2 2 0,-5 1 0,1-1 0,-1 1 0,1-1 0,-1-1 0,0 0 0,1 0 0,-1 0 0,0-1 0,0 0 0,0-1 0,1 0 0,-1 0 0,0 0 0,0-1 0,1 0 0,0-1 0,-1 0 0,1 0 0,0 0 0,-7-6 0,7 6 0,1-1 0,0-1 0,0 1 0,0-1 0,0 0 0,1 0 0,0-1 0,0 1 0,1-1 0,-1 0 0,1 0 0,1-1 0,-1 1 0,1-1 0,0 0 0,0 0 0,1 0 0,0 0 0,1 0 0,-1-1 0,0-9 0,3 7 0,0-1 0,1 0 0,0 0 0,1 1 0,0-1 0,0 1 0,1 0 0,0 0 0,1 0 0,0 0 0,1 1 0,0 0 0,1 0 0,-1 1 0,2 0 0,-1 0 0,11-9 0,0 2 0,0 1 0,1 0 0,0 1 0,1 1 0,0 1 0,1 1 0,26-8 0,-21 10 0,0 1 0,1 1 0,0 2 0,1 0 0,-1 2 0,1 1 0,-1 1 0,29 5 0,-53-5 0,0 0 0,0 1 0,-1-1 0,1 1 0,0 0 0,0 0 0,-1 0 0,1 0 0,-1 1 0,1-1 0,-1 0 0,1 1 0,-1 0 0,0 0 0,0 0 0,0 0 0,2 2 0,0 2 0,0 0 0,-1 1 0,0-1 0,0 1 0,2 8 0,6 14 0,58 111 0,-40-87 0,-4 0 0,26 76 0,-49-123 0,0 0 0,-1-1 0,0 1 0,0 0 0,0 0 0,-1 11 0,0-16 0,-1 0 0,1 1 0,0-1 0,0 0 0,-1 0 0,1 0 0,-1 0 0,1 0 0,-1 0 0,1 0 0,-1 0 0,0 0 0,1 0 0,-1 0 0,0 0 0,0 0 0,0 0 0,0 0 0,1-1 0,-1 1 0,0 0 0,0-1 0,-1 1 0,1-1 0,0 1 0,0-1 0,0 1 0,0-1 0,0 0 0,-1 0 0,1 0 0,0 1 0,0-1 0,0 0 0,0 0 0,-1-1 0,1 1 0,0 0 0,0 0 0,-2-1 0,-7-1 0,0 0 0,1-1 0,-1-1 0,1 1 0,-1-1 0,1-1 0,0 0 0,1 0 0,-17-13 0,18 12 0,0 1 0,1-2 0,0 1 0,0-1 0,0 0 0,0 0 0,1-1 0,1 0 0,-1 0 0,1 0 0,-4-11 0,6 12 0,1 1 0,-1-1 0,1 0 0,0 0 0,1 1 0,0-1 0,0 0 0,0 0 0,1 0 0,0 1 0,1-1 0,-1 0 0,1 1 0,0-1 0,1 1 0,0 0 0,0 0 0,0 0 0,0 0 0,1 0 0,0 1 0,1 0 0,-1 0 0,1 0 0,9-8 0,-2 4 0,0 0 0,0 1 0,0 1 0,1 0 0,1 0 0,-1 2 0,1-1 0,0 2 0,0 0 0,1 0 0,14 0 0,40-1 0,123 7 0,-56 1 0,-134-3 0,1 0 0,-5 0 0,-14 1 0,1 0 0,-1 1 0,-24 6 0,32-5 0,1 1 0,1 0 0,-1 0 0,0 1 0,1 0 0,0 0 0,0 1 0,1-1 0,0 1 0,-1 1 0,2-1 0,-1 1 0,1-1 0,0 1 0,1 1 0,-1-1 0,1 0 0,1 1 0,-3 9 0,3-10 0,1 0 0,0 1 0,0-1 0,0 0 0,1 1 0,0-1 0,0 1 0,1-1 0,0 1 0,0-1 0,1 0 0,0 0 0,0 0 0,1 0 0,0 0 0,0 0 0,0-1 0,1 1 0,0-1 0,9 10 0,-3-6 0,1 0 0,1-1 0,0-1 0,0 0 0,0-1 0,1 0 0,0 0 0,1-2 0,26 9 0,-16-8 0,-1-1 0,1-1 0,0-1 0,0 0 0,29-3 0,-40 0 0,-1-1 0,0 0 0,1-2 0,-1 1 0,0-1 0,21-9 0,-30 11 0,1-1 0,-1 0 0,1 1 0,-1-2 0,0 1 0,0 0 0,0-1 0,0 1 0,0-1 0,0 0 0,-1 0 0,1 0 0,-1 0 0,0 0 0,0-1 0,0 1 0,0-1 0,-1 1 0,1-1 0,-1 0 0,0 0 0,0 1 0,0-1 0,-1 0 0,1-4 0,-2-3 0,1 1 0,-2 0 0,0-1 0,0 1 0,-1 0 0,0 0 0,0 1 0,-1-1 0,-1 1 0,-9-16 0,4 9 0,-1 0 0,-1 1 0,0 1 0,-1 0 0,-15-13 0,22 21 0,-1 1 0,1 0 0,-1 0 0,0 0 0,0 1 0,-1 0 0,1 0 0,-1 1 0,0 0 0,0 0 0,-11-2 0,8 5 0,15 4 0,16 2 0,27-2 0,87-2 0,-10-2 0,-119 0 0,-1 1 0,1 0 0,0 0 0,0 0 0,-1 0 0,1 1 0,0-1 0,-1 1 0,0 1 0,1-1 0,-1 1 0,0-1 0,0 1 0,4 4 0,-3-1 0,0-1 0,0 1 0,0 0 0,-1 1 0,0-1 0,0 1 0,-1-1 0,5 14 0,-4-11 0,-1 2 0,-1-1 0,1 0 0,-2 0 0,0 1 0,0-1 0,0 1 0,-2-1 0,1 1 0,-1-1 0,-1 1 0,0-1 0,-5 16 0,7-23 0,-1-1 0,0 0 0,0 0 0,0 0 0,0 0 0,0 1 0,-1-1 0,1-1 0,0 1 0,-1 0 0,0 0 0,1 0 0,-1-1 0,0 1 0,0-1 0,0 1 0,0-1 0,0 0 0,0 0 0,0 0 0,0 0 0,-1 0 0,1-1 0,0 1 0,-1 0 0,1-1 0,0 0 0,-1 0 0,1 0 0,0 0 0,-1 0 0,1 0 0,-1 0 0,1-1 0,0 1 0,-4-2 0,3 1 0,-1-1 0,1 0 0,-1 1 0,1-1 0,0-1 0,0 1 0,0 0 0,0-1 0,0 0 0,1 1 0,-1-1 0,1 0 0,0 0 0,-1 0 0,1-1 0,1 1 0,-1-1 0,0 1 0,1-1 0,0 1 0,0-1 0,-1-5 0,1 0 0,1 1 0,1-1 0,-1 0 0,1 0 0,1 0 0,-1 1 0,2-1 0,-1 1 0,1-1 0,0 1 0,1 0 0,0 0 0,0 0 0,1 1 0,0-1 0,0 1 0,7-7 0,2-1 0,1 0 0,-1 1 0,2 1 0,0 0 0,1 1 0,24-13 0,-26 17 86,1 0-1,0 2 0,29-9 1,-39 13-200,-1 1 0,1 0 0,0 0 0,0 0 1,0 1-1,0 0 0,0 0 0,0 0 1,0 1-1,0 0 0,0 0 0,0 0 1,-1 1-1,8 2 0,0 5-6712</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6.703"/>
    </inkml:context>
    <inkml:brush xml:id="br0">
      <inkml:brushProperty name="width" value="0.05" units="cm"/>
      <inkml:brushProperty name="height" value="0.05" units="cm"/>
    </inkml:brush>
  </inkml:definitions>
  <inkml:trace contextRef="#ctx0" brushRef="#br0">276 368 24575,'9'-10'0,"-1"0"0,-1-1 0,1 0 0,5-14 0,4-4 0,98-136 0,-84 122 0,-29 40 0,20-33 0,-22 35 0,1 1 0,-1-1 0,0 1 0,1-1 0,-1 1 0,0-1 0,0 0 0,1 1 0,-1-1 0,0 1 0,0-1 0,0 0 0,0 1 0,0-1 0,0 0 0,0 1 0,0-1 0,0 0 0,0 1 0,0-1 0,0 0 0,-1 1 0,1-1 0,0 1 0,0-1 0,-1 0 0,1 1 0,0-1 0,-1 1 0,1-1 0,0 1 0,-1-1 0,1 1 0,-1-1 0,1 1 0,-1-1 0,1 1 0,-1 0 0,1-1 0,-1 1 0,0 0 0,1-1 0,-1 1 0,1 0 0,-1 0 0,0 0 0,1 0 0,-1-1 0,0 1 0,1 0 0,-1 0 0,0 0 0,0 1 0,-6-1 0,1 1 0,-1 0 0,1 0 0,-1 0 0,1 1 0,0 0 0,0 1 0,0-1 0,-10 7 0,-51 35 0,63-42 0,-30 24 0,1 1 0,2 1 0,0 2 0,-49 63 0,61-67 0,1 0 0,1 2 0,2 0 0,0 0 0,2 2 0,1 0 0,-8 35 0,16-51 0,1 0 0,1 0 0,1 1 0,0-1 0,0 0 0,2 1 0,0-1 0,0 0 0,5 21 0,-3-27 0,-1 0 0,1 0 0,1 0 0,-1 0 0,1 0 0,0-1 0,1 0 0,0 0 0,0 0 0,1 0 0,0-1 0,0 0 0,0 0 0,1-1 0,-1 1 0,1-2 0,9 6 0,0-3 34,1 1 1,1-2-1,-1 0 0,1-1 0,0-1 0,0-1 0,0 0 0,1-1 0,27-1 1,-2-3-604,0-2 0,78-17 0,-53 4-6257</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7.495"/>
    </inkml:context>
    <inkml:brush xml:id="br0">
      <inkml:brushProperty name="width" value="0.05" units="cm"/>
      <inkml:brushProperty name="height" value="0.05" units="cm"/>
    </inkml:brush>
  </inkml:definitions>
  <inkml:trace contextRef="#ctx0" brushRef="#br0">204 271 24575,'4'-7'0,"0"-1"0,0 0 0,0 0 0,-1 0 0,0 0 0,0-1 0,2-9 0,-5 16 0,0 0 0,0 0 0,0 0 0,0 0 0,0 1 0,-1-1 0,1 0 0,-1 0 0,1 1 0,-1-1 0,1 0 0,-1 0 0,0 1 0,0-1 0,0 1 0,0-1 0,0 1 0,0-1 0,0 1 0,0 0 0,-1-1 0,1 1 0,0 0 0,-1 0 0,1 0 0,-1 0 0,0 0 0,1 0 0,-1 1 0,0-1 0,1 0 0,-1 1 0,0-1 0,0 1 0,1 0 0,-4-1 0,-5-1 0,0 1 0,0 0 0,0 0 0,0 1 0,0 0 0,0 0 0,0 1 0,0 1 0,0 0 0,-17 6 0,23-7 0,0 1 0,0 0 0,0 0 0,0 0 0,1 1 0,-1-1 0,1 1 0,0 0 0,-1 0 0,1 0 0,1 0 0,-1 0 0,0 1 0,1-1 0,0 1 0,-1 0 0,1 0 0,1 0 0,-1 0 0,1 0 0,-1 0 0,1 0 0,1 1 0,-1-1 0,0 0 0,1 1 0,0 5 0,1-2 0,-1-1 0,1 1 0,1 0 0,0-1 0,0 1 0,0-1 0,1 0 0,0 0 0,0 0 0,1 0 0,0 0 0,0-1 0,1 1 0,-1-1 0,1 0 0,1-1 0,-1 1 0,1-1 0,0 0 0,0-1 0,13 8 0,1 0 0,1-2 0,0-1 0,0 0 0,0-1 0,1-2 0,28 6 0,-35-10 0,0 1 0,0-2 0,0 0 0,0-1 0,0-1 0,0 0 0,22-5 0,-32 5 0,0 0 0,0-1 0,-1 0 0,1 0 0,0 0 0,-1-1 0,1 1 0,-1-1 0,0 0 0,0 0 0,4-5 0,-5 5 0,-1 0 0,0 0 0,0 0 0,0 0 0,0-1 0,0 1 0,-1 0 0,0-1 0,0 0 0,0 1 0,0-1 0,0 0 0,-1 0 0,1 1 0,-1-1 0,-1-7 0,0 4 0,0 1 0,0-1 0,-1 1 0,0-1 0,-1 1 0,0 0 0,0 0 0,0 0 0,0 0 0,-1 0 0,0 1 0,0 0 0,-1 0 0,1 0 0,-1 0 0,0 0 0,-9-5 0,6 4 0,-1 0 0,1 1 0,-1 0 0,0 1 0,0-1 0,0 2 0,-1-1 0,1 2 0,-1-1 0,0 1 0,-12-1 0,-3 7 0,19 1 0,15 3 0,6-1 0,1-1 0,1 0 0,32 6 0,55 3 0,-81-12 0,-22-3 0,210 23 0,-156-19 0,102-8 0,-100-3 0,-51 5 0,-1 1 0,0 0 0,1-1 0,-1 0 0,0 0 0,0-1 0,8-5 0,-13 8 0,0 0 0,-1 0 0,1 0 0,0 0 0,-1 0 0,1 0 0,0 0 0,-1 0 0,1 0 0,0 0 0,-1 0 0,1 0 0,0 0 0,0-1 0,-1 1 0,1 0 0,0 0 0,0 0 0,-1-1 0,1 1 0,0 0 0,0 0 0,-1-1 0,1 1 0,0 0 0,0 0 0,0-1 0,0 1 0,-1 0 0,1-1 0,0 1 0,0 0 0,0-1 0,0 1 0,0 0 0,0-1 0,0 1 0,0 0 0,0 0 0,0-1 0,0 1 0,0 0 0,0-1 0,0 1 0,0 0 0,0-1 0,1 1 0,-1 0 0,0-1 0,0 1 0,0 0 0,0 0 0,1-1 0,-1 1 0,0 0 0,0 0 0,0-1 0,1 1 0,-1 0 0,0 0 0,0 0 0,1-1 0,-1 1 0,0 0 0,1 0 0,-1 0 0,-27-1 0,12 5 0,-1 1 0,1 1 0,0 0 0,0 0 0,1 2 0,0 0 0,0 0 0,1 1 0,0 1 0,-13 13 0,23-20 0,0-1 0,1 1 0,-1 0 0,1 0 0,0 0 0,0 0 0,0 0 0,0 0 0,0 1 0,1-1 0,0 0 0,-1 1 0,1 0 0,1-1 0,-1 1 0,0-1 0,1 1 0,0 0 0,0 0 0,0-1 0,1 6 0,0-6 0,0 1 0,1 0 0,-1 0 0,1-1 0,0 1 0,0-1 0,0 1 0,0-1 0,1 0 0,0 0 0,-1 0 0,1 0 0,0-1 0,0 1 0,1-1 0,-1 1 0,0-1 0,1 0 0,5 2 0,4 1 0,0 0 0,0-1 0,1 0 0,0-1 0,-1 0 0,1-1 0,0-1 0,1 0 0,16-2 0,-22 1 0,0-1 0,0 0 0,-1-1 0,1 1 0,-1-2 0,1 1 0,-1-1 0,0-1 0,0 1 0,0-1 0,-1-1 0,1 1 0,-1-1 0,0-1 0,12-11 0,-10 6 0,-1-1 0,-1 0 0,0 0 0,0-1 0,-1 0 0,-1 0 0,0 0 0,-1-1 0,4-20 0,1-16 0,1-64 0,-8 91 0,2-103 0,-11 180 0,3 0 0,2 1 0,7 63 0,-2-87 0,1-1 0,2 1 0,1-1 0,1-1 0,2 0 0,1 0 0,18 34 0,-22-51-341,1 0 0,0 0-1,16 18 1,-1-7-6485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7.897"/>
    </inkml:context>
    <inkml:brush xml:id="br0">
      <inkml:brushProperty name="width" value="0.05" units="cm"/>
      <inkml:brushProperty name="height" value="0.05" units="cm"/>
    </inkml:brush>
  </inkml:definitions>
  <inkml:trace contextRef="#ctx0" brushRef="#br0">1 367 24575,'12'-11'0,"0"-2"0,-1 1 0,-1-2 0,0 1 0,10-19 0,-20 30 0,1 1 0,0-1 0,-1 1 0,1 0 0,0-1 0,0 1 0,0 0 0,0 0 0,0-1 0,1 1 0,-1 0 0,0 0 0,0 0 0,1 0 0,-1 1 0,1-1 0,-1 0 0,3 0 0,0 0 0,-1 1 0,1 0 0,0 0 0,-1 0 0,1 0 0,7 2 0,-9-1 0,9 1 0,0-1 0,1 1 0,-1-2 0,0 0 0,1 0 0,-1-1 0,21-4 0,-28 4 0,0 0 0,0-1 0,0 1 0,-1-1 0,1 0 0,0 0 0,-1 0 0,1-1 0,-1 1 0,0-1 0,0 0 0,0 0 0,0 0 0,0 0 0,0-1 0,-1 1 0,0-1 0,0 1 0,0-1 0,0 0 0,0 0 0,-1 0 0,0 0 0,1-4 0,0 0 0,-2 0 0,1 1 0,-1-1 0,0 0 0,0 1 0,-1-1 0,0 1 0,0-1 0,-1 1 0,0-1 0,-1 1 0,1 0 0,-1 0 0,0 0 0,-6-9 0,7 13 0,0 0 0,0 0 0,-1-1 0,1 1 0,-1 0 0,1 1 0,-1-1 0,0 0 0,0 1 0,0 0 0,0 0 0,-1 0 0,1 0 0,-1 0 0,1 1 0,-1-1 0,1 1 0,-1 0 0,0 0 0,0 0 0,0 1 0,1-1 0,-1 1 0,0 0 0,0 0 0,0 0 0,0 1 0,0-1 0,1 1 0,-1 0 0,-6 2 0,3 1 0,0 0 0,0 0 0,0 0 0,1 0 0,0 1 0,0 0 0,0 1 0,1-1 0,0 1 0,0 0 0,0 1 0,1-1 0,0 1 0,-7 14 0,6-9 0,0 0 0,0 1 0,1 0 0,1 0 0,0 0 0,1 0 0,0 1 0,1 13 0,1-18 17,0 1-1,1-1 0,1 1 0,0-1 1,0 1-1,1-1 0,0 0 0,0 0 1,1 0-1,0-1 0,1 1 0,-1-1 1,2 0-1,-1 0 0,1-1 0,1 0 1,-1 0-1,1 0 0,0-1 0,12 8 1,-3-3-207,1-1 0,1-1 1,0 0-1,0-1 0,1-2 1,0 1-1,0-2 1,35 5-1,16-2-6636</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8.156"/>
    </inkml:context>
    <inkml:brush xml:id="br0">
      <inkml:brushProperty name="width" value="0.05" units="cm"/>
      <inkml:brushProperty name="height" value="0.05" units="cm"/>
    </inkml:brush>
  </inkml:definitions>
  <inkml:trace contextRef="#ctx0" brushRef="#br0">461 18 24575,'-4'-2'0,"-1"-1"0,1 1 0,-1 0 0,0 0 0,1 0 0,-1 1 0,0 0 0,0 0 0,-10-1 0,13 2 0,0 0 0,0 0 0,1 1 0,-1-1 0,0 0 0,0 1 0,0-1 0,0 1 0,1 0 0,-1-1 0,0 1 0,1 0 0,-1 0 0,1 0 0,-1 0 0,1 0 0,-1 1 0,1-1 0,0 0 0,-1 1 0,1-1 0,0 1 0,0-1 0,0 1 0,0 0 0,0-1 0,1 1 0,-1 0 0,0 0 0,1 1 0,-3 9 0,1-1 0,1 1 0,0-1 0,0 1 0,2-1 0,-1 1 0,1-1 0,1 1 0,4 15 0,35 103 0,-40-128 0,120 287 0,-15-42 0,-81-178 0,28 118 0,-48-164 0,-1 0 0,-1 1 0,-1-1 0,-1 1 0,-1-1 0,-1 1 0,-8 39 0,7-51 0,-2 0 0,1 0 0,-2 0 0,0 0 0,0-1 0,-1 1 0,0-2 0,-1 1 0,0-1 0,-1 1 0,0-2 0,-1 1 0,0-2 0,0 1 0,-21 14 0,11-11 38,-1-1 0,-1-1 0,0-1 0,-1-1 0,1-1 0,-1 0 0,-1-2 0,-31 4 0,-3-4-607,-1-2 0,-62-4 0,-14-8-6257</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2:48:28.473"/>
    </inkml:context>
    <inkml:brush xml:id="br0">
      <inkml:brushProperty name="width" value="0.05" units="cm"/>
      <inkml:brushProperty name="height" value="0.05" units="cm"/>
    </inkml:brush>
  </inkml:definitions>
  <inkml:trace contextRef="#ctx0" brushRef="#br0">576 0 24575,'-51'29'0,"2"2"0,1 3 0,2 1 0,-51 50 0,69-57-8,2 0 0,1 1-1,1 2 1,2 0 0,1 2-1,1 0 1,2 1 0,2 1-1,0 1 1,-10 39 0,14-30-17,2 1 0,2 0 0,2 0-1,2 1 1,1 0 0,3-1 0,11 85 0,-2-77-4,2 0 0,2 0 1,3-1-1,2-1 0,2-1 1,40 72-1,-35-80 17,2-1 1,2-1 0,1-1-1,2-2 1,2-1-1,1-1 1,50 37-1,-43-42-241,2-2-1,1-3 1,1-1-1,57 22 1,31 3-6086</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1T06:04:36.903"/>
    </inkml:context>
    <inkml:brush xml:id="br0">
      <inkml:brushProperty name="width" value="0.1" units="cm"/>
      <inkml:brushProperty name="height" value="0.1" units="cm"/>
    </inkml:brush>
  </inkml:definitions>
  <inkml:trace contextRef="#ctx0" brushRef="#br0">0 1 24575,'0'0'-8191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30:29.015"/>
    </inkml:context>
    <inkml:brush xml:id="br0">
      <inkml:brushProperty name="width" value="0.05" units="cm"/>
      <inkml:brushProperty name="height" value="0.05" units="cm"/>
    </inkml:brush>
  </inkml:definitions>
  <inkml:trace contextRef="#ctx0" brushRef="#br0">247 0 24575,'-50'229'0,"-40"207"0,22 5 0,61-388 0,-3 32 0,-7 39 0,14-119-1365,1-13-5461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30:29.749"/>
    </inkml:context>
    <inkml:brush xml:id="br0">
      <inkml:brushProperty name="width" value="0.05" units="cm"/>
      <inkml:brushProperty name="height" value="0.05" units="cm"/>
    </inkml:brush>
  </inkml:definitions>
  <inkml:trace contextRef="#ctx0" brushRef="#br0">378 0 24575,'-3'0'0,"-4"0"0,-7 0 0,-9 3 0,-5 1 0,-3 3 0,-3 10 0,-1 7 0,3 2 0,-6 4 0,0-4 0,5-3 0,7 0 0,5 0 0,7-5-8191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30:30.222"/>
    </inkml:context>
    <inkml:brush xml:id="br0">
      <inkml:brushProperty name="width" value="0.05" units="cm"/>
      <inkml:brushProperty name="height" value="0.05" units="cm"/>
    </inkml:brush>
  </inkml:definitions>
  <inkml:trace contextRef="#ctx0" brushRef="#br0">0 0 24575,'3'0'0,"4"0"0,4 0 0,3 0 0,2 0 0,8 0 0,5 0 0,4 0 0,2 6 0,-1 8 0,-5 5 0,-3 5 0,-3 1 0,-3 3 0,-4 5 0,-6 1 0,-3-4 0,-4-5-8191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30T03:30:33.299"/>
    </inkml:context>
    <inkml:brush xml:id="br0">
      <inkml:brushProperty name="width" value="0.05" units="cm"/>
      <inkml:brushProperty name="height" value="0.05" units="cm"/>
    </inkml:brush>
  </inkml:definitions>
  <inkml:trace contextRef="#ctx0" brushRef="#br0">0 2 24575,'319'-2'0,"357"5"0,-109 51 0,-486-44 0,-71-9 0,154 20 0,204 0 0,315-3 0,-23-1 4,-440-19-1373,-202 2-5457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9/2/2025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56"/>
        <p:cNvGrpSpPr/>
        <p:nvPr/>
      </p:nvGrpSpPr>
      <p:grpSpPr>
        <a:xfrm>
          <a:off x="0" y="0"/>
          <a:ext cx="0" cy="0"/>
          <a:chOff x="0" y="0"/>
          <a:chExt cx="0" cy="0"/>
        </a:xfrm>
      </p:grpSpPr>
      <p:sp>
        <p:nvSpPr>
          <p:cNvPr id="457" name="Google Shape;457;p178"/>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8" name="Google Shape;458;p178"/>
          <p:cNvSpPr txBox="1">
            <a:spLocks noGrp="1"/>
          </p:cNvSpPr>
          <p:nvPr>
            <p:ph type="body" idx="1"/>
          </p:nvPr>
        </p:nvSpPr>
        <p:spPr>
          <a:xfrm>
            <a:off x="5181838" y="987426"/>
            <a:ext cx="6170593" cy="4873625"/>
          </a:xfrm>
          <a:prstGeom prst="rect">
            <a:avLst/>
          </a:prstGeom>
          <a:noFill/>
          <a:ln>
            <a:noFill/>
          </a:ln>
        </p:spPr>
        <p:txBody>
          <a:bodyPr spcFirstLastPara="1" wrap="square" lIns="91425" tIns="45700" rIns="91425" bIns="45700" anchor="t" anchorCtr="0">
            <a:normAutofit/>
          </a:bodyPr>
          <a:lstStyle>
            <a:lvl1pPr marL="457200" lvl="0" indent="-431736" algn="l">
              <a:lnSpc>
                <a:spcPct val="90000"/>
              </a:lnSpc>
              <a:spcBef>
                <a:spcPts val="1000"/>
              </a:spcBef>
              <a:spcAft>
                <a:spcPts val="0"/>
              </a:spcAft>
              <a:buClr>
                <a:schemeClr val="dk1"/>
              </a:buClr>
              <a:buSzPts val="3199"/>
              <a:buChar char="•"/>
              <a:defRPr sz="3199"/>
            </a:lvl1pPr>
            <a:lvl2pPr marL="914400" lvl="1" indent="-406336" algn="l">
              <a:lnSpc>
                <a:spcPct val="90000"/>
              </a:lnSpc>
              <a:spcBef>
                <a:spcPts val="500"/>
              </a:spcBef>
              <a:spcAft>
                <a:spcPts val="0"/>
              </a:spcAft>
              <a:buClr>
                <a:schemeClr val="dk1"/>
              </a:buClr>
              <a:buSzPts val="2799"/>
              <a:buChar char="•"/>
              <a:defRPr sz="2799"/>
            </a:lvl2pPr>
            <a:lvl3pPr marL="1371600" lvl="2" indent="-380936" algn="l">
              <a:lnSpc>
                <a:spcPct val="90000"/>
              </a:lnSpc>
              <a:spcBef>
                <a:spcPts val="500"/>
              </a:spcBef>
              <a:spcAft>
                <a:spcPts val="0"/>
              </a:spcAft>
              <a:buClr>
                <a:schemeClr val="dk1"/>
              </a:buClr>
              <a:buSzPts val="2399"/>
              <a:buChar char="•"/>
              <a:defRPr sz="2399"/>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9" name="Google Shape;459;p178"/>
          <p:cNvSpPr txBox="1">
            <a:spLocks noGrp="1"/>
          </p:cNvSpPr>
          <p:nvPr>
            <p:ph type="body" idx="2"/>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0" name="Google Shape;460;p17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17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17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02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9/2/2025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4" r:id="rId2"/>
    <p:sldLayoutId id="2147483735" r:id="rId3"/>
    <p:sldLayoutId id="2147483736" r:id="rId4"/>
    <p:sldLayoutId id="2147483737" r:id="rId5"/>
    <p:sldLayoutId id="2147483738" r:id="rId6"/>
    <p:sldLayoutId id="2147483739" r:id="rId7"/>
    <p:sldLayoutId id="2147483740"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7.png"/><Relationship Id="rId1" Type="http://schemas.openxmlformats.org/officeDocument/2006/relationships/slideLayout" Target="../slideLayouts/slideLayout38.xml"/><Relationship Id="rId4" Type="http://schemas.openxmlformats.org/officeDocument/2006/relationships/image" Target="../media/image227.png"/></Relationships>
</file>

<file path=ppt/slides/_rels/slide8.xml.rels><?xml version="1.0" encoding="UTF-8" standalone="yes"?>
<Relationships xmlns="http://schemas.openxmlformats.org/package/2006/relationships"><Relationship Id="rId26" Type="http://schemas.openxmlformats.org/officeDocument/2006/relationships/customXml" Target="../ink/ink14.xml"/><Relationship Id="rId21" Type="http://schemas.openxmlformats.org/officeDocument/2006/relationships/image" Target="../media/image18.png"/><Relationship Id="rId42" Type="http://schemas.openxmlformats.org/officeDocument/2006/relationships/customXml" Target="../ink/ink22.xml"/><Relationship Id="rId47" Type="http://schemas.openxmlformats.org/officeDocument/2006/relationships/image" Target="../media/image31.png"/><Relationship Id="rId63" Type="http://schemas.openxmlformats.org/officeDocument/2006/relationships/image" Target="../media/image39.png"/><Relationship Id="rId68" Type="http://schemas.openxmlformats.org/officeDocument/2006/relationships/customXml" Target="../ink/ink35.xml"/><Relationship Id="rId84" Type="http://schemas.openxmlformats.org/officeDocument/2006/relationships/customXml" Target="../ink/ink43.xml"/><Relationship Id="rId89" Type="http://schemas.openxmlformats.org/officeDocument/2006/relationships/image" Target="../media/image52.png"/><Relationship Id="rId112" Type="http://schemas.openxmlformats.org/officeDocument/2006/relationships/customXml" Target="../ink/ink57.xml"/><Relationship Id="rId16" Type="http://schemas.openxmlformats.org/officeDocument/2006/relationships/customXml" Target="../ink/ink9.xml"/><Relationship Id="rId107" Type="http://schemas.openxmlformats.org/officeDocument/2006/relationships/image" Target="../media/image61.png"/><Relationship Id="rId11" Type="http://schemas.openxmlformats.org/officeDocument/2006/relationships/image" Target="../media/image12.png"/><Relationship Id="rId32" Type="http://schemas.openxmlformats.org/officeDocument/2006/relationships/customXml" Target="../ink/ink17.xml"/><Relationship Id="rId37" Type="http://schemas.openxmlformats.org/officeDocument/2006/relationships/image" Target="../media/image26.png"/><Relationship Id="rId53" Type="http://schemas.openxmlformats.org/officeDocument/2006/relationships/image" Target="../media/image34.png"/><Relationship Id="rId58" Type="http://schemas.openxmlformats.org/officeDocument/2006/relationships/customXml" Target="../ink/ink30.xml"/><Relationship Id="rId74" Type="http://schemas.openxmlformats.org/officeDocument/2006/relationships/customXml" Target="../ink/ink38.xml"/><Relationship Id="rId79" Type="http://schemas.openxmlformats.org/officeDocument/2006/relationships/image" Target="../media/image47.png"/><Relationship Id="rId102" Type="http://schemas.openxmlformats.org/officeDocument/2006/relationships/customXml" Target="../ink/ink52.xml"/><Relationship Id="rId5" Type="http://schemas.openxmlformats.org/officeDocument/2006/relationships/image" Target="../media/image9.png"/><Relationship Id="rId90" Type="http://schemas.openxmlformats.org/officeDocument/2006/relationships/customXml" Target="../ink/ink46.xml"/><Relationship Id="rId95" Type="http://schemas.openxmlformats.org/officeDocument/2006/relationships/image" Target="../media/image55.png"/><Relationship Id="rId22" Type="http://schemas.openxmlformats.org/officeDocument/2006/relationships/customXml" Target="../ink/ink12.xml"/><Relationship Id="rId27" Type="http://schemas.openxmlformats.org/officeDocument/2006/relationships/image" Target="../media/image21.png"/><Relationship Id="rId43" Type="http://schemas.openxmlformats.org/officeDocument/2006/relationships/image" Target="../media/image29.png"/><Relationship Id="rId48" Type="http://schemas.openxmlformats.org/officeDocument/2006/relationships/customXml" Target="../ink/ink25.xml"/><Relationship Id="rId64" Type="http://schemas.openxmlformats.org/officeDocument/2006/relationships/customXml" Target="../ink/ink33.xml"/><Relationship Id="rId69" Type="http://schemas.openxmlformats.org/officeDocument/2006/relationships/image" Target="../media/image42.png"/><Relationship Id="rId113" Type="http://schemas.openxmlformats.org/officeDocument/2006/relationships/image" Target="../media/image64.png"/><Relationship Id="rId80" Type="http://schemas.openxmlformats.org/officeDocument/2006/relationships/customXml" Target="../ink/ink41.xml"/><Relationship Id="rId85" Type="http://schemas.openxmlformats.org/officeDocument/2006/relationships/image" Target="../media/image50.png"/><Relationship Id="rId12" Type="http://schemas.openxmlformats.org/officeDocument/2006/relationships/customXml" Target="../ink/ink7.xml"/><Relationship Id="rId17" Type="http://schemas.openxmlformats.org/officeDocument/2006/relationships/image" Target="../media/image15.png"/><Relationship Id="rId33" Type="http://schemas.openxmlformats.org/officeDocument/2006/relationships/image" Target="../media/image24.png"/><Relationship Id="rId38" Type="http://schemas.openxmlformats.org/officeDocument/2006/relationships/customXml" Target="../ink/ink20.xml"/><Relationship Id="rId59" Type="http://schemas.openxmlformats.org/officeDocument/2006/relationships/image" Target="../media/image37.png"/><Relationship Id="rId103" Type="http://schemas.openxmlformats.org/officeDocument/2006/relationships/image" Target="../media/image59.png"/><Relationship Id="rId108" Type="http://schemas.openxmlformats.org/officeDocument/2006/relationships/customXml" Target="../ink/ink55.xml"/><Relationship Id="rId54" Type="http://schemas.openxmlformats.org/officeDocument/2006/relationships/customXml" Target="../ink/ink28.xml"/><Relationship Id="rId70" Type="http://schemas.openxmlformats.org/officeDocument/2006/relationships/customXml" Target="../ink/ink36.xml"/><Relationship Id="rId75" Type="http://schemas.openxmlformats.org/officeDocument/2006/relationships/image" Target="../media/image45.png"/><Relationship Id="rId91" Type="http://schemas.openxmlformats.org/officeDocument/2006/relationships/image" Target="../media/image53.png"/><Relationship Id="rId96" Type="http://schemas.openxmlformats.org/officeDocument/2006/relationships/customXml" Target="../ink/ink49.xml"/><Relationship Id="rId1" Type="http://schemas.openxmlformats.org/officeDocument/2006/relationships/slideLayout" Target="../slideLayouts/slideLayout38.xml"/><Relationship Id="rId6" Type="http://schemas.openxmlformats.org/officeDocument/2006/relationships/customXml" Target="../ink/ink4.xml"/><Relationship Id="rId15" Type="http://schemas.openxmlformats.org/officeDocument/2006/relationships/image" Target="../media/image14.png"/><Relationship Id="rId23" Type="http://schemas.openxmlformats.org/officeDocument/2006/relationships/image" Target="../media/image19.png"/><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image" Target="../media/image32.png"/><Relationship Id="rId57" Type="http://schemas.openxmlformats.org/officeDocument/2006/relationships/image" Target="../media/image36.png"/><Relationship Id="rId106" Type="http://schemas.openxmlformats.org/officeDocument/2006/relationships/customXml" Target="../ink/ink54.xml"/><Relationship Id="rId10" Type="http://schemas.openxmlformats.org/officeDocument/2006/relationships/customXml" Target="../ink/ink6.xml"/><Relationship Id="rId31" Type="http://schemas.openxmlformats.org/officeDocument/2006/relationships/image" Target="../media/image23.png"/><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media/image40.png"/><Relationship Id="rId73" Type="http://schemas.openxmlformats.org/officeDocument/2006/relationships/image" Target="../media/image44.png"/><Relationship Id="rId78" Type="http://schemas.openxmlformats.org/officeDocument/2006/relationships/customXml" Target="../ink/ink40.xml"/><Relationship Id="rId81" Type="http://schemas.openxmlformats.org/officeDocument/2006/relationships/image" Target="../media/image48.png"/><Relationship Id="rId86" Type="http://schemas.openxmlformats.org/officeDocument/2006/relationships/customXml" Target="../ink/ink44.xml"/><Relationship Id="rId94" Type="http://schemas.openxmlformats.org/officeDocument/2006/relationships/customXml" Target="../ink/ink48.xml"/><Relationship Id="rId99" Type="http://schemas.openxmlformats.org/officeDocument/2006/relationships/image" Target="../media/image57.png"/><Relationship Id="rId101" Type="http://schemas.openxmlformats.org/officeDocument/2006/relationships/image" Target="../media/image58.png"/><Relationship Id="rId4" Type="http://schemas.openxmlformats.org/officeDocument/2006/relationships/customXml" Target="../ink/ink3.xml"/><Relationship Id="rId9" Type="http://schemas.openxmlformats.org/officeDocument/2006/relationships/image" Target="../media/image11.png"/><Relationship Id="rId13" Type="http://schemas.openxmlformats.org/officeDocument/2006/relationships/image" Target="../media/image13.png"/><Relationship Id="rId18" Type="http://schemas.openxmlformats.org/officeDocument/2006/relationships/customXml" Target="../ink/ink10.xml"/><Relationship Id="rId39" Type="http://schemas.openxmlformats.org/officeDocument/2006/relationships/image" Target="../media/image27.png"/><Relationship Id="rId109" Type="http://schemas.openxmlformats.org/officeDocument/2006/relationships/image" Target="../media/image62.png"/><Relationship Id="rId34" Type="http://schemas.openxmlformats.org/officeDocument/2006/relationships/customXml" Target="../ink/ink18.xml"/><Relationship Id="rId50" Type="http://schemas.openxmlformats.org/officeDocument/2006/relationships/customXml" Target="../ink/ink26.xml"/><Relationship Id="rId55" Type="http://schemas.openxmlformats.org/officeDocument/2006/relationships/image" Target="../media/image35.png"/><Relationship Id="rId76" Type="http://schemas.openxmlformats.org/officeDocument/2006/relationships/customXml" Target="../ink/ink39.xml"/><Relationship Id="rId97" Type="http://schemas.openxmlformats.org/officeDocument/2006/relationships/image" Target="../media/image56.png"/><Relationship Id="rId104" Type="http://schemas.openxmlformats.org/officeDocument/2006/relationships/customXml" Target="../ink/ink53.xml"/><Relationship Id="rId7" Type="http://schemas.openxmlformats.org/officeDocument/2006/relationships/image" Target="../media/image10.png"/><Relationship Id="rId71" Type="http://schemas.openxmlformats.org/officeDocument/2006/relationships/image" Target="../media/image43.png"/><Relationship Id="rId92" Type="http://schemas.openxmlformats.org/officeDocument/2006/relationships/customXml" Target="../ink/ink47.xml"/><Relationship Id="rId2" Type="http://schemas.openxmlformats.org/officeDocument/2006/relationships/image" Target="../media/image7.png"/><Relationship Id="rId29" Type="http://schemas.openxmlformats.org/officeDocument/2006/relationships/image" Target="../media/image22.png"/><Relationship Id="rId24" Type="http://schemas.openxmlformats.org/officeDocument/2006/relationships/customXml" Target="../ink/ink13.xml"/><Relationship Id="rId40" Type="http://schemas.openxmlformats.org/officeDocument/2006/relationships/customXml" Target="../ink/ink21.xml"/><Relationship Id="rId45" Type="http://schemas.openxmlformats.org/officeDocument/2006/relationships/image" Target="../media/image30.png"/><Relationship Id="rId66" Type="http://schemas.openxmlformats.org/officeDocument/2006/relationships/customXml" Target="../ink/ink34.xml"/><Relationship Id="rId87" Type="http://schemas.openxmlformats.org/officeDocument/2006/relationships/image" Target="../media/image51.png"/><Relationship Id="rId110" Type="http://schemas.openxmlformats.org/officeDocument/2006/relationships/customXml" Target="../ink/ink56.xml"/><Relationship Id="rId61" Type="http://schemas.openxmlformats.org/officeDocument/2006/relationships/image" Target="../media/image38.png"/><Relationship Id="rId82" Type="http://schemas.openxmlformats.org/officeDocument/2006/relationships/customXml" Target="../ink/ink42.xml"/><Relationship Id="rId19" Type="http://schemas.openxmlformats.org/officeDocument/2006/relationships/image" Target="../media/image16.png"/><Relationship Id="rId14" Type="http://schemas.openxmlformats.org/officeDocument/2006/relationships/customXml" Target="../ink/ink8.xml"/><Relationship Id="rId30" Type="http://schemas.openxmlformats.org/officeDocument/2006/relationships/customXml" Target="../ink/ink16.xml"/><Relationship Id="rId35" Type="http://schemas.openxmlformats.org/officeDocument/2006/relationships/image" Target="../media/image25.png"/><Relationship Id="rId56" Type="http://schemas.openxmlformats.org/officeDocument/2006/relationships/customXml" Target="../ink/ink29.xml"/><Relationship Id="rId77" Type="http://schemas.openxmlformats.org/officeDocument/2006/relationships/image" Target="../media/image46.png"/><Relationship Id="rId100" Type="http://schemas.openxmlformats.org/officeDocument/2006/relationships/customXml" Target="../ink/ink51.xml"/><Relationship Id="rId105" Type="http://schemas.openxmlformats.org/officeDocument/2006/relationships/image" Target="../media/image60.png"/><Relationship Id="rId8" Type="http://schemas.openxmlformats.org/officeDocument/2006/relationships/customXml" Target="../ink/ink5.xml"/><Relationship Id="rId51" Type="http://schemas.openxmlformats.org/officeDocument/2006/relationships/image" Target="../media/image33.png"/><Relationship Id="rId72" Type="http://schemas.openxmlformats.org/officeDocument/2006/relationships/customXml" Target="../ink/ink37.xml"/><Relationship Id="rId93" Type="http://schemas.openxmlformats.org/officeDocument/2006/relationships/image" Target="../media/image54.png"/><Relationship Id="rId98" Type="http://schemas.openxmlformats.org/officeDocument/2006/relationships/customXml" Target="../ink/ink50.xml"/><Relationship Id="rId3" Type="http://schemas.openxmlformats.org/officeDocument/2006/relationships/image" Target="../media/image8.png"/><Relationship Id="rId25" Type="http://schemas.openxmlformats.org/officeDocument/2006/relationships/image" Target="../media/image20.png"/><Relationship Id="rId46" Type="http://schemas.openxmlformats.org/officeDocument/2006/relationships/customXml" Target="../ink/ink24.xml"/><Relationship Id="rId67" Type="http://schemas.openxmlformats.org/officeDocument/2006/relationships/image" Target="../media/image41.png"/><Relationship Id="rId20" Type="http://schemas.openxmlformats.org/officeDocument/2006/relationships/customXml" Target="../ink/ink11.xml"/><Relationship Id="rId41" Type="http://schemas.openxmlformats.org/officeDocument/2006/relationships/image" Target="../media/image28.png"/><Relationship Id="rId62" Type="http://schemas.openxmlformats.org/officeDocument/2006/relationships/customXml" Target="../ink/ink32.xml"/><Relationship Id="rId83" Type="http://schemas.openxmlformats.org/officeDocument/2006/relationships/image" Target="../media/image49.png"/><Relationship Id="rId88" Type="http://schemas.openxmlformats.org/officeDocument/2006/relationships/customXml" Target="../ink/ink45.xml"/><Relationship Id="rId111" Type="http://schemas.openxmlformats.org/officeDocument/2006/relationships/image" Target="../media/image63.png"/></Relationships>
</file>

<file path=ppt/slides/_rels/slide9.xml.rels><?xml version="1.0" encoding="UTF-8" standalone="yes"?>
<Relationships xmlns="http://schemas.openxmlformats.org/package/2006/relationships"><Relationship Id="rId117" Type="http://schemas.openxmlformats.org/officeDocument/2006/relationships/image" Target="../media/image122.png"/><Relationship Id="rId299" Type="http://schemas.openxmlformats.org/officeDocument/2006/relationships/image" Target="../media/image213.png"/><Relationship Id="rId21" Type="http://schemas.openxmlformats.org/officeDocument/2006/relationships/image" Target="../media/image74.png"/><Relationship Id="rId63" Type="http://schemas.openxmlformats.org/officeDocument/2006/relationships/image" Target="../media/image95.png"/><Relationship Id="rId159" Type="http://schemas.openxmlformats.org/officeDocument/2006/relationships/image" Target="../media/image143.png"/><Relationship Id="rId324" Type="http://schemas.openxmlformats.org/officeDocument/2006/relationships/customXml" Target="../ink/ink219.xml"/><Relationship Id="rId366" Type="http://schemas.openxmlformats.org/officeDocument/2006/relationships/customXml" Target="../ink/ink240.xml"/><Relationship Id="rId170" Type="http://schemas.openxmlformats.org/officeDocument/2006/relationships/customXml" Target="../ink/ink142.xml"/><Relationship Id="rId226" Type="http://schemas.openxmlformats.org/officeDocument/2006/relationships/customXml" Target="../ink/ink170.xml"/><Relationship Id="rId268" Type="http://schemas.openxmlformats.org/officeDocument/2006/relationships/customXml" Target="../ink/ink191.xml"/><Relationship Id="rId32" Type="http://schemas.openxmlformats.org/officeDocument/2006/relationships/customXml" Target="../ink/ink73.xml"/><Relationship Id="rId74" Type="http://schemas.openxmlformats.org/officeDocument/2006/relationships/customXml" Target="../ink/ink94.xml"/><Relationship Id="rId128" Type="http://schemas.openxmlformats.org/officeDocument/2006/relationships/customXml" Target="../ink/ink121.xml"/><Relationship Id="rId335" Type="http://schemas.openxmlformats.org/officeDocument/2006/relationships/image" Target="../media/image232.png"/><Relationship Id="rId377" Type="http://schemas.openxmlformats.org/officeDocument/2006/relationships/image" Target="../media/image253.png"/><Relationship Id="rId5" Type="http://schemas.openxmlformats.org/officeDocument/2006/relationships/image" Target="../media/image66.png"/><Relationship Id="rId181" Type="http://schemas.openxmlformats.org/officeDocument/2006/relationships/image" Target="../media/image154.png"/><Relationship Id="rId237" Type="http://schemas.openxmlformats.org/officeDocument/2006/relationships/image" Target="../media/image182.png"/><Relationship Id="rId402" Type="http://schemas.openxmlformats.org/officeDocument/2006/relationships/customXml" Target="../ink/ink258.xml"/><Relationship Id="rId279" Type="http://schemas.openxmlformats.org/officeDocument/2006/relationships/image" Target="../media/image203.png"/><Relationship Id="rId43" Type="http://schemas.openxmlformats.org/officeDocument/2006/relationships/image" Target="../media/image85.png"/><Relationship Id="rId139" Type="http://schemas.openxmlformats.org/officeDocument/2006/relationships/image" Target="../media/image133.png"/><Relationship Id="rId290" Type="http://schemas.openxmlformats.org/officeDocument/2006/relationships/customXml" Target="../ink/ink202.xml"/><Relationship Id="rId304" Type="http://schemas.openxmlformats.org/officeDocument/2006/relationships/customXml" Target="../ink/ink209.xml"/><Relationship Id="rId346" Type="http://schemas.openxmlformats.org/officeDocument/2006/relationships/customXml" Target="../ink/ink230.xml"/><Relationship Id="rId388" Type="http://schemas.openxmlformats.org/officeDocument/2006/relationships/customXml" Target="../ink/ink251.xml"/><Relationship Id="rId85" Type="http://schemas.openxmlformats.org/officeDocument/2006/relationships/image" Target="../media/image106.png"/><Relationship Id="rId150" Type="http://schemas.openxmlformats.org/officeDocument/2006/relationships/customXml" Target="../ink/ink132.xml"/><Relationship Id="rId192" Type="http://schemas.openxmlformats.org/officeDocument/2006/relationships/customXml" Target="../ink/ink153.xml"/><Relationship Id="rId206" Type="http://schemas.openxmlformats.org/officeDocument/2006/relationships/customXml" Target="../ink/ink160.xml"/><Relationship Id="rId413" Type="http://schemas.openxmlformats.org/officeDocument/2006/relationships/image" Target="../media/image271.png"/><Relationship Id="rId248" Type="http://schemas.openxmlformats.org/officeDocument/2006/relationships/customXml" Target="../ink/ink181.xml"/><Relationship Id="rId12" Type="http://schemas.openxmlformats.org/officeDocument/2006/relationships/customXml" Target="../ink/ink63.xml"/><Relationship Id="rId108" Type="http://schemas.openxmlformats.org/officeDocument/2006/relationships/customXml" Target="../ink/ink111.xml"/><Relationship Id="rId315" Type="http://schemas.openxmlformats.org/officeDocument/2006/relationships/image" Target="../media/image221.png"/><Relationship Id="rId357" Type="http://schemas.openxmlformats.org/officeDocument/2006/relationships/image" Target="../media/image243.png"/><Relationship Id="rId54" Type="http://schemas.openxmlformats.org/officeDocument/2006/relationships/customXml" Target="../ink/ink84.xml"/><Relationship Id="rId96" Type="http://schemas.openxmlformats.org/officeDocument/2006/relationships/customXml" Target="../ink/ink105.xml"/><Relationship Id="rId161" Type="http://schemas.openxmlformats.org/officeDocument/2006/relationships/image" Target="../media/image144.png"/><Relationship Id="rId217" Type="http://schemas.openxmlformats.org/officeDocument/2006/relationships/image" Target="../media/image172.png"/><Relationship Id="rId399" Type="http://schemas.openxmlformats.org/officeDocument/2006/relationships/image" Target="../media/image264.png"/><Relationship Id="rId259" Type="http://schemas.openxmlformats.org/officeDocument/2006/relationships/image" Target="../media/image193.png"/><Relationship Id="rId23" Type="http://schemas.openxmlformats.org/officeDocument/2006/relationships/image" Target="../media/image75.png"/><Relationship Id="rId119" Type="http://schemas.openxmlformats.org/officeDocument/2006/relationships/image" Target="../media/image123.png"/><Relationship Id="rId270" Type="http://schemas.openxmlformats.org/officeDocument/2006/relationships/customXml" Target="../ink/ink192.xml"/><Relationship Id="rId326" Type="http://schemas.openxmlformats.org/officeDocument/2006/relationships/customXml" Target="../ink/ink220.xml"/><Relationship Id="rId65" Type="http://schemas.openxmlformats.org/officeDocument/2006/relationships/image" Target="../media/image96.png"/><Relationship Id="rId130" Type="http://schemas.openxmlformats.org/officeDocument/2006/relationships/customXml" Target="../ink/ink122.xml"/><Relationship Id="rId368" Type="http://schemas.openxmlformats.org/officeDocument/2006/relationships/customXml" Target="../ink/ink241.xml"/><Relationship Id="rId172" Type="http://schemas.openxmlformats.org/officeDocument/2006/relationships/customXml" Target="../ink/ink143.xml"/><Relationship Id="rId228" Type="http://schemas.openxmlformats.org/officeDocument/2006/relationships/customXml" Target="../ink/ink171.xml"/><Relationship Id="rId281" Type="http://schemas.openxmlformats.org/officeDocument/2006/relationships/image" Target="../media/image204.png"/><Relationship Id="rId337" Type="http://schemas.openxmlformats.org/officeDocument/2006/relationships/image" Target="../media/image233.png"/><Relationship Id="rId34" Type="http://schemas.openxmlformats.org/officeDocument/2006/relationships/customXml" Target="../ink/ink74.xml"/><Relationship Id="rId76" Type="http://schemas.openxmlformats.org/officeDocument/2006/relationships/customXml" Target="../ink/ink95.xml"/><Relationship Id="rId141" Type="http://schemas.openxmlformats.org/officeDocument/2006/relationships/image" Target="../media/image134.png"/><Relationship Id="rId379" Type="http://schemas.openxmlformats.org/officeDocument/2006/relationships/image" Target="../media/image254.png"/><Relationship Id="rId7" Type="http://schemas.openxmlformats.org/officeDocument/2006/relationships/image" Target="../media/image67.png"/><Relationship Id="rId183" Type="http://schemas.openxmlformats.org/officeDocument/2006/relationships/image" Target="../media/image155.png"/><Relationship Id="rId239" Type="http://schemas.openxmlformats.org/officeDocument/2006/relationships/image" Target="../media/image183.png"/><Relationship Id="rId390" Type="http://schemas.openxmlformats.org/officeDocument/2006/relationships/customXml" Target="../ink/ink252.xml"/><Relationship Id="rId404" Type="http://schemas.openxmlformats.org/officeDocument/2006/relationships/customXml" Target="../ink/ink259.xml"/><Relationship Id="rId250" Type="http://schemas.openxmlformats.org/officeDocument/2006/relationships/customXml" Target="../ink/ink182.xml"/><Relationship Id="rId292" Type="http://schemas.openxmlformats.org/officeDocument/2006/relationships/customXml" Target="../ink/ink203.xml"/><Relationship Id="rId306" Type="http://schemas.openxmlformats.org/officeDocument/2006/relationships/customXml" Target="../ink/ink210.xml"/><Relationship Id="rId45" Type="http://schemas.openxmlformats.org/officeDocument/2006/relationships/image" Target="../media/image86.png"/><Relationship Id="rId87" Type="http://schemas.openxmlformats.org/officeDocument/2006/relationships/image" Target="../media/image107.png"/><Relationship Id="rId110" Type="http://schemas.openxmlformats.org/officeDocument/2006/relationships/customXml" Target="../ink/ink112.xml"/><Relationship Id="rId348" Type="http://schemas.openxmlformats.org/officeDocument/2006/relationships/customXml" Target="../ink/ink231.xml"/><Relationship Id="rId152" Type="http://schemas.openxmlformats.org/officeDocument/2006/relationships/customXml" Target="../ink/ink133.xml"/><Relationship Id="rId194" Type="http://schemas.openxmlformats.org/officeDocument/2006/relationships/customXml" Target="../ink/ink154.xml"/><Relationship Id="rId208" Type="http://schemas.openxmlformats.org/officeDocument/2006/relationships/customXml" Target="../ink/ink161.xml"/><Relationship Id="rId415" Type="http://schemas.openxmlformats.org/officeDocument/2006/relationships/image" Target="../media/image272.png"/><Relationship Id="rId261" Type="http://schemas.openxmlformats.org/officeDocument/2006/relationships/image" Target="../media/image194.png"/><Relationship Id="rId14" Type="http://schemas.openxmlformats.org/officeDocument/2006/relationships/customXml" Target="../ink/ink64.xml"/><Relationship Id="rId56" Type="http://schemas.openxmlformats.org/officeDocument/2006/relationships/customXml" Target="../ink/ink85.xml"/><Relationship Id="rId317" Type="http://schemas.openxmlformats.org/officeDocument/2006/relationships/image" Target="../media/image222.png"/><Relationship Id="rId359" Type="http://schemas.openxmlformats.org/officeDocument/2006/relationships/image" Target="../media/image244.png"/><Relationship Id="rId98" Type="http://schemas.openxmlformats.org/officeDocument/2006/relationships/customXml" Target="../ink/ink106.xml"/><Relationship Id="rId121" Type="http://schemas.openxmlformats.org/officeDocument/2006/relationships/image" Target="../media/image124.png"/><Relationship Id="rId163" Type="http://schemas.openxmlformats.org/officeDocument/2006/relationships/image" Target="../media/image145.png"/><Relationship Id="rId219" Type="http://schemas.openxmlformats.org/officeDocument/2006/relationships/image" Target="../media/image173.png"/><Relationship Id="rId370" Type="http://schemas.openxmlformats.org/officeDocument/2006/relationships/customXml" Target="../ink/ink242.xml"/><Relationship Id="rId230" Type="http://schemas.openxmlformats.org/officeDocument/2006/relationships/customXml" Target="../ink/ink172.xml"/><Relationship Id="rId25" Type="http://schemas.openxmlformats.org/officeDocument/2006/relationships/image" Target="../media/image76.png"/><Relationship Id="rId67" Type="http://schemas.openxmlformats.org/officeDocument/2006/relationships/image" Target="../media/image97.png"/><Relationship Id="rId272" Type="http://schemas.openxmlformats.org/officeDocument/2006/relationships/customXml" Target="../ink/ink193.xml"/><Relationship Id="rId328" Type="http://schemas.openxmlformats.org/officeDocument/2006/relationships/customXml" Target="../ink/ink221.xml"/><Relationship Id="rId132" Type="http://schemas.openxmlformats.org/officeDocument/2006/relationships/customXml" Target="../ink/ink123.xml"/><Relationship Id="rId174" Type="http://schemas.openxmlformats.org/officeDocument/2006/relationships/customXml" Target="../ink/ink144.xml"/><Relationship Id="rId381" Type="http://schemas.openxmlformats.org/officeDocument/2006/relationships/image" Target="../media/image255.png"/><Relationship Id="rId241" Type="http://schemas.openxmlformats.org/officeDocument/2006/relationships/image" Target="../media/image184.png"/><Relationship Id="rId36" Type="http://schemas.openxmlformats.org/officeDocument/2006/relationships/customXml" Target="../ink/ink75.xml"/><Relationship Id="rId283" Type="http://schemas.openxmlformats.org/officeDocument/2006/relationships/image" Target="../media/image205.png"/><Relationship Id="rId339" Type="http://schemas.openxmlformats.org/officeDocument/2006/relationships/image" Target="../media/image234.png"/><Relationship Id="rId78" Type="http://schemas.openxmlformats.org/officeDocument/2006/relationships/customXml" Target="../ink/ink96.xml"/><Relationship Id="rId101" Type="http://schemas.openxmlformats.org/officeDocument/2006/relationships/image" Target="../media/image114.png"/><Relationship Id="rId143" Type="http://schemas.openxmlformats.org/officeDocument/2006/relationships/image" Target="../media/image135.png"/><Relationship Id="rId185" Type="http://schemas.openxmlformats.org/officeDocument/2006/relationships/image" Target="../media/image156.png"/><Relationship Id="rId350" Type="http://schemas.openxmlformats.org/officeDocument/2006/relationships/customXml" Target="../ink/ink232.xml"/><Relationship Id="rId406" Type="http://schemas.openxmlformats.org/officeDocument/2006/relationships/customXml" Target="../ink/ink260.xml"/><Relationship Id="rId9" Type="http://schemas.openxmlformats.org/officeDocument/2006/relationships/image" Target="../media/image68.png"/><Relationship Id="rId210" Type="http://schemas.openxmlformats.org/officeDocument/2006/relationships/customXml" Target="../ink/ink162.xml"/><Relationship Id="rId392" Type="http://schemas.openxmlformats.org/officeDocument/2006/relationships/customXml" Target="../ink/ink253.xml"/><Relationship Id="rId252" Type="http://schemas.openxmlformats.org/officeDocument/2006/relationships/customXml" Target="../ink/ink183.xml"/><Relationship Id="rId294" Type="http://schemas.openxmlformats.org/officeDocument/2006/relationships/customXml" Target="../ink/ink204.xml"/><Relationship Id="rId308" Type="http://schemas.openxmlformats.org/officeDocument/2006/relationships/customXml" Target="../ink/ink211.xml"/><Relationship Id="rId47" Type="http://schemas.openxmlformats.org/officeDocument/2006/relationships/image" Target="../media/image87.png"/><Relationship Id="rId89" Type="http://schemas.openxmlformats.org/officeDocument/2006/relationships/image" Target="../media/image108.png"/><Relationship Id="rId112" Type="http://schemas.openxmlformats.org/officeDocument/2006/relationships/customXml" Target="../ink/ink113.xml"/><Relationship Id="rId154" Type="http://schemas.openxmlformats.org/officeDocument/2006/relationships/customXml" Target="../ink/ink134.xml"/><Relationship Id="rId361" Type="http://schemas.openxmlformats.org/officeDocument/2006/relationships/image" Target="../media/image245.png"/><Relationship Id="rId196" Type="http://schemas.openxmlformats.org/officeDocument/2006/relationships/customXml" Target="../ink/ink155.xml"/><Relationship Id="rId417" Type="http://schemas.openxmlformats.org/officeDocument/2006/relationships/image" Target="../media/image273.png"/><Relationship Id="rId16" Type="http://schemas.openxmlformats.org/officeDocument/2006/relationships/customXml" Target="../ink/ink65.xml"/><Relationship Id="rId221" Type="http://schemas.openxmlformats.org/officeDocument/2006/relationships/image" Target="../media/image174.png"/><Relationship Id="rId263" Type="http://schemas.openxmlformats.org/officeDocument/2006/relationships/image" Target="../media/image195.png"/><Relationship Id="rId319" Type="http://schemas.openxmlformats.org/officeDocument/2006/relationships/image" Target="../media/image223.png"/><Relationship Id="rId58" Type="http://schemas.openxmlformats.org/officeDocument/2006/relationships/customXml" Target="../ink/ink86.xml"/><Relationship Id="rId123" Type="http://schemas.openxmlformats.org/officeDocument/2006/relationships/image" Target="../media/image125.png"/><Relationship Id="rId330" Type="http://schemas.openxmlformats.org/officeDocument/2006/relationships/customXml" Target="../ink/ink222.xml"/><Relationship Id="rId165" Type="http://schemas.openxmlformats.org/officeDocument/2006/relationships/image" Target="../media/image146.png"/><Relationship Id="rId372" Type="http://schemas.openxmlformats.org/officeDocument/2006/relationships/customXml" Target="../ink/ink243.xml"/><Relationship Id="rId232" Type="http://schemas.openxmlformats.org/officeDocument/2006/relationships/customXml" Target="../ink/ink173.xml"/><Relationship Id="rId274" Type="http://schemas.openxmlformats.org/officeDocument/2006/relationships/customXml" Target="../ink/ink194.xml"/><Relationship Id="rId27" Type="http://schemas.openxmlformats.org/officeDocument/2006/relationships/image" Target="../media/image77.png"/><Relationship Id="rId69" Type="http://schemas.openxmlformats.org/officeDocument/2006/relationships/image" Target="../media/image98.png"/><Relationship Id="rId134" Type="http://schemas.openxmlformats.org/officeDocument/2006/relationships/customXml" Target="../ink/ink124.xml"/><Relationship Id="rId80" Type="http://schemas.openxmlformats.org/officeDocument/2006/relationships/customXml" Target="../ink/ink97.xml"/><Relationship Id="rId176" Type="http://schemas.openxmlformats.org/officeDocument/2006/relationships/customXml" Target="../ink/ink145.xml"/><Relationship Id="rId341" Type="http://schemas.openxmlformats.org/officeDocument/2006/relationships/image" Target="../media/image235.png"/><Relationship Id="rId383" Type="http://schemas.openxmlformats.org/officeDocument/2006/relationships/image" Target="../media/image256.png"/><Relationship Id="rId201" Type="http://schemas.openxmlformats.org/officeDocument/2006/relationships/image" Target="../media/image164.png"/><Relationship Id="rId222" Type="http://schemas.openxmlformats.org/officeDocument/2006/relationships/customXml" Target="../ink/ink168.xml"/><Relationship Id="rId243" Type="http://schemas.openxmlformats.org/officeDocument/2006/relationships/image" Target="../media/image185.png"/><Relationship Id="rId264" Type="http://schemas.openxmlformats.org/officeDocument/2006/relationships/customXml" Target="../ink/ink189.xml"/><Relationship Id="rId285" Type="http://schemas.openxmlformats.org/officeDocument/2006/relationships/image" Target="../media/image206.png"/><Relationship Id="rId17" Type="http://schemas.openxmlformats.org/officeDocument/2006/relationships/image" Target="../media/image72.png"/><Relationship Id="rId38" Type="http://schemas.openxmlformats.org/officeDocument/2006/relationships/customXml" Target="../ink/ink76.xml"/><Relationship Id="rId59" Type="http://schemas.openxmlformats.org/officeDocument/2006/relationships/image" Target="../media/image93.png"/><Relationship Id="rId103" Type="http://schemas.openxmlformats.org/officeDocument/2006/relationships/image" Target="../media/image115.png"/><Relationship Id="rId124" Type="http://schemas.openxmlformats.org/officeDocument/2006/relationships/customXml" Target="../ink/ink119.xml"/><Relationship Id="rId310" Type="http://schemas.openxmlformats.org/officeDocument/2006/relationships/customXml" Target="../ink/ink212.xml"/><Relationship Id="rId70" Type="http://schemas.openxmlformats.org/officeDocument/2006/relationships/customXml" Target="../ink/ink92.xml"/><Relationship Id="rId91" Type="http://schemas.openxmlformats.org/officeDocument/2006/relationships/image" Target="../media/image109.png"/><Relationship Id="rId145" Type="http://schemas.openxmlformats.org/officeDocument/2006/relationships/image" Target="../media/image136.png"/><Relationship Id="rId166" Type="http://schemas.openxmlformats.org/officeDocument/2006/relationships/customXml" Target="../ink/ink140.xml"/><Relationship Id="rId187" Type="http://schemas.openxmlformats.org/officeDocument/2006/relationships/image" Target="../media/image157.png"/><Relationship Id="rId331" Type="http://schemas.openxmlformats.org/officeDocument/2006/relationships/image" Target="../media/image230.png"/><Relationship Id="rId352" Type="http://schemas.openxmlformats.org/officeDocument/2006/relationships/customXml" Target="../ink/ink233.xml"/><Relationship Id="rId373" Type="http://schemas.openxmlformats.org/officeDocument/2006/relationships/image" Target="../media/image251.png"/><Relationship Id="rId394" Type="http://schemas.openxmlformats.org/officeDocument/2006/relationships/customXml" Target="../ink/ink254.xml"/><Relationship Id="rId408" Type="http://schemas.openxmlformats.org/officeDocument/2006/relationships/customXml" Target="../ink/ink261.xml"/><Relationship Id="rId1" Type="http://schemas.openxmlformats.org/officeDocument/2006/relationships/slideLayout" Target="../slideLayouts/slideLayout39.xml"/><Relationship Id="rId212" Type="http://schemas.openxmlformats.org/officeDocument/2006/relationships/customXml" Target="../ink/ink163.xml"/><Relationship Id="rId233" Type="http://schemas.openxmlformats.org/officeDocument/2006/relationships/image" Target="../media/image180.png"/><Relationship Id="rId254" Type="http://schemas.openxmlformats.org/officeDocument/2006/relationships/customXml" Target="../ink/ink184.xml"/><Relationship Id="rId28" Type="http://schemas.openxmlformats.org/officeDocument/2006/relationships/customXml" Target="../ink/ink71.xml"/><Relationship Id="rId49" Type="http://schemas.openxmlformats.org/officeDocument/2006/relationships/image" Target="../media/image88.png"/><Relationship Id="rId114" Type="http://schemas.openxmlformats.org/officeDocument/2006/relationships/customXml" Target="../ink/ink114.xml"/><Relationship Id="rId275" Type="http://schemas.openxmlformats.org/officeDocument/2006/relationships/image" Target="../media/image201.png"/><Relationship Id="rId296" Type="http://schemas.openxmlformats.org/officeDocument/2006/relationships/customXml" Target="../ink/ink205.xml"/><Relationship Id="rId300" Type="http://schemas.openxmlformats.org/officeDocument/2006/relationships/customXml" Target="../ink/ink207.xml"/><Relationship Id="rId60" Type="http://schemas.openxmlformats.org/officeDocument/2006/relationships/customXml" Target="../ink/ink87.xml"/><Relationship Id="rId81" Type="http://schemas.openxmlformats.org/officeDocument/2006/relationships/image" Target="../media/image104.png"/><Relationship Id="rId135" Type="http://schemas.openxmlformats.org/officeDocument/2006/relationships/image" Target="../media/image131.png"/><Relationship Id="rId156" Type="http://schemas.openxmlformats.org/officeDocument/2006/relationships/customXml" Target="../ink/ink135.xml"/><Relationship Id="rId177" Type="http://schemas.openxmlformats.org/officeDocument/2006/relationships/image" Target="../media/image152.png"/><Relationship Id="rId198" Type="http://schemas.openxmlformats.org/officeDocument/2006/relationships/customXml" Target="../ink/ink156.xml"/><Relationship Id="rId321" Type="http://schemas.openxmlformats.org/officeDocument/2006/relationships/image" Target="../media/image224.png"/><Relationship Id="rId342" Type="http://schemas.openxmlformats.org/officeDocument/2006/relationships/customXml" Target="../ink/ink228.xml"/><Relationship Id="rId363" Type="http://schemas.openxmlformats.org/officeDocument/2006/relationships/image" Target="../media/image246.png"/><Relationship Id="rId384" Type="http://schemas.openxmlformats.org/officeDocument/2006/relationships/customXml" Target="../ink/ink249.xml"/><Relationship Id="rId202" Type="http://schemas.openxmlformats.org/officeDocument/2006/relationships/customXml" Target="../ink/ink158.xml"/><Relationship Id="rId223" Type="http://schemas.openxmlformats.org/officeDocument/2006/relationships/image" Target="../media/image175.png"/><Relationship Id="rId244" Type="http://schemas.openxmlformats.org/officeDocument/2006/relationships/customXml" Target="../ink/ink179.xml"/><Relationship Id="rId18" Type="http://schemas.openxmlformats.org/officeDocument/2006/relationships/customXml" Target="../ink/ink66.xml"/><Relationship Id="rId39" Type="http://schemas.openxmlformats.org/officeDocument/2006/relationships/image" Target="../media/image83.png"/><Relationship Id="rId265" Type="http://schemas.openxmlformats.org/officeDocument/2006/relationships/image" Target="../media/image196.png"/><Relationship Id="rId286" Type="http://schemas.openxmlformats.org/officeDocument/2006/relationships/customXml" Target="../ink/ink200.xml"/><Relationship Id="rId50" Type="http://schemas.openxmlformats.org/officeDocument/2006/relationships/customXml" Target="../ink/ink82.xml"/><Relationship Id="rId104" Type="http://schemas.openxmlformats.org/officeDocument/2006/relationships/customXml" Target="../ink/ink109.xml"/><Relationship Id="rId125" Type="http://schemas.openxmlformats.org/officeDocument/2006/relationships/image" Target="../media/image126.png"/><Relationship Id="rId146" Type="http://schemas.openxmlformats.org/officeDocument/2006/relationships/customXml" Target="../ink/ink130.xml"/><Relationship Id="rId167" Type="http://schemas.openxmlformats.org/officeDocument/2006/relationships/image" Target="../media/image147.png"/><Relationship Id="rId188" Type="http://schemas.openxmlformats.org/officeDocument/2006/relationships/customXml" Target="../ink/ink151.xml"/><Relationship Id="rId311" Type="http://schemas.openxmlformats.org/officeDocument/2006/relationships/image" Target="../media/image219.png"/><Relationship Id="rId332" Type="http://schemas.openxmlformats.org/officeDocument/2006/relationships/customXml" Target="../ink/ink223.xml"/><Relationship Id="rId353" Type="http://schemas.openxmlformats.org/officeDocument/2006/relationships/image" Target="../media/image241.png"/><Relationship Id="rId374" Type="http://schemas.openxmlformats.org/officeDocument/2006/relationships/customXml" Target="../ink/ink244.xml"/><Relationship Id="rId395" Type="http://schemas.openxmlformats.org/officeDocument/2006/relationships/image" Target="../media/image262.png"/><Relationship Id="rId409" Type="http://schemas.openxmlformats.org/officeDocument/2006/relationships/image" Target="../media/image269.png"/><Relationship Id="rId71" Type="http://schemas.openxmlformats.org/officeDocument/2006/relationships/image" Target="../media/image99.png"/><Relationship Id="rId92" Type="http://schemas.openxmlformats.org/officeDocument/2006/relationships/customXml" Target="../ink/ink103.xml"/><Relationship Id="rId213" Type="http://schemas.openxmlformats.org/officeDocument/2006/relationships/image" Target="../media/image170.png"/><Relationship Id="rId234" Type="http://schemas.openxmlformats.org/officeDocument/2006/relationships/customXml" Target="../ink/ink174.xml"/><Relationship Id="rId2" Type="http://schemas.openxmlformats.org/officeDocument/2006/relationships/customXml" Target="../ink/ink58.xml"/><Relationship Id="rId29" Type="http://schemas.openxmlformats.org/officeDocument/2006/relationships/image" Target="../media/image78.png"/><Relationship Id="rId255" Type="http://schemas.openxmlformats.org/officeDocument/2006/relationships/image" Target="../media/image191.png"/><Relationship Id="rId276" Type="http://schemas.openxmlformats.org/officeDocument/2006/relationships/customXml" Target="../ink/ink195.xml"/><Relationship Id="rId297" Type="http://schemas.openxmlformats.org/officeDocument/2006/relationships/image" Target="../media/image212.png"/><Relationship Id="rId40" Type="http://schemas.openxmlformats.org/officeDocument/2006/relationships/customXml" Target="../ink/ink77.xml"/><Relationship Id="rId115" Type="http://schemas.openxmlformats.org/officeDocument/2006/relationships/image" Target="../media/image121.png"/><Relationship Id="rId136" Type="http://schemas.openxmlformats.org/officeDocument/2006/relationships/customXml" Target="../ink/ink125.xml"/><Relationship Id="rId157" Type="http://schemas.openxmlformats.org/officeDocument/2006/relationships/image" Target="../media/image142.png"/><Relationship Id="rId178" Type="http://schemas.openxmlformats.org/officeDocument/2006/relationships/customXml" Target="../ink/ink146.xml"/><Relationship Id="rId301" Type="http://schemas.openxmlformats.org/officeDocument/2006/relationships/image" Target="../media/image214.png"/><Relationship Id="rId322" Type="http://schemas.openxmlformats.org/officeDocument/2006/relationships/customXml" Target="../ink/ink218.xml"/><Relationship Id="rId343" Type="http://schemas.openxmlformats.org/officeDocument/2006/relationships/image" Target="../media/image236.png"/><Relationship Id="rId364" Type="http://schemas.openxmlformats.org/officeDocument/2006/relationships/customXml" Target="../ink/ink239.xml"/><Relationship Id="rId61" Type="http://schemas.openxmlformats.org/officeDocument/2006/relationships/image" Target="../media/image94.png"/><Relationship Id="rId82" Type="http://schemas.openxmlformats.org/officeDocument/2006/relationships/customXml" Target="../ink/ink98.xml"/><Relationship Id="rId199" Type="http://schemas.openxmlformats.org/officeDocument/2006/relationships/image" Target="../media/image163.png"/><Relationship Id="rId203" Type="http://schemas.openxmlformats.org/officeDocument/2006/relationships/image" Target="../media/image165.png"/><Relationship Id="rId385" Type="http://schemas.openxmlformats.org/officeDocument/2006/relationships/image" Target="../media/image257.png"/><Relationship Id="rId19" Type="http://schemas.openxmlformats.org/officeDocument/2006/relationships/image" Target="../media/image73.png"/><Relationship Id="rId224" Type="http://schemas.openxmlformats.org/officeDocument/2006/relationships/customXml" Target="../ink/ink169.xml"/><Relationship Id="rId245" Type="http://schemas.openxmlformats.org/officeDocument/2006/relationships/image" Target="../media/image186.png"/><Relationship Id="rId266" Type="http://schemas.openxmlformats.org/officeDocument/2006/relationships/customXml" Target="../ink/ink190.xml"/><Relationship Id="rId287" Type="http://schemas.openxmlformats.org/officeDocument/2006/relationships/image" Target="../media/image207.png"/><Relationship Id="rId410" Type="http://schemas.openxmlformats.org/officeDocument/2006/relationships/customXml" Target="../ink/ink262.xml"/><Relationship Id="rId30" Type="http://schemas.openxmlformats.org/officeDocument/2006/relationships/customXml" Target="../ink/ink72.xml"/><Relationship Id="rId105" Type="http://schemas.openxmlformats.org/officeDocument/2006/relationships/image" Target="../media/image116.png"/><Relationship Id="rId126" Type="http://schemas.openxmlformats.org/officeDocument/2006/relationships/customXml" Target="../ink/ink120.xml"/><Relationship Id="rId147" Type="http://schemas.openxmlformats.org/officeDocument/2006/relationships/image" Target="../media/image137.png"/><Relationship Id="rId168" Type="http://schemas.openxmlformats.org/officeDocument/2006/relationships/customXml" Target="../ink/ink141.xml"/><Relationship Id="rId312" Type="http://schemas.openxmlformats.org/officeDocument/2006/relationships/customXml" Target="../ink/ink213.xml"/><Relationship Id="rId333" Type="http://schemas.openxmlformats.org/officeDocument/2006/relationships/image" Target="../media/image231.png"/><Relationship Id="rId354" Type="http://schemas.openxmlformats.org/officeDocument/2006/relationships/customXml" Target="../ink/ink234.xml"/><Relationship Id="rId51" Type="http://schemas.openxmlformats.org/officeDocument/2006/relationships/image" Target="../media/image89.png"/><Relationship Id="rId72" Type="http://schemas.openxmlformats.org/officeDocument/2006/relationships/customXml" Target="../ink/ink93.xml"/><Relationship Id="rId93" Type="http://schemas.openxmlformats.org/officeDocument/2006/relationships/image" Target="../media/image110.png"/><Relationship Id="rId189" Type="http://schemas.openxmlformats.org/officeDocument/2006/relationships/image" Target="../media/image158.png"/><Relationship Id="rId375" Type="http://schemas.openxmlformats.org/officeDocument/2006/relationships/image" Target="../media/image252.png"/><Relationship Id="rId396" Type="http://schemas.openxmlformats.org/officeDocument/2006/relationships/customXml" Target="../ink/ink255.xml"/><Relationship Id="rId3" Type="http://schemas.openxmlformats.org/officeDocument/2006/relationships/image" Target="../media/image65.png"/><Relationship Id="rId214" Type="http://schemas.openxmlformats.org/officeDocument/2006/relationships/customXml" Target="../ink/ink164.xml"/><Relationship Id="rId235" Type="http://schemas.openxmlformats.org/officeDocument/2006/relationships/image" Target="../media/image181.png"/><Relationship Id="rId256" Type="http://schemas.openxmlformats.org/officeDocument/2006/relationships/customXml" Target="../ink/ink185.xml"/><Relationship Id="rId277" Type="http://schemas.openxmlformats.org/officeDocument/2006/relationships/image" Target="../media/image202.png"/><Relationship Id="rId298" Type="http://schemas.openxmlformats.org/officeDocument/2006/relationships/customXml" Target="../ink/ink206.xml"/><Relationship Id="rId400" Type="http://schemas.openxmlformats.org/officeDocument/2006/relationships/customXml" Target="../ink/ink257.xml"/><Relationship Id="rId116" Type="http://schemas.openxmlformats.org/officeDocument/2006/relationships/customXml" Target="../ink/ink115.xml"/><Relationship Id="rId137" Type="http://schemas.openxmlformats.org/officeDocument/2006/relationships/image" Target="../media/image132.png"/><Relationship Id="rId158" Type="http://schemas.openxmlformats.org/officeDocument/2006/relationships/customXml" Target="../ink/ink136.xml"/><Relationship Id="rId302" Type="http://schemas.openxmlformats.org/officeDocument/2006/relationships/customXml" Target="../ink/ink208.xml"/><Relationship Id="rId323" Type="http://schemas.openxmlformats.org/officeDocument/2006/relationships/image" Target="../media/image225.png"/><Relationship Id="rId344" Type="http://schemas.openxmlformats.org/officeDocument/2006/relationships/customXml" Target="../ink/ink229.xml"/><Relationship Id="rId20" Type="http://schemas.openxmlformats.org/officeDocument/2006/relationships/customXml" Target="../ink/ink67.xml"/><Relationship Id="rId41" Type="http://schemas.openxmlformats.org/officeDocument/2006/relationships/image" Target="../media/image84.png"/><Relationship Id="rId62" Type="http://schemas.openxmlformats.org/officeDocument/2006/relationships/customXml" Target="../ink/ink88.xml"/><Relationship Id="rId83" Type="http://schemas.openxmlformats.org/officeDocument/2006/relationships/image" Target="../media/image105.png"/><Relationship Id="rId179" Type="http://schemas.openxmlformats.org/officeDocument/2006/relationships/image" Target="../media/image153.png"/><Relationship Id="rId365" Type="http://schemas.openxmlformats.org/officeDocument/2006/relationships/image" Target="../media/image247.png"/><Relationship Id="rId386" Type="http://schemas.openxmlformats.org/officeDocument/2006/relationships/customXml" Target="../ink/ink250.xml"/><Relationship Id="rId190" Type="http://schemas.openxmlformats.org/officeDocument/2006/relationships/customXml" Target="../ink/ink152.xml"/><Relationship Id="rId204" Type="http://schemas.openxmlformats.org/officeDocument/2006/relationships/customXml" Target="../ink/ink159.xml"/><Relationship Id="rId225" Type="http://schemas.openxmlformats.org/officeDocument/2006/relationships/image" Target="../media/image176.png"/><Relationship Id="rId246" Type="http://schemas.openxmlformats.org/officeDocument/2006/relationships/customXml" Target="../ink/ink180.xml"/><Relationship Id="rId267" Type="http://schemas.openxmlformats.org/officeDocument/2006/relationships/image" Target="../media/image197.png"/><Relationship Id="rId288" Type="http://schemas.openxmlformats.org/officeDocument/2006/relationships/customXml" Target="../ink/ink201.xml"/><Relationship Id="rId411" Type="http://schemas.openxmlformats.org/officeDocument/2006/relationships/image" Target="../media/image270.png"/><Relationship Id="rId106" Type="http://schemas.openxmlformats.org/officeDocument/2006/relationships/customXml" Target="../ink/ink110.xml"/><Relationship Id="rId127" Type="http://schemas.openxmlformats.org/officeDocument/2006/relationships/image" Target="../media/image127.png"/><Relationship Id="rId313" Type="http://schemas.openxmlformats.org/officeDocument/2006/relationships/image" Target="../media/image220.png"/><Relationship Id="rId10" Type="http://schemas.openxmlformats.org/officeDocument/2006/relationships/customXml" Target="../ink/ink62.xml"/><Relationship Id="rId31" Type="http://schemas.openxmlformats.org/officeDocument/2006/relationships/image" Target="../media/image79.png"/><Relationship Id="rId52" Type="http://schemas.openxmlformats.org/officeDocument/2006/relationships/customXml" Target="../ink/ink83.xml"/><Relationship Id="rId73" Type="http://schemas.openxmlformats.org/officeDocument/2006/relationships/image" Target="../media/image100.png"/><Relationship Id="rId94" Type="http://schemas.openxmlformats.org/officeDocument/2006/relationships/customXml" Target="../ink/ink104.xml"/><Relationship Id="rId148" Type="http://schemas.openxmlformats.org/officeDocument/2006/relationships/customXml" Target="../ink/ink131.xml"/><Relationship Id="rId169" Type="http://schemas.openxmlformats.org/officeDocument/2006/relationships/image" Target="../media/image148.png"/><Relationship Id="rId334" Type="http://schemas.openxmlformats.org/officeDocument/2006/relationships/customXml" Target="../ink/ink224.xml"/><Relationship Id="rId355" Type="http://schemas.openxmlformats.org/officeDocument/2006/relationships/image" Target="../media/image242.png"/><Relationship Id="rId376" Type="http://schemas.openxmlformats.org/officeDocument/2006/relationships/customXml" Target="../ink/ink245.xml"/><Relationship Id="rId397" Type="http://schemas.openxmlformats.org/officeDocument/2006/relationships/image" Target="../media/image263.png"/><Relationship Id="rId4" Type="http://schemas.openxmlformats.org/officeDocument/2006/relationships/customXml" Target="../ink/ink59.xml"/><Relationship Id="rId180" Type="http://schemas.openxmlformats.org/officeDocument/2006/relationships/customXml" Target="../ink/ink147.xml"/><Relationship Id="rId215" Type="http://schemas.openxmlformats.org/officeDocument/2006/relationships/image" Target="../media/image171.png"/><Relationship Id="rId236" Type="http://schemas.openxmlformats.org/officeDocument/2006/relationships/customXml" Target="../ink/ink175.xml"/><Relationship Id="rId257" Type="http://schemas.openxmlformats.org/officeDocument/2006/relationships/image" Target="../media/image192.png"/><Relationship Id="rId278" Type="http://schemas.openxmlformats.org/officeDocument/2006/relationships/customXml" Target="../ink/ink196.xml"/><Relationship Id="rId401" Type="http://schemas.openxmlformats.org/officeDocument/2006/relationships/image" Target="../media/image265.png"/><Relationship Id="rId303" Type="http://schemas.openxmlformats.org/officeDocument/2006/relationships/image" Target="../media/image215.png"/><Relationship Id="rId42" Type="http://schemas.openxmlformats.org/officeDocument/2006/relationships/customXml" Target="../ink/ink78.xml"/><Relationship Id="rId84" Type="http://schemas.openxmlformats.org/officeDocument/2006/relationships/customXml" Target="../ink/ink99.xml"/><Relationship Id="rId138" Type="http://schemas.openxmlformats.org/officeDocument/2006/relationships/customXml" Target="../ink/ink126.xml"/><Relationship Id="rId345" Type="http://schemas.openxmlformats.org/officeDocument/2006/relationships/image" Target="../media/image237.png"/><Relationship Id="rId387" Type="http://schemas.openxmlformats.org/officeDocument/2006/relationships/image" Target="../media/image258.png"/><Relationship Id="rId191" Type="http://schemas.openxmlformats.org/officeDocument/2006/relationships/image" Target="../media/image159.png"/><Relationship Id="rId205" Type="http://schemas.openxmlformats.org/officeDocument/2006/relationships/image" Target="../media/image166.png"/><Relationship Id="rId247" Type="http://schemas.openxmlformats.org/officeDocument/2006/relationships/image" Target="../media/image187.png"/><Relationship Id="rId412" Type="http://schemas.openxmlformats.org/officeDocument/2006/relationships/customXml" Target="../ink/ink263.xml"/><Relationship Id="rId107" Type="http://schemas.openxmlformats.org/officeDocument/2006/relationships/image" Target="../media/image117.png"/><Relationship Id="rId289" Type="http://schemas.openxmlformats.org/officeDocument/2006/relationships/image" Target="../media/image208.png"/><Relationship Id="rId11" Type="http://schemas.openxmlformats.org/officeDocument/2006/relationships/image" Target="../media/image69.png"/><Relationship Id="rId53" Type="http://schemas.openxmlformats.org/officeDocument/2006/relationships/image" Target="../media/image90.png"/><Relationship Id="rId149" Type="http://schemas.openxmlformats.org/officeDocument/2006/relationships/image" Target="../media/image138.png"/><Relationship Id="rId314" Type="http://schemas.openxmlformats.org/officeDocument/2006/relationships/customXml" Target="../ink/ink214.xml"/><Relationship Id="rId356" Type="http://schemas.openxmlformats.org/officeDocument/2006/relationships/customXml" Target="../ink/ink235.xml"/><Relationship Id="rId398" Type="http://schemas.openxmlformats.org/officeDocument/2006/relationships/customXml" Target="../ink/ink256.xml"/><Relationship Id="rId95" Type="http://schemas.openxmlformats.org/officeDocument/2006/relationships/image" Target="../media/image111.png"/><Relationship Id="rId160" Type="http://schemas.openxmlformats.org/officeDocument/2006/relationships/customXml" Target="../ink/ink137.xml"/><Relationship Id="rId216" Type="http://schemas.openxmlformats.org/officeDocument/2006/relationships/customXml" Target="../ink/ink165.xml"/><Relationship Id="rId258" Type="http://schemas.openxmlformats.org/officeDocument/2006/relationships/customXml" Target="../ink/ink186.xml"/><Relationship Id="rId22" Type="http://schemas.openxmlformats.org/officeDocument/2006/relationships/customXml" Target="../ink/ink68.xml"/><Relationship Id="rId64" Type="http://schemas.openxmlformats.org/officeDocument/2006/relationships/customXml" Target="../ink/ink89.xml"/><Relationship Id="rId118" Type="http://schemas.openxmlformats.org/officeDocument/2006/relationships/customXml" Target="../ink/ink116.xml"/><Relationship Id="rId325" Type="http://schemas.openxmlformats.org/officeDocument/2006/relationships/image" Target="../media/image226.png"/><Relationship Id="rId367" Type="http://schemas.openxmlformats.org/officeDocument/2006/relationships/image" Target="../media/image248.png"/><Relationship Id="rId171" Type="http://schemas.openxmlformats.org/officeDocument/2006/relationships/image" Target="../media/image149.png"/><Relationship Id="rId227" Type="http://schemas.openxmlformats.org/officeDocument/2006/relationships/image" Target="../media/image177.png"/><Relationship Id="rId269" Type="http://schemas.openxmlformats.org/officeDocument/2006/relationships/image" Target="../media/image198.png"/><Relationship Id="rId33" Type="http://schemas.openxmlformats.org/officeDocument/2006/relationships/image" Target="../media/image80.png"/><Relationship Id="rId129" Type="http://schemas.openxmlformats.org/officeDocument/2006/relationships/image" Target="../media/image128.png"/><Relationship Id="rId280" Type="http://schemas.openxmlformats.org/officeDocument/2006/relationships/customXml" Target="../ink/ink197.xml"/><Relationship Id="rId336" Type="http://schemas.openxmlformats.org/officeDocument/2006/relationships/customXml" Target="../ink/ink225.xml"/><Relationship Id="rId75" Type="http://schemas.openxmlformats.org/officeDocument/2006/relationships/image" Target="../media/image101.png"/><Relationship Id="rId140" Type="http://schemas.openxmlformats.org/officeDocument/2006/relationships/customXml" Target="../ink/ink127.xml"/><Relationship Id="rId182" Type="http://schemas.openxmlformats.org/officeDocument/2006/relationships/customXml" Target="../ink/ink148.xml"/><Relationship Id="rId378" Type="http://schemas.openxmlformats.org/officeDocument/2006/relationships/customXml" Target="../ink/ink246.xml"/><Relationship Id="rId403" Type="http://schemas.openxmlformats.org/officeDocument/2006/relationships/image" Target="../media/image266.png"/><Relationship Id="rId6" Type="http://schemas.openxmlformats.org/officeDocument/2006/relationships/customXml" Target="../ink/ink60.xml"/><Relationship Id="rId238" Type="http://schemas.openxmlformats.org/officeDocument/2006/relationships/customXml" Target="../ink/ink176.xml"/><Relationship Id="rId291" Type="http://schemas.openxmlformats.org/officeDocument/2006/relationships/image" Target="../media/image209.png"/><Relationship Id="rId305" Type="http://schemas.openxmlformats.org/officeDocument/2006/relationships/image" Target="../media/image216.png"/><Relationship Id="rId347" Type="http://schemas.openxmlformats.org/officeDocument/2006/relationships/image" Target="../media/image238.png"/><Relationship Id="rId44" Type="http://schemas.openxmlformats.org/officeDocument/2006/relationships/customXml" Target="../ink/ink79.xml"/><Relationship Id="rId86" Type="http://schemas.openxmlformats.org/officeDocument/2006/relationships/customXml" Target="../ink/ink100.xml"/><Relationship Id="rId151" Type="http://schemas.openxmlformats.org/officeDocument/2006/relationships/image" Target="../media/image139.png"/><Relationship Id="rId389" Type="http://schemas.openxmlformats.org/officeDocument/2006/relationships/image" Target="../media/image259.png"/><Relationship Id="rId193" Type="http://schemas.openxmlformats.org/officeDocument/2006/relationships/image" Target="../media/image160.png"/><Relationship Id="rId207" Type="http://schemas.openxmlformats.org/officeDocument/2006/relationships/image" Target="../media/image167.png"/><Relationship Id="rId249" Type="http://schemas.openxmlformats.org/officeDocument/2006/relationships/image" Target="../media/image188.png"/><Relationship Id="rId414" Type="http://schemas.openxmlformats.org/officeDocument/2006/relationships/customXml" Target="../ink/ink264.xml"/><Relationship Id="rId13" Type="http://schemas.openxmlformats.org/officeDocument/2006/relationships/image" Target="../media/image70.png"/><Relationship Id="rId109" Type="http://schemas.openxmlformats.org/officeDocument/2006/relationships/image" Target="../media/image118.png"/><Relationship Id="rId260" Type="http://schemas.openxmlformats.org/officeDocument/2006/relationships/customXml" Target="../ink/ink187.xml"/><Relationship Id="rId316" Type="http://schemas.openxmlformats.org/officeDocument/2006/relationships/customXml" Target="../ink/ink215.xml"/><Relationship Id="rId55" Type="http://schemas.openxmlformats.org/officeDocument/2006/relationships/image" Target="../media/image91.png"/><Relationship Id="rId97" Type="http://schemas.openxmlformats.org/officeDocument/2006/relationships/image" Target="../media/image112.png"/><Relationship Id="rId120" Type="http://schemas.openxmlformats.org/officeDocument/2006/relationships/customXml" Target="../ink/ink117.xml"/><Relationship Id="rId358" Type="http://schemas.openxmlformats.org/officeDocument/2006/relationships/customXml" Target="../ink/ink236.xml"/><Relationship Id="rId162" Type="http://schemas.openxmlformats.org/officeDocument/2006/relationships/customXml" Target="../ink/ink138.xml"/><Relationship Id="rId218" Type="http://schemas.openxmlformats.org/officeDocument/2006/relationships/customXml" Target="../ink/ink166.xml"/><Relationship Id="rId271" Type="http://schemas.openxmlformats.org/officeDocument/2006/relationships/image" Target="../media/image199.png"/><Relationship Id="rId24" Type="http://schemas.openxmlformats.org/officeDocument/2006/relationships/customXml" Target="../ink/ink69.xml"/><Relationship Id="rId66" Type="http://schemas.openxmlformats.org/officeDocument/2006/relationships/customXml" Target="../ink/ink90.xml"/><Relationship Id="rId131" Type="http://schemas.openxmlformats.org/officeDocument/2006/relationships/image" Target="../media/image129.png"/><Relationship Id="rId327" Type="http://schemas.openxmlformats.org/officeDocument/2006/relationships/image" Target="../media/image228.png"/><Relationship Id="rId369" Type="http://schemas.openxmlformats.org/officeDocument/2006/relationships/image" Target="../media/image249.png"/><Relationship Id="rId173" Type="http://schemas.openxmlformats.org/officeDocument/2006/relationships/image" Target="../media/image150.png"/><Relationship Id="rId229" Type="http://schemas.openxmlformats.org/officeDocument/2006/relationships/image" Target="../media/image178.png"/><Relationship Id="rId380" Type="http://schemas.openxmlformats.org/officeDocument/2006/relationships/customXml" Target="../ink/ink247.xml"/><Relationship Id="rId240" Type="http://schemas.openxmlformats.org/officeDocument/2006/relationships/customXml" Target="../ink/ink177.xml"/><Relationship Id="rId35" Type="http://schemas.openxmlformats.org/officeDocument/2006/relationships/image" Target="../media/image81.png"/><Relationship Id="rId77" Type="http://schemas.openxmlformats.org/officeDocument/2006/relationships/image" Target="../media/image102.png"/><Relationship Id="rId100" Type="http://schemas.openxmlformats.org/officeDocument/2006/relationships/customXml" Target="../ink/ink107.xml"/><Relationship Id="rId282" Type="http://schemas.openxmlformats.org/officeDocument/2006/relationships/customXml" Target="../ink/ink198.xml"/><Relationship Id="rId338" Type="http://schemas.openxmlformats.org/officeDocument/2006/relationships/customXml" Target="../ink/ink226.xml"/><Relationship Id="rId8" Type="http://schemas.openxmlformats.org/officeDocument/2006/relationships/customXml" Target="../ink/ink61.xml"/><Relationship Id="rId142" Type="http://schemas.openxmlformats.org/officeDocument/2006/relationships/customXml" Target="../ink/ink128.xml"/><Relationship Id="rId184" Type="http://schemas.openxmlformats.org/officeDocument/2006/relationships/customXml" Target="../ink/ink149.xml"/><Relationship Id="rId391" Type="http://schemas.openxmlformats.org/officeDocument/2006/relationships/image" Target="../media/image260.png"/><Relationship Id="rId405" Type="http://schemas.openxmlformats.org/officeDocument/2006/relationships/image" Target="../media/image267.png"/><Relationship Id="rId251" Type="http://schemas.openxmlformats.org/officeDocument/2006/relationships/image" Target="../media/image189.png"/><Relationship Id="rId46" Type="http://schemas.openxmlformats.org/officeDocument/2006/relationships/customXml" Target="../ink/ink80.xml"/><Relationship Id="rId293" Type="http://schemas.openxmlformats.org/officeDocument/2006/relationships/image" Target="../media/image210.png"/><Relationship Id="rId307" Type="http://schemas.openxmlformats.org/officeDocument/2006/relationships/image" Target="../media/image217.png"/><Relationship Id="rId349" Type="http://schemas.openxmlformats.org/officeDocument/2006/relationships/image" Target="../media/image239.png"/><Relationship Id="rId88" Type="http://schemas.openxmlformats.org/officeDocument/2006/relationships/customXml" Target="../ink/ink101.xml"/><Relationship Id="rId111" Type="http://schemas.openxmlformats.org/officeDocument/2006/relationships/image" Target="../media/image119.png"/><Relationship Id="rId153" Type="http://schemas.openxmlformats.org/officeDocument/2006/relationships/image" Target="../media/image140.png"/><Relationship Id="rId195" Type="http://schemas.openxmlformats.org/officeDocument/2006/relationships/image" Target="../media/image161.png"/><Relationship Id="rId209" Type="http://schemas.openxmlformats.org/officeDocument/2006/relationships/image" Target="../media/image168.png"/><Relationship Id="rId360" Type="http://schemas.openxmlformats.org/officeDocument/2006/relationships/customXml" Target="../ink/ink237.xml"/><Relationship Id="rId416" Type="http://schemas.openxmlformats.org/officeDocument/2006/relationships/customXml" Target="../ink/ink265.xml"/><Relationship Id="rId220" Type="http://schemas.openxmlformats.org/officeDocument/2006/relationships/customXml" Target="../ink/ink167.xml"/><Relationship Id="rId15" Type="http://schemas.openxmlformats.org/officeDocument/2006/relationships/image" Target="../media/image71.png"/><Relationship Id="rId57" Type="http://schemas.openxmlformats.org/officeDocument/2006/relationships/image" Target="../media/image92.png"/><Relationship Id="rId262" Type="http://schemas.openxmlformats.org/officeDocument/2006/relationships/customXml" Target="../ink/ink188.xml"/><Relationship Id="rId318" Type="http://schemas.openxmlformats.org/officeDocument/2006/relationships/customXml" Target="../ink/ink216.xml"/><Relationship Id="rId99" Type="http://schemas.openxmlformats.org/officeDocument/2006/relationships/image" Target="../media/image113.png"/><Relationship Id="rId122" Type="http://schemas.openxmlformats.org/officeDocument/2006/relationships/customXml" Target="../ink/ink118.xml"/><Relationship Id="rId164" Type="http://schemas.openxmlformats.org/officeDocument/2006/relationships/customXml" Target="../ink/ink139.xml"/><Relationship Id="rId371" Type="http://schemas.openxmlformats.org/officeDocument/2006/relationships/image" Target="../media/image250.png"/><Relationship Id="rId26" Type="http://schemas.openxmlformats.org/officeDocument/2006/relationships/customXml" Target="../ink/ink70.xml"/><Relationship Id="rId231" Type="http://schemas.openxmlformats.org/officeDocument/2006/relationships/image" Target="../media/image179.png"/><Relationship Id="rId273" Type="http://schemas.openxmlformats.org/officeDocument/2006/relationships/image" Target="../media/image200.png"/><Relationship Id="rId329" Type="http://schemas.openxmlformats.org/officeDocument/2006/relationships/image" Target="../media/image229.png"/><Relationship Id="rId68" Type="http://schemas.openxmlformats.org/officeDocument/2006/relationships/customXml" Target="../ink/ink91.xml"/><Relationship Id="rId133" Type="http://schemas.openxmlformats.org/officeDocument/2006/relationships/image" Target="../media/image130.png"/><Relationship Id="rId175" Type="http://schemas.openxmlformats.org/officeDocument/2006/relationships/image" Target="../media/image151.png"/><Relationship Id="rId340" Type="http://schemas.openxmlformats.org/officeDocument/2006/relationships/customXml" Target="../ink/ink227.xml"/><Relationship Id="rId200" Type="http://schemas.openxmlformats.org/officeDocument/2006/relationships/customXml" Target="../ink/ink157.xml"/><Relationship Id="rId382" Type="http://schemas.openxmlformats.org/officeDocument/2006/relationships/customXml" Target="../ink/ink248.xml"/><Relationship Id="rId242" Type="http://schemas.openxmlformats.org/officeDocument/2006/relationships/customXml" Target="../ink/ink178.xml"/><Relationship Id="rId284" Type="http://schemas.openxmlformats.org/officeDocument/2006/relationships/customXml" Target="../ink/ink199.xml"/><Relationship Id="rId37" Type="http://schemas.openxmlformats.org/officeDocument/2006/relationships/image" Target="../media/image82.png"/><Relationship Id="rId79" Type="http://schemas.openxmlformats.org/officeDocument/2006/relationships/image" Target="../media/image103.png"/><Relationship Id="rId102" Type="http://schemas.openxmlformats.org/officeDocument/2006/relationships/customXml" Target="../ink/ink108.xml"/><Relationship Id="rId144" Type="http://schemas.openxmlformats.org/officeDocument/2006/relationships/customXml" Target="../ink/ink129.xml"/><Relationship Id="rId90" Type="http://schemas.openxmlformats.org/officeDocument/2006/relationships/customXml" Target="../ink/ink102.xml"/><Relationship Id="rId186" Type="http://schemas.openxmlformats.org/officeDocument/2006/relationships/customXml" Target="../ink/ink150.xml"/><Relationship Id="rId351" Type="http://schemas.openxmlformats.org/officeDocument/2006/relationships/image" Target="../media/image240.png"/><Relationship Id="rId393" Type="http://schemas.openxmlformats.org/officeDocument/2006/relationships/image" Target="../media/image261.png"/><Relationship Id="rId407" Type="http://schemas.openxmlformats.org/officeDocument/2006/relationships/image" Target="../media/image268.png"/><Relationship Id="rId211" Type="http://schemas.openxmlformats.org/officeDocument/2006/relationships/image" Target="../media/image169.png"/><Relationship Id="rId253" Type="http://schemas.openxmlformats.org/officeDocument/2006/relationships/image" Target="../media/image190.png"/><Relationship Id="rId295" Type="http://schemas.openxmlformats.org/officeDocument/2006/relationships/image" Target="../media/image211.png"/><Relationship Id="rId309" Type="http://schemas.openxmlformats.org/officeDocument/2006/relationships/image" Target="../media/image218.png"/><Relationship Id="rId48" Type="http://schemas.openxmlformats.org/officeDocument/2006/relationships/customXml" Target="../ink/ink81.xml"/><Relationship Id="rId113" Type="http://schemas.openxmlformats.org/officeDocument/2006/relationships/image" Target="../media/image120.png"/><Relationship Id="rId320" Type="http://schemas.openxmlformats.org/officeDocument/2006/relationships/customXml" Target="../ink/ink217.xml"/><Relationship Id="rId155" Type="http://schemas.openxmlformats.org/officeDocument/2006/relationships/image" Target="../media/image141.png"/><Relationship Id="rId197" Type="http://schemas.openxmlformats.org/officeDocument/2006/relationships/image" Target="../media/image162.png"/><Relationship Id="rId362" Type="http://schemas.openxmlformats.org/officeDocument/2006/relationships/customXml" Target="../ink/ink238.xml"/></Relationships>
</file>

<file path=ppt/slides/_rels/slide10.xml.rels><?xml version="1.0" encoding="UTF-8" standalone="yes"?>
<Relationships xmlns="http://schemas.openxmlformats.org/package/2006/relationships"><Relationship Id="rId3" Type="http://schemas.openxmlformats.org/officeDocument/2006/relationships/customXml" Target="../ink/ink266.xml"/><Relationship Id="rId2" Type="http://schemas.openxmlformats.org/officeDocument/2006/relationships/image" Target="../media/image7.png"/><Relationship Id="rId1" Type="http://schemas.openxmlformats.org/officeDocument/2006/relationships/slideLayout" Target="../slideLayouts/slideLayout38.xml"/><Relationship Id="rId4" Type="http://schemas.openxmlformats.org/officeDocument/2006/relationships/image" Target="../media/image2270.png"/></Relationships>
</file>

<file path=ppt/slides/_rels/slide11.xml.rels><?xml version="1.0" encoding="UTF-8" standalone="yes"?>
<Relationships xmlns="http://schemas.openxmlformats.org/package/2006/relationships"><Relationship Id="rId8" Type="http://schemas.openxmlformats.org/officeDocument/2006/relationships/customXml" Target="../ink/ink269.xml"/><Relationship Id="rId3" Type="http://schemas.openxmlformats.org/officeDocument/2006/relationships/image" Target="../media/image274.png"/><Relationship Id="rId7" Type="http://schemas.openxmlformats.org/officeDocument/2006/relationships/image" Target="../media/image276.png"/><Relationship Id="rId2" Type="http://schemas.openxmlformats.org/officeDocument/2006/relationships/image" Target="../media/image7.png"/><Relationship Id="rId1" Type="http://schemas.openxmlformats.org/officeDocument/2006/relationships/slideLayout" Target="../slideLayouts/slideLayout38.xml"/><Relationship Id="rId6" Type="http://schemas.openxmlformats.org/officeDocument/2006/relationships/customXml" Target="../ink/ink268.xml"/><Relationship Id="rId11" Type="http://schemas.openxmlformats.org/officeDocument/2006/relationships/image" Target="../media/image278.png"/><Relationship Id="rId5" Type="http://schemas.openxmlformats.org/officeDocument/2006/relationships/image" Target="../media/image275.png"/><Relationship Id="rId10" Type="http://schemas.openxmlformats.org/officeDocument/2006/relationships/customXml" Target="../ink/ink270.xml"/><Relationship Id="rId4" Type="http://schemas.openxmlformats.org/officeDocument/2006/relationships/customXml" Target="../ink/ink267.xml"/><Relationship Id="rId9" Type="http://schemas.openxmlformats.org/officeDocument/2006/relationships/image" Target="../media/image277.png"/></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80.jpeg"/><Relationship Id="rId3" Type="http://schemas.openxmlformats.org/officeDocument/2006/relationships/image" Target="../media/image275.jpeg"/><Relationship Id="rId7" Type="http://schemas.openxmlformats.org/officeDocument/2006/relationships/image" Target="../media/image279.tiff"/><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278.tiff"/><Relationship Id="rId5" Type="http://schemas.openxmlformats.org/officeDocument/2006/relationships/image" Target="../media/image277.tiff"/><Relationship Id="rId4" Type="http://schemas.openxmlformats.org/officeDocument/2006/relationships/image" Target="../media/image276.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DAY-9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Behaviour Pool</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Early Numbering</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Feature Control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Actions</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transaction behavior of a BO in the context of RAP is implemented in one or more than one global class.</a:t>
            </a:r>
          </a:p>
          <a:p>
            <a:pPr marL="285750" indent="-285750">
              <a:buFont typeface="Arial" panose="020B0604020202020204" pitchFamily="34" charset="0"/>
              <a:buChar char="•"/>
            </a:pPr>
            <a:r>
              <a:rPr lang="en-US" sz="1600" dirty="0"/>
              <a:t>These special classes are dedicated only to implementing the business object behavior and called as behavior pool.</a:t>
            </a:r>
          </a:p>
          <a:p>
            <a:pPr marL="285750" indent="-285750">
              <a:buFont typeface="Arial" panose="020B0604020202020204" pitchFamily="34" charset="0"/>
              <a:buChar char="•"/>
            </a:pPr>
            <a:r>
              <a:rPr lang="en-US" sz="1600" dirty="0"/>
              <a:t>You can assign any number of behavior pool to behavior definition (a 1:n relationship)</a:t>
            </a:r>
          </a:p>
          <a:p>
            <a:pPr marL="285750" indent="-285750">
              <a:buFont typeface="Arial" panose="020B0604020202020204" pitchFamily="34" charset="0"/>
              <a:buChar char="•"/>
            </a:pPr>
            <a:r>
              <a:rPr lang="en-US" sz="1600" dirty="0"/>
              <a:t>Within a single global class, we can define multiple local classes that can handle the business object behavior.</a:t>
            </a:r>
          </a:p>
          <a:p>
            <a:pPr marL="285750" indent="-285750">
              <a:buFont typeface="Arial" panose="020B0604020202020204" pitchFamily="34" charset="0"/>
              <a:buChar char="•"/>
            </a:pPr>
            <a:r>
              <a:rPr lang="en-US" sz="1600" dirty="0"/>
              <a:t>The global class is just like a container and basically empty while the actual behavior logic is written inside the class pool.</a:t>
            </a:r>
          </a:p>
          <a:p>
            <a:pPr marL="285750" indent="-285750">
              <a:buFont typeface="Arial" panose="020B0604020202020204" pitchFamily="34" charset="0"/>
              <a:buChar char="•"/>
            </a:pPr>
            <a:r>
              <a:rPr lang="en-US" sz="1600" dirty="0"/>
              <a:t>We can assign any number of behavior pool to behavior definition (1:n). This allows us to distribute our implementation across multiple units. This is called </a:t>
            </a:r>
            <a:r>
              <a:rPr lang="en-US" sz="1600" b="1" dirty="0"/>
              <a:t>contribution design pattern.</a:t>
            </a:r>
            <a:r>
              <a:rPr lang="en-US" sz="1600" dirty="0"/>
              <a:t> Which allow team to work in parallel on multiple tasks.</a:t>
            </a:r>
          </a:p>
          <a:p>
            <a:pPr marL="285750" indent="-285750">
              <a:buFont typeface="Arial" panose="020B0604020202020204" pitchFamily="34" charset="0"/>
              <a:buChar char="•"/>
            </a:pPr>
            <a:r>
              <a:rPr lang="en-US" sz="1600" dirty="0"/>
              <a:t>A behavior implementation class always inherits from </a:t>
            </a:r>
            <a:r>
              <a:rPr lang="en-US" sz="1600" b="1" dirty="0" err="1"/>
              <a:t>cl_abap_behavior_handler</a:t>
            </a:r>
            <a:r>
              <a:rPr lang="en-US" sz="1600" b="1" dirty="0"/>
              <a:t> </a:t>
            </a:r>
            <a:r>
              <a:rPr lang="en-US" sz="1600" dirty="0"/>
              <a:t>class.</a:t>
            </a:r>
          </a:p>
          <a:p>
            <a:endParaRPr lang="en-IN" sz="16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Behavior Pool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EA130312-D3D9-6A47-4758-EEF1BED72D9C}"/>
              </a:ext>
            </a:extLst>
          </p:cNvPr>
          <p:cNvSpPr/>
          <p:nvPr/>
        </p:nvSpPr>
        <p:spPr>
          <a:xfrm>
            <a:off x="2061964" y="3356992"/>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Travel</a:t>
            </a:r>
          </a:p>
          <a:p>
            <a:pPr algn="ctr"/>
            <a:r>
              <a:rPr lang="en-IN" sz="1600" dirty="0"/>
              <a:t>(root)</a:t>
            </a:r>
          </a:p>
        </p:txBody>
      </p:sp>
      <p:sp>
        <p:nvSpPr>
          <p:cNvPr id="7" name="Rectangle 6">
            <a:extLst>
              <a:ext uri="{FF2B5EF4-FFF2-40B4-BE49-F238E27FC236}">
                <a16:creationId xmlns:a16="http://schemas.microsoft.com/office/drawing/2014/main" id="{27635E8E-2BC8-1BF5-92C5-FA68A6295A2E}"/>
              </a:ext>
            </a:extLst>
          </p:cNvPr>
          <p:cNvSpPr/>
          <p:nvPr/>
        </p:nvSpPr>
        <p:spPr>
          <a:xfrm>
            <a:off x="2039198" y="460819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a:t>
            </a:r>
          </a:p>
        </p:txBody>
      </p:sp>
      <p:sp>
        <p:nvSpPr>
          <p:cNvPr id="8" name="Rectangle 7">
            <a:extLst>
              <a:ext uri="{FF2B5EF4-FFF2-40B4-BE49-F238E27FC236}">
                <a16:creationId xmlns:a16="http://schemas.microsoft.com/office/drawing/2014/main" id="{9BC4B80E-AF86-72D5-20CE-90A8CD02BC76}"/>
              </a:ext>
            </a:extLst>
          </p:cNvPr>
          <p:cNvSpPr/>
          <p:nvPr/>
        </p:nvSpPr>
        <p:spPr>
          <a:xfrm>
            <a:off x="2052346" y="5842971"/>
            <a:ext cx="1440160"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t>Booking </a:t>
            </a:r>
            <a:r>
              <a:rPr lang="en-IN" sz="1600" dirty="0" err="1"/>
              <a:t>Suppl</a:t>
            </a:r>
            <a:endParaRPr lang="en-IN" sz="1600" dirty="0"/>
          </a:p>
        </p:txBody>
      </p:sp>
      <p:sp>
        <p:nvSpPr>
          <p:cNvPr id="9" name="Rectangle 8">
            <a:extLst>
              <a:ext uri="{FF2B5EF4-FFF2-40B4-BE49-F238E27FC236}">
                <a16:creationId xmlns:a16="http://schemas.microsoft.com/office/drawing/2014/main" id="{A389BD4B-BFA4-2F57-4B2B-780CA5FAFDFC}"/>
              </a:ext>
            </a:extLst>
          </p:cNvPr>
          <p:cNvSpPr/>
          <p:nvPr/>
        </p:nvSpPr>
        <p:spPr>
          <a:xfrm>
            <a:off x="5302324" y="3429000"/>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0" name="Rectangle 9">
            <a:extLst>
              <a:ext uri="{FF2B5EF4-FFF2-40B4-BE49-F238E27FC236}">
                <a16:creationId xmlns:a16="http://schemas.microsoft.com/office/drawing/2014/main" id="{DA7ED10D-FD44-9DB7-0789-2A46D480C312}"/>
              </a:ext>
            </a:extLst>
          </p:cNvPr>
          <p:cNvSpPr/>
          <p:nvPr/>
        </p:nvSpPr>
        <p:spPr>
          <a:xfrm>
            <a:off x="5302324" y="4680199"/>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sp>
        <p:nvSpPr>
          <p:cNvPr id="11" name="Rectangle 10">
            <a:extLst>
              <a:ext uri="{FF2B5EF4-FFF2-40B4-BE49-F238E27FC236}">
                <a16:creationId xmlns:a16="http://schemas.microsoft.com/office/drawing/2014/main" id="{8E0D5D67-F1A9-48F6-5DD1-06123EF778F9}"/>
              </a:ext>
            </a:extLst>
          </p:cNvPr>
          <p:cNvSpPr/>
          <p:nvPr/>
        </p:nvSpPr>
        <p:spPr>
          <a:xfrm>
            <a:off x="5302324" y="5942445"/>
            <a:ext cx="2808312" cy="50405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Behavior pool</a:t>
            </a:r>
          </a:p>
        </p:txBody>
      </p:sp>
      <p:cxnSp>
        <p:nvCxnSpPr>
          <p:cNvPr id="13" name="Straight Arrow Connector 12">
            <a:extLst>
              <a:ext uri="{FF2B5EF4-FFF2-40B4-BE49-F238E27FC236}">
                <a16:creationId xmlns:a16="http://schemas.microsoft.com/office/drawing/2014/main" id="{CC6CC2BA-2AED-DFB9-B610-F0372C470F78}"/>
              </a:ext>
            </a:extLst>
          </p:cNvPr>
          <p:cNvCxnSpPr>
            <a:cxnSpLocks/>
          </p:cNvCxnSpPr>
          <p:nvPr/>
        </p:nvCxnSpPr>
        <p:spPr>
          <a:xfrm>
            <a:off x="3502124" y="3716488"/>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BB30F208-DFB1-6C3C-D4F2-959A85B8C9C2}"/>
              </a:ext>
            </a:extLst>
          </p:cNvPr>
          <p:cNvCxnSpPr>
            <a:cxnSpLocks/>
          </p:cNvCxnSpPr>
          <p:nvPr/>
        </p:nvCxnSpPr>
        <p:spPr>
          <a:xfrm>
            <a:off x="3479358" y="4932227"/>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Arrow Connector 14">
            <a:extLst>
              <a:ext uri="{FF2B5EF4-FFF2-40B4-BE49-F238E27FC236}">
                <a16:creationId xmlns:a16="http://schemas.microsoft.com/office/drawing/2014/main" id="{BFA11392-17DB-0B42-38A3-A7EEF4B93825}"/>
              </a:ext>
            </a:extLst>
          </p:cNvPr>
          <p:cNvCxnSpPr>
            <a:cxnSpLocks/>
          </p:cNvCxnSpPr>
          <p:nvPr/>
        </p:nvCxnSpPr>
        <p:spPr>
          <a:xfrm>
            <a:off x="3504093" y="6189193"/>
            <a:ext cx="1800200" cy="0"/>
          </a:xfrm>
          <a:prstGeom prst="straightConnector1">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BCFC91A0-B637-49C1-64FA-9DAD1EE20937}"/>
              </a:ext>
            </a:extLst>
          </p:cNvPr>
          <p:cNvSpPr/>
          <p:nvPr/>
        </p:nvSpPr>
        <p:spPr>
          <a:xfrm>
            <a:off x="9711849" y="4441904"/>
            <a:ext cx="1976364" cy="9361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latin typeface="72 Monospace" panose="020B0509030603020204" pitchFamily="49" charset="0"/>
                <a:cs typeface="72 Monospace" panose="020B0509030603020204" pitchFamily="49" charset="0"/>
              </a:rPr>
              <a:t>Helper classes</a:t>
            </a:r>
          </a:p>
        </p:txBody>
      </p:sp>
    </p:spTree>
    <p:extLst>
      <p:ext uri="{BB962C8B-B14F-4D97-AF65-F5344CB8AC3E}">
        <p14:creationId xmlns:p14="http://schemas.microsoft.com/office/powerpoint/2010/main" val="231459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6</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5909310"/>
          </a:xfrm>
          <a:prstGeom prst="rect">
            <a:avLst/>
          </a:prstGeom>
          <a:noFill/>
        </p:spPr>
        <p:txBody>
          <a:bodyPr wrap="square" rtlCol="0">
            <a:spAutoFit/>
          </a:bodyPr>
          <a:lstStyle/>
          <a:p>
            <a:r>
              <a:rPr lang="en-US" sz="1800" dirty="0"/>
              <a:t>When implementing a BO contract, we can make use of implicit parameters. These parameters do not have FIX data type, instead they are assigned by the compiler with the type derived from BDEF.</a:t>
            </a:r>
          </a:p>
          <a:p>
            <a:r>
              <a:rPr lang="en-US" sz="1800" dirty="0"/>
              <a:t>The implicit parameters can be declared explicitly as CHANGING parameters in the method signature of the class using generic type</a:t>
            </a:r>
          </a:p>
          <a:p>
            <a:r>
              <a:rPr lang="en-US" sz="1800" dirty="0"/>
              <a:t>DATA: </a:t>
            </a:r>
            <a:r>
              <a:rPr lang="en-US" sz="1800" dirty="0" err="1"/>
              <a:t>lt_imp_param</a:t>
            </a:r>
            <a:r>
              <a:rPr lang="en-US" sz="1800" dirty="0"/>
              <a:t> FOR &lt;OPERATION&gt; entity.</a:t>
            </a:r>
          </a:p>
          <a:p>
            <a:r>
              <a:rPr lang="en-US" sz="1800" dirty="0"/>
              <a:t>Data : </a:t>
            </a:r>
            <a:r>
              <a:rPr lang="en-IN" sz="1800" dirty="0" err="1">
                <a:solidFill>
                  <a:srgbClr val="000000"/>
                </a:solidFill>
                <a:effectLst/>
                <a:latin typeface="Consolas" panose="020B0609020204030204" pitchFamily="49" charset="0"/>
              </a:rPr>
              <a:t>lt_mapped</a:t>
            </a:r>
            <a:r>
              <a:rPr lang="en-US" sz="1800" dirty="0">
                <a:solidFill>
                  <a:srgbClr val="000000"/>
                </a:solidFill>
                <a:effectLst/>
                <a:latin typeface="Consolas" panose="020B0609020204030204" pitchFamily="49" charset="0"/>
              </a:rPr>
              <a:t> FOR CREATE BO-Travel.</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FAILED</a:t>
            </a:r>
          </a:p>
          <a:p>
            <a:r>
              <a:rPr lang="en-IN" sz="1800" dirty="0">
                <a:solidFill>
                  <a:srgbClr val="000000"/>
                </a:solidFill>
                <a:latin typeface="Consolas" panose="020B0609020204030204" pitchFamily="49" charset="0"/>
              </a:rPr>
              <a:t>This is an exporting parameter which is defined as nested table contains one table for each entity. The failed table includes the information for identifying the data set where the error occurred. It has %CID, the ID of the BO instance, %FAIL which has the reason of failure. </a:t>
            </a:r>
            <a:r>
              <a:rPr lang="en-IN" sz="1800" dirty="0" err="1">
                <a:solidFill>
                  <a:srgbClr val="000000"/>
                </a:solidFill>
                <a:latin typeface="Consolas" panose="020B0609020204030204" pitchFamily="49" charset="0"/>
              </a:rPr>
              <a:t>If_abap_behv</a:t>
            </a:r>
            <a:r>
              <a:rPr lang="en-IN" sz="1800" dirty="0">
                <a:solidFill>
                  <a:srgbClr val="000000"/>
                </a:solidFill>
                <a:latin typeface="Consolas" panose="020B0609020204030204" pitchFamily="49" charset="0"/>
              </a:rPr>
              <a:t>=&gt;</a:t>
            </a:r>
            <a:r>
              <a:rPr lang="en-IN" sz="1800" dirty="0" err="1">
                <a:solidFill>
                  <a:srgbClr val="000000"/>
                </a:solidFill>
                <a:latin typeface="Consolas" panose="020B0609020204030204" pitchFamily="49" charset="0"/>
              </a:rPr>
              <a:t>t_failinfo</a:t>
            </a:r>
            <a:endParaRPr lang="en-IN" sz="1800" dirty="0">
              <a:solidFill>
                <a:srgbClr val="000000"/>
              </a:solidFill>
              <a:latin typeface="Consolas" panose="020B0609020204030204" pitchFamily="49" charset="0"/>
            </a:endParaRPr>
          </a:p>
          <a:p>
            <a:r>
              <a:rPr lang="en-IN" sz="1800" b="1" dirty="0">
                <a:solidFill>
                  <a:srgbClr val="000000"/>
                </a:solidFill>
                <a:effectLst/>
                <a:latin typeface="Consolas" panose="020B0609020204030204" pitchFamily="49" charset="0"/>
              </a:rPr>
              <a:t>REPORTED – </a:t>
            </a:r>
          </a:p>
          <a:p>
            <a:r>
              <a:rPr lang="en-IN" sz="1800" dirty="0">
                <a:solidFill>
                  <a:srgbClr val="000000"/>
                </a:solidFill>
                <a:latin typeface="Consolas" panose="020B0609020204030204" pitchFamily="49" charset="0"/>
              </a:rPr>
              <a:t>This is an exporting parameter which is defined as nested table contains one table for each entity.it includes the instance specific messages. </a:t>
            </a:r>
          </a:p>
          <a:p>
            <a:r>
              <a:rPr lang="en-IN" sz="1800" dirty="0">
                <a:solidFill>
                  <a:srgbClr val="000000"/>
                </a:solidFill>
                <a:effectLst/>
                <a:latin typeface="Consolas" panose="020B0609020204030204" pitchFamily="49" charset="0"/>
              </a:rPr>
              <a:t>%CID</a:t>
            </a:r>
            <a:r>
              <a:rPr lang="en-IN" sz="1800" dirty="0">
                <a:solidFill>
                  <a:srgbClr val="000000"/>
                </a:solidFill>
                <a:latin typeface="Consolas" panose="020B0609020204030204" pitchFamily="49" charset="0"/>
              </a:rPr>
              <a:t>, ID of the relevant BO, %MSG with the message interface, %ELEMENT </a:t>
            </a:r>
            <a:endParaRPr lang="en-IN" sz="1800" dirty="0">
              <a:solidFill>
                <a:srgbClr val="000000"/>
              </a:solidFill>
              <a:effectLst/>
              <a:latin typeface="Consolas" panose="020B0609020204030204" pitchFamily="49" charset="0"/>
            </a:endParaRPr>
          </a:p>
          <a:p>
            <a:r>
              <a:rPr lang="en-IN" sz="1800" b="1" dirty="0">
                <a:solidFill>
                  <a:srgbClr val="000000"/>
                </a:solidFill>
                <a:latin typeface="Consolas" panose="020B0609020204030204" pitchFamily="49" charset="0"/>
              </a:rPr>
              <a:t>MAPPED – Only during Create/Update operation</a:t>
            </a:r>
          </a:p>
          <a:p>
            <a:r>
              <a:rPr lang="en-IN" sz="1800" dirty="0">
                <a:solidFill>
                  <a:srgbClr val="000000"/>
                </a:solidFill>
                <a:latin typeface="Consolas" panose="020B0609020204030204" pitchFamily="49" charset="0"/>
              </a:rPr>
              <a:t>This is an exporting parameter which is defined as nested table contains one table for each entity. The mapped parameter provide the consumer with ID mapping information. They include information about key values were created by the application for given content id. The BO runtime passes the created key values in any subsequent call in the sample request.</a:t>
            </a:r>
          </a:p>
          <a:p>
            <a:r>
              <a:rPr lang="en-IN" sz="1800" dirty="0">
                <a:solidFill>
                  <a:srgbClr val="000000"/>
                </a:solidFill>
                <a:effectLst/>
                <a:latin typeface="Consolas" panose="020B0609020204030204" pitchFamily="49" charset="0"/>
              </a:rPr>
              <a:t>%CID and %KEY</a:t>
            </a:r>
            <a:endParaRPr lang="en-US" sz="1800" dirty="0">
              <a:solidFill>
                <a:srgbClr val="000000"/>
              </a:solidFill>
              <a:effectLst/>
              <a:latin typeface="Consolas" panose="020B0609020204030204" pitchFamily="49"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Implicit Response Parameters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3993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7</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1754326"/>
          </a:xfrm>
          <a:prstGeom prst="rect">
            <a:avLst/>
          </a:prstGeom>
          <a:noFill/>
        </p:spPr>
        <p:txBody>
          <a:bodyPr wrap="square" rtlCol="0">
            <a:spAutoFit/>
          </a:bodyPr>
          <a:lstStyle/>
          <a:p>
            <a:r>
              <a:rPr lang="en-US" sz="1800" b="1" dirty="0"/>
              <a:t>Early numbering</a:t>
            </a:r>
          </a:p>
          <a:p>
            <a:pPr marL="285750" indent="-285750">
              <a:buFont typeface="Arial" panose="020B0604020202020204" pitchFamily="34" charset="0"/>
              <a:buChar char="•"/>
            </a:pPr>
            <a:r>
              <a:rPr lang="en-US" sz="1800" dirty="0"/>
              <a:t>It allows a managed numbering for </a:t>
            </a:r>
            <a:r>
              <a:rPr lang="en-US" sz="1800" dirty="0" err="1"/>
              <a:t>bo</a:t>
            </a:r>
            <a:r>
              <a:rPr lang="en-US" sz="1800" dirty="0"/>
              <a:t> instances during creation process. Like in ABAP we use sequence numbers (SNRO) to auto generate primary keys, here in RAP we can use early numbering. It can be handled for all the entities. For this we need to implement the logic in RAP BIMP.</a:t>
            </a:r>
          </a:p>
          <a:p>
            <a:pPr marL="285750" indent="-285750">
              <a:buFont typeface="Arial" panose="020B0604020202020204" pitchFamily="34" charset="0"/>
              <a:buChar char="•"/>
            </a:pPr>
            <a:r>
              <a:rPr lang="en-US" sz="1800" dirty="0"/>
              <a:t>Every assigned key must be unique, otherwise the instances will be rejected by the database which will result to dump. We will be reusing a SNRO sequence already created by SAP in the system.</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BO instance features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56339E5-7A33-A923-1F0F-1FBEB490FBDB}"/>
                  </a:ext>
                </a:extLst>
              </p14:cNvPr>
              <p14:cNvContentPartPr/>
              <p14:nvPr/>
            </p14:nvContentPartPr>
            <p14:xfrm>
              <a:off x="2098372" y="2049383"/>
              <a:ext cx="360" cy="360"/>
            </p14:xfrm>
          </p:contentPart>
        </mc:Choice>
        <mc:Fallback xmlns="">
          <p:pic>
            <p:nvPicPr>
              <p:cNvPr id="5" name="Ink 4">
                <a:extLst>
                  <a:ext uri="{FF2B5EF4-FFF2-40B4-BE49-F238E27FC236}">
                    <a16:creationId xmlns:a16="http://schemas.microsoft.com/office/drawing/2014/main" id="{956339E5-7A33-A923-1F0F-1FBEB490FBDB}"/>
                  </a:ext>
                </a:extLst>
              </p:cNvPr>
              <p:cNvPicPr/>
              <p:nvPr/>
            </p:nvPicPr>
            <p:blipFill>
              <a:blip r:embed="rId4"/>
              <a:stretch>
                <a:fillRect/>
              </a:stretch>
            </p:blipFill>
            <p:spPr>
              <a:xfrm>
                <a:off x="2080732" y="2031383"/>
                <a:ext cx="36000" cy="36000"/>
              </a:xfrm>
              <a:prstGeom prst="rect">
                <a:avLst/>
              </a:prstGeom>
            </p:spPr>
          </p:pic>
        </mc:Fallback>
      </mc:AlternateContent>
    </p:spTree>
    <p:extLst>
      <p:ext uri="{BB962C8B-B14F-4D97-AF65-F5344CB8AC3E}">
        <p14:creationId xmlns:p14="http://schemas.microsoft.com/office/powerpoint/2010/main" val="604139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8</a:t>
            </a:fld>
            <a:endParaRPr lang="en-US" sz="1333" dirty="0">
              <a:latin typeface="Segoe UI Black" panose="020B0A02040204020203" pitchFamily="34" charset="0"/>
              <a:ea typeface="Segoe UI Black" panose="020B0A02040204020203" pitchFamily="34" charset="0"/>
            </a:endParaRPr>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Sequence of calls</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
        <p:nvSpPr>
          <p:cNvPr id="5" name="Smiley Face 4">
            <a:extLst>
              <a:ext uri="{FF2B5EF4-FFF2-40B4-BE49-F238E27FC236}">
                <a16:creationId xmlns:a16="http://schemas.microsoft.com/office/drawing/2014/main" id="{397C1A14-8545-15D4-A4BE-883A4A247DF4}"/>
              </a:ext>
            </a:extLst>
          </p:cNvPr>
          <p:cNvSpPr/>
          <p:nvPr/>
        </p:nvSpPr>
        <p:spPr>
          <a:xfrm>
            <a:off x="333772" y="620688"/>
            <a:ext cx="432049" cy="432048"/>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39F3C4B-CCF8-C0B5-DB02-9D9A5CE7C4C7}"/>
              </a:ext>
            </a:extLst>
          </p:cNvPr>
          <p:cNvCxnSpPr>
            <a:stCxn id="5" idx="4"/>
          </p:cNvCxnSpPr>
          <p:nvPr/>
        </p:nvCxnSpPr>
        <p:spPr>
          <a:xfrm flipH="1">
            <a:off x="549796" y="10527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9BDCE121-3119-56ED-A335-B960F01B5B4D}"/>
              </a:ext>
            </a:extLst>
          </p:cNvPr>
          <p:cNvSpPr/>
          <p:nvPr/>
        </p:nvSpPr>
        <p:spPr>
          <a:xfrm>
            <a:off x="1485900" y="62068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Fiori app</a:t>
            </a:r>
          </a:p>
        </p:txBody>
      </p:sp>
      <p:cxnSp>
        <p:nvCxnSpPr>
          <p:cNvPr id="9" name="Straight Connector 8">
            <a:extLst>
              <a:ext uri="{FF2B5EF4-FFF2-40B4-BE49-F238E27FC236}">
                <a16:creationId xmlns:a16="http://schemas.microsoft.com/office/drawing/2014/main" id="{2BEE97BF-4614-BD76-12F5-DD97C3F87440}"/>
              </a:ext>
            </a:extLst>
          </p:cNvPr>
          <p:cNvCxnSpPr/>
          <p:nvPr/>
        </p:nvCxnSpPr>
        <p:spPr>
          <a:xfrm flipH="1">
            <a:off x="2241984" y="103157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E766A60-0B77-9765-9547-75DA3C9E35D8}"/>
              </a:ext>
            </a:extLst>
          </p:cNvPr>
          <p:cNvSpPr/>
          <p:nvPr/>
        </p:nvSpPr>
        <p:spPr>
          <a:xfrm>
            <a:off x="3646140" y="617548"/>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OData</a:t>
            </a:r>
          </a:p>
        </p:txBody>
      </p:sp>
      <p:cxnSp>
        <p:nvCxnSpPr>
          <p:cNvPr id="11" name="Straight Connector 10">
            <a:extLst>
              <a:ext uri="{FF2B5EF4-FFF2-40B4-BE49-F238E27FC236}">
                <a16:creationId xmlns:a16="http://schemas.microsoft.com/office/drawing/2014/main" id="{5CC8DF21-EA0F-9512-CEF2-B1ECA3B42F08}"/>
              </a:ext>
            </a:extLst>
          </p:cNvPr>
          <p:cNvCxnSpPr/>
          <p:nvPr/>
        </p:nvCxnSpPr>
        <p:spPr>
          <a:xfrm flipH="1">
            <a:off x="4402224" y="1028436"/>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id="{BD51BE1F-ACBE-B1AD-32FF-87583ACDEE22}"/>
              </a:ext>
            </a:extLst>
          </p:cNvPr>
          <p:cNvSpPr/>
          <p:nvPr/>
        </p:nvSpPr>
        <p:spPr>
          <a:xfrm>
            <a:off x="6038971" y="61495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RAP</a:t>
            </a:r>
          </a:p>
        </p:txBody>
      </p:sp>
      <p:cxnSp>
        <p:nvCxnSpPr>
          <p:cNvPr id="13" name="Straight Connector 12">
            <a:extLst>
              <a:ext uri="{FF2B5EF4-FFF2-40B4-BE49-F238E27FC236}">
                <a16:creationId xmlns:a16="http://schemas.microsoft.com/office/drawing/2014/main" id="{18729125-FE73-9F26-4CBC-38C2E30231B4}"/>
              </a:ext>
            </a:extLst>
          </p:cNvPr>
          <p:cNvCxnSpPr/>
          <p:nvPr/>
        </p:nvCxnSpPr>
        <p:spPr>
          <a:xfrm flipH="1">
            <a:off x="6795055" y="102584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7B78569-0C1B-210A-D929-CD73423A176B}"/>
              </a:ext>
            </a:extLst>
          </p:cNvPr>
          <p:cNvSpPr/>
          <p:nvPr/>
        </p:nvSpPr>
        <p:spPr>
          <a:xfrm>
            <a:off x="10378888" y="636113"/>
            <a:ext cx="1512168"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HANADB</a:t>
            </a:r>
          </a:p>
        </p:txBody>
      </p:sp>
      <p:cxnSp>
        <p:nvCxnSpPr>
          <p:cNvPr id="15" name="Straight Connector 14">
            <a:extLst>
              <a:ext uri="{FF2B5EF4-FFF2-40B4-BE49-F238E27FC236}">
                <a16:creationId xmlns:a16="http://schemas.microsoft.com/office/drawing/2014/main" id="{8EB3ACAC-1578-5827-40B1-A7819B4B37D8}"/>
              </a:ext>
            </a:extLst>
          </p:cNvPr>
          <p:cNvCxnSpPr/>
          <p:nvPr/>
        </p:nvCxnSpPr>
        <p:spPr>
          <a:xfrm flipH="1">
            <a:off x="11134972" y="1047001"/>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4388A78-D9C3-6072-DA2E-C462DCA5E7A9}"/>
              </a:ext>
            </a:extLst>
          </p:cNvPr>
          <p:cNvCxnSpPr/>
          <p:nvPr/>
        </p:nvCxnSpPr>
        <p:spPr>
          <a:xfrm>
            <a:off x="549796" y="1340768"/>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08B3EDD-CC43-3268-28A6-756C333A62DE}"/>
              </a:ext>
            </a:extLst>
          </p:cNvPr>
          <p:cNvCxnSpPr>
            <a:cxnSpLocks/>
          </p:cNvCxnSpPr>
          <p:nvPr/>
        </p:nvCxnSpPr>
        <p:spPr>
          <a:xfrm>
            <a:off x="2277988" y="1556792"/>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A387C-3FD3-BAC8-A05C-510332A11559}"/>
              </a:ext>
            </a:extLst>
          </p:cNvPr>
          <p:cNvCxnSpPr>
            <a:cxnSpLocks/>
            <a:endCxn id="27" idx="0"/>
          </p:cNvCxnSpPr>
          <p:nvPr/>
        </p:nvCxnSpPr>
        <p:spPr>
          <a:xfrm flipV="1">
            <a:off x="4402224" y="1823664"/>
            <a:ext cx="2369972" cy="21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4CEBFA-7D66-E94D-D40A-63258B060367}"/>
              </a:ext>
            </a:extLst>
          </p:cNvPr>
          <p:cNvCxnSpPr>
            <a:cxnSpLocks/>
            <a:endCxn id="24" idx="0"/>
          </p:cNvCxnSpPr>
          <p:nvPr/>
        </p:nvCxnSpPr>
        <p:spPr>
          <a:xfrm flipV="1">
            <a:off x="6814492" y="2330347"/>
            <a:ext cx="4309049" cy="18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7F6AAB8-91A8-D9A9-2E76-87F7A9BBECAA}"/>
              </a:ext>
            </a:extLst>
          </p:cNvPr>
          <p:cNvSpPr/>
          <p:nvPr/>
        </p:nvSpPr>
        <p:spPr>
          <a:xfrm>
            <a:off x="11100681" y="2330347"/>
            <a:ext cx="45719" cy="27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092014B3-4B0B-2CF8-1AB7-DB3DB9197B27}"/>
              </a:ext>
            </a:extLst>
          </p:cNvPr>
          <p:cNvCxnSpPr>
            <a:cxnSpLocks/>
            <a:stCxn id="24" idx="2"/>
            <a:endCxn id="27" idx="2"/>
          </p:cNvCxnSpPr>
          <p:nvPr/>
        </p:nvCxnSpPr>
        <p:spPr>
          <a:xfrm flipH="1" flipV="1">
            <a:off x="6772196" y="2600327"/>
            <a:ext cx="4351345"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B172FB-168C-E9B2-8D4F-1E62E12E083D}"/>
              </a:ext>
            </a:extLst>
          </p:cNvPr>
          <p:cNvSpPr/>
          <p:nvPr/>
        </p:nvSpPr>
        <p:spPr>
          <a:xfrm>
            <a:off x="6749336" y="1823664"/>
            <a:ext cx="45719" cy="7766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E22502EA-3465-5BBA-216F-3403C31FEB87}"/>
              </a:ext>
            </a:extLst>
          </p:cNvPr>
          <p:cNvCxnSpPr>
            <a:cxnSpLocks/>
            <a:stCxn id="27" idx="2"/>
          </p:cNvCxnSpPr>
          <p:nvPr/>
        </p:nvCxnSpPr>
        <p:spPr>
          <a:xfrm flipH="1">
            <a:off x="4447943" y="2600327"/>
            <a:ext cx="2324253" cy="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7FA871-0F65-385D-2234-09E1A99F32E3}"/>
              </a:ext>
            </a:extLst>
          </p:cNvPr>
          <p:cNvCxnSpPr/>
          <p:nvPr/>
        </p:nvCxnSpPr>
        <p:spPr>
          <a:xfrm flipH="1">
            <a:off x="2277988" y="2924944"/>
            <a:ext cx="2124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D4F9DC7-B795-4DA8-C1EB-5C6E338265E0}"/>
              </a:ext>
            </a:extLst>
          </p:cNvPr>
          <p:cNvCxnSpPr/>
          <p:nvPr/>
        </p:nvCxnSpPr>
        <p:spPr>
          <a:xfrm flipH="1">
            <a:off x="549796" y="3212976"/>
            <a:ext cx="1692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295707-1C64-EFC0-49D4-938F2BA18F41}"/>
              </a:ext>
            </a:extLst>
          </p:cNvPr>
          <p:cNvSpPr/>
          <p:nvPr/>
        </p:nvSpPr>
        <p:spPr>
          <a:xfrm>
            <a:off x="4402224" y="1553654"/>
            <a:ext cx="45719" cy="129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8EFCCC11-1FB8-B25F-1B53-A6D149BFC7BA}"/>
              </a:ext>
            </a:extLst>
          </p:cNvPr>
          <p:cNvSpPr/>
          <p:nvPr/>
        </p:nvSpPr>
        <p:spPr>
          <a:xfrm>
            <a:off x="2232269" y="1364624"/>
            <a:ext cx="45719" cy="1848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524566F-6F2A-F095-3C3F-14536EC01361}"/>
              </a:ext>
            </a:extLst>
          </p:cNvPr>
          <p:cNvSpPr/>
          <p:nvPr/>
        </p:nvSpPr>
        <p:spPr>
          <a:xfrm>
            <a:off x="8263679" y="633381"/>
            <a:ext cx="1512168" cy="4320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BIMP</a:t>
            </a:r>
          </a:p>
        </p:txBody>
      </p:sp>
      <p:cxnSp>
        <p:nvCxnSpPr>
          <p:cNvPr id="41" name="Straight Connector 40">
            <a:extLst>
              <a:ext uri="{FF2B5EF4-FFF2-40B4-BE49-F238E27FC236}">
                <a16:creationId xmlns:a16="http://schemas.microsoft.com/office/drawing/2014/main" id="{36274AFA-4073-6370-09FC-0ADFF13210E0}"/>
              </a:ext>
            </a:extLst>
          </p:cNvPr>
          <p:cNvCxnSpPr/>
          <p:nvPr/>
        </p:nvCxnSpPr>
        <p:spPr>
          <a:xfrm flipH="1">
            <a:off x="9019763" y="1044269"/>
            <a:ext cx="1" cy="5616624"/>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EE8236B2-722A-E639-A076-5E475FCD4754}"/>
              </a:ext>
            </a:extLst>
          </p:cNvPr>
          <p:cNvCxnSpPr>
            <a:cxnSpLocks/>
          </p:cNvCxnSpPr>
          <p:nvPr/>
        </p:nvCxnSpPr>
        <p:spPr>
          <a:xfrm flipV="1">
            <a:off x="6772195" y="1927172"/>
            <a:ext cx="2222764" cy="3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2423030E-0BC3-B0EB-9AF5-5B7317FC2842}"/>
              </a:ext>
            </a:extLst>
          </p:cNvPr>
          <p:cNvSpPr/>
          <p:nvPr/>
        </p:nvSpPr>
        <p:spPr>
          <a:xfrm>
            <a:off x="8994959" y="1902658"/>
            <a:ext cx="45719" cy="27699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a:extLst>
              <a:ext uri="{FF2B5EF4-FFF2-40B4-BE49-F238E27FC236}">
                <a16:creationId xmlns:a16="http://schemas.microsoft.com/office/drawing/2014/main" id="{FD4F023D-62A2-84DC-13E9-CCCB5798C126}"/>
              </a:ext>
            </a:extLst>
          </p:cNvPr>
          <p:cNvCxnSpPr>
            <a:cxnSpLocks/>
            <a:stCxn id="45" idx="2"/>
            <a:endCxn id="27" idx="3"/>
          </p:cNvCxnSpPr>
          <p:nvPr/>
        </p:nvCxnSpPr>
        <p:spPr>
          <a:xfrm flipH="1">
            <a:off x="6795055" y="2179653"/>
            <a:ext cx="2222764" cy="32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Multiplication Sign 50">
            <a:extLst>
              <a:ext uri="{FF2B5EF4-FFF2-40B4-BE49-F238E27FC236}">
                <a16:creationId xmlns:a16="http://schemas.microsoft.com/office/drawing/2014/main" id="{3954C2E5-2E6E-9944-4977-9EA616E9186C}"/>
              </a:ext>
            </a:extLst>
          </p:cNvPr>
          <p:cNvSpPr/>
          <p:nvPr/>
        </p:nvSpPr>
        <p:spPr>
          <a:xfrm>
            <a:off x="6605309" y="2078118"/>
            <a:ext cx="315572" cy="307725"/>
          </a:xfrm>
          <a:prstGeom prst="mathMultiply">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B741D58F-CF33-EF1D-4FA0-64B8701356A6}"/>
              </a:ext>
            </a:extLst>
          </p:cNvPr>
          <p:cNvSpPr txBox="1"/>
          <p:nvPr/>
        </p:nvSpPr>
        <p:spPr>
          <a:xfrm>
            <a:off x="6939082" y="1663662"/>
            <a:ext cx="2505955" cy="276999"/>
          </a:xfrm>
          <a:prstGeom prst="rect">
            <a:avLst/>
          </a:prstGeom>
          <a:noFill/>
        </p:spPr>
        <p:txBody>
          <a:bodyPr wrap="square" rtlCol="0">
            <a:spAutoFit/>
          </a:bodyPr>
          <a:lstStyle/>
          <a:p>
            <a:r>
              <a:rPr lang="en-IN" sz="1200" b="1" dirty="0"/>
              <a:t>Entities (1 rec, 18fields)</a:t>
            </a:r>
          </a:p>
        </p:txBody>
      </p:sp>
      <p:sp>
        <p:nvSpPr>
          <p:cNvPr id="55" name="TextBox 54">
            <a:extLst>
              <a:ext uri="{FF2B5EF4-FFF2-40B4-BE49-F238E27FC236}">
                <a16:creationId xmlns:a16="http://schemas.microsoft.com/office/drawing/2014/main" id="{C45C42B8-4DED-2C78-C934-FD2ABA6B6483}"/>
              </a:ext>
            </a:extLst>
          </p:cNvPr>
          <p:cNvSpPr txBox="1"/>
          <p:nvPr/>
        </p:nvSpPr>
        <p:spPr>
          <a:xfrm>
            <a:off x="7064908" y="2098994"/>
            <a:ext cx="2783301" cy="276999"/>
          </a:xfrm>
          <a:prstGeom prst="rect">
            <a:avLst/>
          </a:prstGeom>
          <a:noFill/>
        </p:spPr>
        <p:txBody>
          <a:bodyPr wrap="square" rtlCol="0">
            <a:spAutoFit/>
          </a:bodyPr>
          <a:lstStyle/>
          <a:p>
            <a:r>
              <a:rPr lang="en-IN" sz="1200" b="1" dirty="0"/>
              <a:t>FAILED, MAPPED, REPORTED</a:t>
            </a:r>
          </a:p>
        </p:txBody>
      </p:sp>
      <p:pic>
        <p:nvPicPr>
          <p:cNvPr id="16" name="Picture 15">
            <a:extLst>
              <a:ext uri="{FF2B5EF4-FFF2-40B4-BE49-F238E27FC236}">
                <a16:creationId xmlns:a16="http://schemas.microsoft.com/office/drawing/2014/main" id="{D6869EFD-2730-025A-1589-7C9F867E82CF}"/>
              </a:ext>
            </a:extLst>
          </p:cNvPr>
          <p:cNvPicPr>
            <a:picLocks noChangeAspect="1"/>
          </p:cNvPicPr>
          <p:nvPr/>
        </p:nvPicPr>
        <p:blipFill>
          <a:blip r:embed="rId3"/>
          <a:stretch>
            <a:fillRect/>
          </a:stretch>
        </p:blipFill>
        <p:spPr>
          <a:xfrm>
            <a:off x="1395890" y="1158353"/>
            <a:ext cx="1545855" cy="660738"/>
          </a:xfrm>
          <a:prstGeom prst="rect">
            <a:avLst/>
          </a:prstGeom>
        </p:spPr>
      </p:pic>
      <p:cxnSp>
        <p:nvCxnSpPr>
          <p:cNvPr id="21" name="Straight Arrow Connector 20">
            <a:extLst>
              <a:ext uri="{FF2B5EF4-FFF2-40B4-BE49-F238E27FC236}">
                <a16:creationId xmlns:a16="http://schemas.microsoft.com/office/drawing/2014/main" id="{5F56809A-1461-2F81-48A5-FF814CD4581C}"/>
              </a:ext>
            </a:extLst>
          </p:cNvPr>
          <p:cNvCxnSpPr>
            <a:cxnSpLocks/>
            <a:stCxn id="51" idx="0"/>
          </p:cNvCxnSpPr>
          <p:nvPr/>
        </p:nvCxnSpPr>
        <p:spPr>
          <a:xfrm flipH="1">
            <a:off x="561228" y="2152026"/>
            <a:ext cx="6119874" cy="27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3D028BC1-DE2D-0237-F3CF-36A9AD9D407E}"/>
              </a:ext>
            </a:extLst>
          </p:cNvPr>
          <p:cNvGrpSpPr/>
          <p:nvPr/>
        </p:nvGrpSpPr>
        <p:grpSpPr>
          <a:xfrm>
            <a:off x="7657400" y="1507600"/>
            <a:ext cx="378720" cy="420480"/>
            <a:chOff x="7657400" y="1507600"/>
            <a:chExt cx="378720" cy="420480"/>
          </a:xfrm>
        </p:grpSpPr>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8C6EDB01-B9F0-14CD-8EF5-2DDE6E09777F}"/>
                    </a:ext>
                  </a:extLst>
                </p14:cNvPr>
                <p14:cNvContentPartPr/>
                <p14:nvPr/>
              </p14:nvContentPartPr>
              <p14:xfrm>
                <a:off x="7741640" y="1727200"/>
                <a:ext cx="163440" cy="166680"/>
              </p14:xfrm>
            </p:contentPart>
          </mc:Choice>
          <mc:Fallback xmlns="">
            <p:pic>
              <p:nvPicPr>
                <p:cNvPr id="25" name="Ink 24">
                  <a:extLst>
                    <a:ext uri="{FF2B5EF4-FFF2-40B4-BE49-F238E27FC236}">
                      <a16:creationId xmlns:a16="http://schemas.microsoft.com/office/drawing/2014/main" id="{8C6EDB01-B9F0-14CD-8EF5-2DDE6E09777F}"/>
                    </a:ext>
                  </a:extLst>
                </p:cNvPr>
                <p:cNvPicPr/>
                <p:nvPr/>
              </p:nvPicPr>
              <p:blipFill>
                <a:blip r:embed="rId5"/>
                <a:stretch>
                  <a:fillRect/>
                </a:stretch>
              </p:blipFill>
              <p:spPr>
                <a:xfrm>
                  <a:off x="7733000" y="1718200"/>
                  <a:ext cx="181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8" name="Ink 27">
                  <a:extLst>
                    <a:ext uri="{FF2B5EF4-FFF2-40B4-BE49-F238E27FC236}">
                      <a16:creationId xmlns:a16="http://schemas.microsoft.com/office/drawing/2014/main" id="{1D7FB89E-7FDC-8848-BDF0-478FA3EA7A32}"/>
                    </a:ext>
                  </a:extLst>
                </p14:cNvPr>
                <p14:cNvContentPartPr/>
                <p14:nvPr/>
              </p14:nvContentPartPr>
              <p14:xfrm>
                <a:off x="7726520" y="1726480"/>
                <a:ext cx="309600" cy="201600"/>
              </p14:xfrm>
            </p:contentPart>
          </mc:Choice>
          <mc:Fallback xmlns="">
            <p:pic>
              <p:nvPicPr>
                <p:cNvPr id="28" name="Ink 27">
                  <a:extLst>
                    <a:ext uri="{FF2B5EF4-FFF2-40B4-BE49-F238E27FC236}">
                      <a16:creationId xmlns:a16="http://schemas.microsoft.com/office/drawing/2014/main" id="{1D7FB89E-7FDC-8848-BDF0-478FA3EA7A32}"/>
                    </a:ext>
                  </a:extLst>
                </p:cNvPr>
                <p:cNvPicPr/>
                <p:nvPr/>
              </p:nvPicPr>
              <p:blipFill>
                <a:blip r:embed="rId7"/>
                <a:stretch>
                  <a:fillRect/>
                </a:stretch>
              </p:blipFill>
              <p:spPr>
                <a:xfrm>
                  <a:off x="7717520" y="1717840"/>
                  <a:ext cx="3272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CA6EA9DF-10D7-91DE-19E5-FF565C09E30B}"/>
                    </a:ext>
                  </a:extLst>
                </p14:cNvPr>
                <p14:cNvContentPartPr/>
                <p14:nvPr/>
              </p14:nvContentPartPr>
              <p14:xfrm>
                <a:off x="7754600" y="1507600"/>
                <a:ext cx="134280" cy="144720"/>
              </p14:xfrm>
            </p:contentPart>
          </mc:Choice>
          <mc:Fallback xmlns="">
            <p:pic>
              <p:nvPicPr>
                <p:cNvPr id="32" name="Ink 31">
                  <a:extLst>
                    <a:ext uri="{FF2B5EF4-FFF2-40B4-BE49-F238E27FC236}">
                      <a16:creationId xmlns:a16="http://schemas.microsoft.com/office/drawing/2014/main" id="{CA6EA9DF-10D7-91DE-19E5-FF565C09E30B}"/>
                    </a:ext>
                  </a:extLst>
                </p:cNvPr>
                <p:cNvPicPr/>
                <p:nvPr/>
              </p:nvPicPr>
              <p:blipFill>
                <a:blip r:embed="rId9"/>
                <a:stretch>
                  <a:fillRect/>
                </a:stretch>
              </p:blipFill>
              <p:spPr>
                <a:xfrm>
                  <a:off x="7745960" y="1498600"/>
                  <a:ext cx="1519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EDD938B7-D482-2E54-FC3E-D7F0481538A0}"/>
                    </a:ext>
                  </a:extLst>
                </p14:cNvPr>
                <p14:cNvContentPartPr/>
                <p14:nvPr/>
              </p14:nvContentPartPr>
              <p14:xfrm>
                <a:off x="7657400" y="1510120"/>
                <a:ext cx="68760" cy="200160"/>
              </p14:xfrm>
            </p:contentPart>
          </mc:Choice>
          <mc:Fallback xmlns="">
            <p:pic>
              <p:nvPicPr>
                <p:cNvPr id="37" name="Ink 36">
                  <a:extLst>
                    <a:ext uri="{FF2B5EF4-FFF2-40B4-BE49-F238E27FC236}">
                      <a16:creationId xmlns:a16="http://schemas.microsoft.com/office/drawing/2014/main" id="{EDD938B7-D482-2E54-FC3E-D7F0481538A0}"/>
                    </a:ext>
                  </a:extLst>
                </p:cNvPr>
                <p:cNvPicPr/>
                <p:nvPr/>
              </p:nvPicPr>
              <p:blipFill>
                <a:blip r:embed="rId11"/>
                <a:stretch>
                  <a:fillRect/>
                </a:stretch>
              </p:blipFill>
              <p:spPr>
                <a:xfrm>
                  <a:off x="7648400" y="1501120"/>
                  <a:ext cx="864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8" name="Ink 37">
                  <a:extLst>
                    <a:ext uri="{FF2B5EF4-FFF2-40B4-BE49-F238E27FC236}">
                      <a16:creationId xmlns:a16="http://schemas.microsoft.com/office/drawing/2014/main" id="{E26578C4-E2E5-6588-65ED-11E51F386751}"/>
                    </a:ext>
                  </a:extLst>
                </p14:cNvPr>
                <p14:cNvContentPartPr/>
                <p14:nvPr/>
              </p14:nvContentPartPr>
              <p14:xfrm>
                <a:off x="7962320" y="1551520"/>
                <a:ext cx="38880" cy="162360"/>
              </p14:xfrm>
            </p:contentPart>
          </mc:Choice>
          <mc:Fallback xmlns="">
            <p:pic>
              <p:nvPicPr>
                <p:cNvPr id="38" name="Ink 37">
                  <a:extLst>
                    <a:ext uri="{FF2B5EF4-FFF2-40B4-BE49-F238E27FC236}">
                      <a16:creationId xmlns:a16="http://schemas.microsoft.com/office/drawing/2014/main" id="{E26578C4-E2E5-6588-65ED-11E51F386751}"/>
                    </a:ext>
                  </a:extLst>
                </p:cNvPr>
                <p:cNvPicPr/>
                <p:nvPr/>
              </p:nvPicPr>
              <p:blipFill>
                <a:blip r:embed="rId13"/>
                <a:stretch>
                  <a:fillRect/>
                </a:stretch>
              </p:blipFill>
              <p:spPr>
                <a:xfrm>
                  <a:off x="7953320" y="1542520"/>
                  <a:ext cx="56520" cy="180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42" name="Ink 41">
                <a:extLst>
                  <a:ext uri="{FF2B5EF4-FFF2-40B4-BE49-F238E27FC236}">
                    <a16:creationId xmlns:a16="http://schemas.microsoft.com/office/drawing/2014/main" id="{B3609739-4804-7B6A-A68B-7A3C9D665564}"/>
                  </a:ext>
                </a:extLst>
              </p14:cNvPr>
              <p14:cNvContentPartPr/>
              <p14:nvPr/>
            </p14:nvContentPartPr>
            <p14:xfrm>
              <a:off x="9534800" y="1670320"/>
              <a:ext cx="193320" cy="199440"/>
            </p14:xfrm>
          </p:contentPart>
        </mc:Choice>
        <mc:Fallback xmlns="">
          <p:pic>
            <p:nvPicPr>
              <p:cNvPr id="42" name="Ink 41">
                <a:extLst>
                  <a:ext uri="{FF2B5EF4-FFF2-40B4-BE49-F238E27FC236}">
                    <a16:creationId xmlns:a16="http://schemas.microsoft.com/office/drawing/2014/main" id="{B3609739-4804-7B6A-A68B-7A3C9D665564}"/>
                  </a:ext>
                </a:extLst>
              </p:cNvPr>
              <p:cNvPicPr/>
              <p:nvPr/>
            </p:nvPicPr>
            <p:blipFill>
              <a:blip r:embed="rId15"/>
              <a:stretch>
                <a:fillRect/>
              </a:stretch>
            </p:blipFill>
            <p:spPr>
              <a:xfrm>
                <a:off x="9526160" y="1661320"/>
                <a:ext cx="2109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3" name="Ink 52">
                <a:extLst>
                  <a:ext uri="{FF2B5EF4-FFF2-40B4-BE49-F238E27FC236}">
                    <a16:creationId xmlns:a16="http://schemas.microsoft.com/office/drawing/2014/main" id="{D95669F7-48C6-EAD7-B5ED-1561EB7BE6FF}"/>
                  </a:ext>
                </a:extLst>
              </p14:cNvPr>
              <p14:cNvContentPartPr/>
              <p14:nvPr/>
            </p14:nvContentPartPr>
            <p14:xfrm>
              <a:off x="9539120" y="1351000"/>
              <a:ext cx="11160" cy="165600"/>
            </p14:xfrm>
          </p:contentPart>
        </mc:Choice>
        <mc:Fallback xmlns="">
          <p:pic>
            <p:nvPicPr>
              <p:cNvPr id="53" name="Ink 52">
                <a:extLst>
                  <a:ext uri="{FF2B5EF4-FFF2-40B4-BE49-F238E27FC236}">
                    <a16:creationId xmlns:a16="http://schemas.microsoft.com/office/drawing/2014/main" id="{D95669F7-48C6-EAD7-B5ED-1561EB7BE6FF}"/>
                  </a:ext>
                </a:extLst>
              </p:cNvPr>
              <p:cNvPicPr/>
              <p:nvPr/>
            </p:nvPicPr>
            <p:blipFill>
              <a:blip r:embed="rId17"/>
              <a:stretch>
                <a:fillRect/>
              </a:stretch>
            </p:blipFill>
            <p:spPr>
              <a:xfrm>
                <a:off x="9530120" y="1342000"/>
                <a:ext cx="28800" cy="183240"/>
              </a:xfrm>
              <a:prstGeom prst="rect">
                <a:avLst/>
              </a:prstGeom>
            </p:spPr>
          </p:pic>
        </mc:Fallback>
      </mc:AlternateContent>
      <p:grpSp>
        <p:nvGrpSpPr>
          <p:cNvPr id="59" name="Group 58">
            <a:extLst>
              <a:ext uri="{FF2B5EF4-FFF2-40B4-BE49-F238E27FC236}">
                <a16:creationId xmlns:a16="http://schemas.microsoft.com/office/drawing/2014/main" id="{017BA572-FDB1-053B-B30C-FBCA1852DA87}"/>
              </a:ext>
            </a:extLst>
          </p:cNvPr>
          <p:cNvGrpSpPr/>
          <p:nvPr/>
        </p:nvGrpSpPr>
        <p:grpSpPr>
          <a:xfrm>
            <a:off x="9742160" y="1349920"/>
            <a:ext cx="751320" cy="539640"/>
            <a:chOff x="9742160" y="1349920"/>
            <a:chExt cx="751320" cy="539640"/>
          </a:xfrm>
        </p:grpSpPr>
        <mc:AlternateContent xmlns:mc="http://schemas.openxmlformats.org/markup-compatibility/2006" xmlns:p14="http://schemas.microsoft.com/office/powerpoint/2010/main">
          <mc:Choice Requires="p14">
            <p:contentPart p14:bwMode="auto" r:id="rId18">
              <p14:nvContentPartPr>
                <p14:cNvPr id="50" name="Ink 49">
                  <a:extLst>
                    <a:ext uri="{FF2B5EF4-FFF2-40B4-BE49-F238E27FC236}">
                      <a16:creationId xmlns:a16="http://schemas.microsoft.com/office/drawing/2014/main" id="{BACE9412-A698-29C2-404B-DEA2976A9F9C}"/>
                    </a:ext>
                  </a:extLst>
                </p14:cNvPr>
                <p14:cNvContentPartPr/>
                <p14:nvPr/>
              </p14:nvContentPartPr>
              <p14:xfrm>
                <a:off x="9850160" y="1733320"/>
                <a:ext cx="124560" cy="126720"/>
              </p14:xfrm>
            </p:contentPart>
          </mc:Choice>
          <mc:Fallback xmlns="">
            <p:pic>
              <p:nvPicPr>
                <p:cNvPr id="50" name="Ink 49">
                  <a:extLst>
                    <a:ext uri="{FF2B5EF4-FFF2-40B4-BE49-F238E27FC236}">
                      <a16:creationId xmlns:a16="http://schemas.microsoft.com/office/drawing/2014/main" id="{BACE9412-A698-29C2-404B-DEA2976A9F9C}"/>
                    </a:ext>
                  </a:extLst>
                </p:cNvPr>
                <p:cNvPicPr/>
                <p:nvPr/>
              </p:nvPicPr>
              <p:blipFill>
                <a:blip r:embed="rId19"/>
                <a:stretch>
                  <a:fillRect/>
                </a:stretch>
              </p:blipFill>
              <p:spPr>
                <a:xfrm>
                  <a:off x="9841160" y="1724320"/>
                  <a:ext cx="1422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2" name="Ink 51">
                  <a:extLst>
                    <a:ext uri="{FF2B5EF4-FFF2-40B4-BE49-F238E27FC236}">
                      <a16:creationId xmlns:a16="http://schemas.microsoft.com/office/drawing/2014/main" id="{55772345-B490-1187-A084-9644B89FDC81}"/>
                    </a:ext>
                  </a:extLst>
                </p14:cNvPr>
                <p14:cNvContentPartPr/>
                <p14:nvPr/>
              </p14:nvContentPartPr>
              <p14:xfrm>
                <a:off x="9849800" y="1731880"/>
                <a:ext cx="132480" cy="157680"/>
              </p14:xfrm>
            </p:contentPart>
          </mc:Choice>
          <mc:Fallback xmlns="">
            <p:pic>
              <p:nvPicPr>
                <p:cNvPr id="52" name="Ink 51">
                  <a:extLst>
                    <a:ext uri="{FF2B5EF4-FFF2-40B4-BE49-F238E27FC236}">
                      <a16:creationId xmlns:a16="http://schemas.microsoft.com/office/drawing/2014/main" id="{55772345-B490-1187-A084-9644B89FDC81}"/>
                    </a:ext>
                  </a:extLst>
                </p:cNvPr>
                <p:cNvPicPr/>
                <p:nvPr/>
              </p:nvPicPr>
              <p:blipFill>
                <a:blip r:embed="rId21"/>
                <a:stretch>
                  <a:fillRect/>
                </a:stretch>
              </p:blipFill>
              <p:spPr>
                <a:xfrm>
                  <a:off x="9841160" y="1723240"/>
                  <a:ext cx="150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Ink 55">
                  <a:extLst>
                    <a:ext uri="{FF2B5EF4-FFF2-40B4-BE49-F238E27FC236}">
                      <a16:creationId xmlns:a16="http://schemas.microsoft.com/office/drawing/2014/main" id="{4A04D584-3450-C2AC-3D80-A21AE4C9BFD5}"/>
                    </a:ext>
                  </a:extLst>
                </p14:cNvPr>
                <p14:cNvContentPartPr/>
                <p14:nvPr/>
              </p14:nvContentPartPr>
              <p14:xfrm>
                <a:off x="9742160" y="1349920"/>
                <a:ext cx="199080" cy="200520"/>
              </p14:xfrm>
            </p:contentPart>
          </mc:Choice>
          <mc:Fallback xmlns="">
            <p:pic>
              <p:nvPicPr>
                <p:cNvPr id="56" name="Ink 55">
                  <a:extLst>
                    <a:ext uri="{FF2B5EF4-FFF2-40B4-BE49-F238E27FC236}">
                      <a16:creationId xmlns:a16="http://schemas.microsoft.com/office/drawing/2014/main" id="{4A04D584-3450-C2AC-3D80-A21AE4C9BFD5}"/>
                    </a:ext>
                  </a:extLst>
                </p:cNvPr>
                <p:cNvPicPr/>
                <p:nvPr/>
              </p:nvPicPr>
              <p:blipFill>
                <a:blip r:embed="rId23"/>
                <a:stretch>
                  <a:fillRect/>
                </a:stretch>
              </p:blipFill>
              <p:spPr>
                <a:xfrm>
                  <a:off x="9733520" y="1341280"/>
                  <a:ext cx="2167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7" name="Ink 56">
                  <a:extLst>
                    <a:ext uri="{FF2B5EF4-FFF2-40B4-BE49-F238E27FC236}">
                      <a16:creationId xmlns:a16="http://schemas.microsoft.com/office/drawing/2014/main" id="{CA91830D-F6B1-D0F4-8FA1-24B4B2914481}"/>
                    </a:ext>
                  </a:extLst>
                </p14:cNvPr>
                <p14:cNvContentPartPr/>
                <p14:nvPr/>
              </p14:nvContentPartPr>
              <p14:xfrm>
                <a:off x="10006760" y="1452520"/>
                <a:ext cx="84960" cy="101160"/>
              </p14:xfrm>
            </p:contentPart>
          </mc:Choice>
          <mc:Fallback xmlns="">
            <p:pic>
              <p:nvPicPr>
                <p:cNvPr id="57" name="Ink 56">
                  <a:extLst>
                    <a:ext uri="{FF2B5EF4-FFF2-40B4-BE49-F238E27FC236}">
                      <a16:creationId xmlns:a16="http://schemas.microsoft.com/office/drawing/2014/main" id="{CA91830D-F6B1-D0F4-8FA1-24B4B2914481}"/>
                    </a:ext>
                  </a:extLst>
                </p:cNvPr>
                <p:cNvPicPr/>
                <p:nvPr/>
              </p:nvPicPr>
              <p:blipFill>
                <a:blip r:embed="rId25"/>
                <a:stretch>
                  <a:fillRect/>
                </a:stretch>
              </p:blipFill>
              <p:spPr>
                <a:xfrm>
                  <a:off x="9998120" y="1443520"/>
                  <a:ext cx="102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8" name="Ink 57">
                  <a:extLst>
                    <a:ext uri="{FF2B5EF4-FFF2-40B4-BE49-F238E27FC236}">
                      <a16:creationId xmlns:a16="http://schemas.microsoft.com/office/drawing/2014/main" id="{B125134C-0335-BA2D-5CA3-80D2AE391DE5}"/>
                    </a:ext>
                  </a:extLst>
                </p14:cNvPr>
                <p14:cNvContentPartPr/>
                <p14:nvPr/>
              </p14:nvContentPartPr>
              <p14:xfrm>
                <a:off x="10102880" y="1396720"/>
                <a:ext cx="390600" cy="291600"/>
              </p14:xfrm>
            </p:contentPart>
          </mc:Choice>
          <mc:Fallback xmlns="">
            <p:pic>
              <p:nvPicPr>
                <p:cNvPr id="58" name="Ink 57">
                  <a:extLst>
                    <a:ext uri="{FF2B5EF4-FFF2-40B4-BE49-F238E27FC236}">
                      <a16:creationId xmlns:a16="http://schemas.microsoft.com/office/drawing/2014/main" id="{B125134C-0335-BA2D-5CA3-80D2AE391DE5}"/>
                    </a:ext>
                  </a:extLst>
                </p:cNvPr>
                <p:cNvPicPr/>
                <p:nvPr/>
              </p:nvPicPr>
              <p:blipFill>
                <a:blip r:embed="rId27"/>
                <a:stretch>
                  <a:fillRect/>
                </a:stretch>
              </p:blipFill>
              <p:spPr>
                <a:xfrm>
                  <a:off x="10094240" y="1387720"/>
                  <a:ext cx="408240" cy="309240"/>
                </a:xfrm>
                <a:prstGeom prst="rect">
                  <a:avLst/>
                </a:prstGeom>
              </p:spPr>
            </p:pic>
          </mc:Fallback>
        </mc:AlternateContent>
      </p:grpSp>
      <p:grpSp>
        <p:nvGrpSpPr>
          <p:cNvPr id="112" name="Group 111">
            <a:extLst>
              <a:ext uri="{FF2B5EF4-FFF2-40B4-BE49-F238E27FC236}">
                <a16:creationId xmlns:a16="http://schemas.microsoft.com/office/drawing/2014/main" id="{996056C7-0395-FF6E-8F86-DA4ADB62E3D0}"/>
              </a:ext>
            </a:extLst>
          </p:cNvPr>
          <p:cNvGrpSpPr/>
          <p:nvPr/>
        </p:nvGrpSpPr>
        <p:grpSpPr>
          <a:xfrm>
            <a:off x="7203800" y="2339920"/>
            <a:ext cx="4181400" cy="1576800"/>
            <a:chOff x="7203800" y="2339920"/>
            <a:chExt cx="4181400" cy="1576800"/>
          </a:xfrm>
        </p:grpSpPr>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4F2D3843-6C6E-CD91-7473-C777CDD5FF2C}"/>
                    </a:ext>
                  </a:extLst>
                </p14:cNvPr>
                <p14:cNvContentPartPr/>
                <p14:nvPr/>
              </p14:nvContentPartPr>
              <p14:xfrm>
                <a:off x="7421240" y="2373040"/>
                <a:ext cx="36720" cy="459000"/>
              </p14:xfrm>
            </p:contentPart>
          </mc:Choice>
          <mc:Fallback xmlns="">
            <p:pic>
              <p:nvPicPr>
                <p:cNvPr id="60" name="Ink 59">
                  <a:extLst>
                    <a:ext uri="{FF2B5EF4-FFF2-40B4-BE49-F238E27FC236}">
                      <a16:creationId xmlns:a16="http://schemas.microsoft.com/office/drawing/2014/main" id="{4F2D3843-6C6E-CD91-7473-C777CDD5FF2C}"/>
                    </a:ext>
                  </a:extLst>
                </p:cNvPr>
                <p:cNvPicPr/>
                <p:nvPr/>
              </p:nvPicPr>
              <p:blipFill>
                <a:blip r:embed="rId29"/>
                <a:stretch>
                  <a:fillRect/>
                </a:stretch>
              </p:blipFill>
              <p:spPr>
                <a:xfrm>
                  <a:off x="7412240" y="2364040"/>
                  <a:ext cx="5436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1" name="Ink 60">
                  <a:extLst>
                    <a:ext uri="{FF2B5EF4-FFF2-40B4-BE49-F238E27FC236}">
                      <a16:creationId xmlns:a16="http://schemas.microsoft.com/office/drawing/2014/main" id="{DCC6717C-DB43-6C91-5768-0E41DB56FC22}"/>
                    </a:ext>
                  </a:extLst>
                </p14:cNvPr>
                <p14:cNvContentPartPr/>
                <p14:nvPr/>
              </p14:nvContentPartPr>
              <p14:xfrm>
                <a:off x="7397840" y="2339920"/>
                <a:ext cx="105480" cy="172440"/>
              </p14:xfrm>
            </p:contentPart>
          </mc:Choice>
          <mc:Fallback xmlns="">
            <p:pic>
              <p:nvPicPr>
                <p:cNvPr id="61" name="Ink 60">
                  <a:extLst>
                    <a:ext uri="{FF2B5EF4-FFF2-40B4-BE49-F238E27FC236}">
                      <a16:creationId xmlns:a16="http://schemas.microsoft.com/office/drawing/2014/main" id="{DCC6717C-DB43-6C91-5768-0E41DB56FC22}"/>
                    </a:ext>
                  </a:extLst>
                </p:cNvPr>
                <p:cNvPicPr/>
                <p:nvPr/>
              </p:nvPicPr>
              <p:blipFill>
                <a:blip r:embed="rId31"/>
                <a:stretch>
                  <a:fillRect/>
                </a:stretch>
              </p:blipFill>
              <p:spPr>
                <a:xfrm>
                  <a:off x="7389200" y="2331280"/>
                  <a:ext cx="1231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2" name="Ink 61">
                  <a:extLst>
                    <a:ext uri="{FF2B5EF4-FFF2-40B4-BE49-F238E27FC236}">
                      <a16:creationId xmlns:a16="http://schemas.microsoft.com/office/drawing/2014/main" id="{4A727419-9C14-8F09-F5D0-F43068D36FD6}"/>
                    </a:ext>
                  </a:extLst>
                </p14:cNvPr>
                <p14:cNvContentPartPr/>
                <p14:nvPr/>
              </p14:nvContentPartPr>
              <p14:xfrm>
                <a:off x="7511240" y="2439280"/>
                <a:ext cx="1179720" cy="363960"/>
              </p14:xfrm>
            </p:contentPart>
          </mc:Choice>
          <mc:Fallback xmlns="">
            <p:pic>
              <p:nvPicPr>
                <p:cNvPr id="62" name="Ink 61">
                  <a:extLst>
                    <a:ext uri="{FF2B5EF4-FFF2-40B4-BE49-F238E27FC236}">
                      <a16:creationId xmlns:a16="http://schemas.microsoft.com/office/drawing/2014/main" id="{4A727419-9C14-8F09-F5D0-F43068D36FD6}"/>
                    </a:ext>
                  </a:extLst>
                </p:cNvPr>
                <p:cNvPicPr/>
                <p:nvPr/>
              </p:nvPicPr>
              <p:blipFill>
                <a:blip r:embed="rId33"/>
                <a:stretch>
                  <a:fillRect/>
                </a:stretch>
              </p:blipFill>
              <p:spPr>
                <a:xfrm>
                  <a:off x="7502240" y="2430640"/>
                  <a:ext cx="119736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3" name="Ink 62">
                  <a:extLst>
                    <a:ext uri="{FF2B5EF4-FFF2-40B4-BE49-F238E27FC236}">
                      <a16:creationId xmlns:a16="http://schemas.microsoft.com/office/drawing/2014/main" id="{06FB0E2A-6598-AFCA-A58F-3864D16B8B4B}"/>
                    </a:ext>
                  </a:extLst>
                </p14:cNvPr>
                <p14:cNvContentPartPr/>
                <p14:nvPr/>
              </p14:nvContentPartPr>
              <p14:xfrm>
                <a:off x="8531840" y="2467720"/>
                <a:ext cx="148680" cy="110520"/>
              </p14:xfrm>
            </p:contentPart>
          </mc:Choice>
          <mc:Fallback xmlns="">
            <p:pic>
              <p:nvPicPr>
                <p:cNvPr id="63" name="Ink 62">
                  <a:extLst>
                    <a:ext uri="{FF2B5EF4-FFF2-40B4-BE49-F238E27FC236}">
                      <a16:creationId xmlns:a16="http://schemas.microsoft.com/office/drawing/2014/main" id="{06FB0E2A-6598-AFCA-A58F-3864D16B8B4B}"/>
                    </a:ext>
                  </a:extLst>
                </p:cNvPr>
                <p:cNvPicPr/>
                <p:nvPr/>
              </p:nvPicPr>
              <p:blipFill>
                <a:blip r:embed="rId35"/>
                <a:stretch>
                  <a:fillRect/>
                </a:stretch>
              </p:blipFill>
              <p:spPr>
                <a:xfrm>
                  <a:off x="8523200" y="2459080"/>
                  <a:ext cx="1663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6" name="Ink 65">
                  <a:extLst>
                    <a:ext uri="{FF2B5EF4-FFF2-40B4-BE49-F238E27FC236}">
                      <a16:creationId xmlns:a16="http://schemas.microsoft.com/office/drawing/2014/main" id="{8847ECF2-4699-8F0F-A26A-61217C52E02E}"/>
                    </a:ext>
                  </a:extLst>
                </p14:cNvPr>
                <p14:cNvContentPartPr/>
                <p14:nvPr/>
              </p14:nvContentPartPr>
              <p14:xfrm>
                <a:off x="7243760" y="2896120"/>
                <a:ext cx="83160" cy="201240"/>
              </p14:xfrm>
            </p:contentPart>
          </mc:Choice>
          <mc:Fallback xmlns="">
            <p:pic>
              <p:nvPicPr>
                <p:cNvPr id="66" name="Ink 65">
                  <a:extLst>
                    <a:ext uri="{FF2B5EF4-FFF2-40B4-BE49-F238E27FC236}">
                      <a16:creationId xmlns:a16="http://schemas.microsoft.com/office/drawing/2014/main" id="{8847ECF2-4699-8F0F-A26A-61217C52E02E}"/>
                    </a:ext>
                  </a:extLst>
                </p:cNvPr>
                <p:cNvPicPr/>
                <p:nvPr/>
              </p:nvPicPr>
              <p:blipFill>
                <a:blip r:embed="rId37"/>
                <a:stretch>
                  <a:fillRect/>
                </a:stretch>
              </p:blipFill>
              <p:spPr>
                <a:xfrm>
                  <a:off x="7235120" y="2887480"/>
                  <a:ext cx="1008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7" name="Ink 66">
                  <a:extLst>
                    <a:ext uri="{FF2B5EF4-FFF2-40B4-BE49-F238E27FC236}">
                      <a16:creationId xmlns:a16="http://schemas.microsoft.com/office/drawing/2014/main" id="{6E776C3A-FE01-C405-639E-7C63F71DB340}"/>
                    </a:ext>
                  </a:extLst>
                </p14:cNvPr>
                <p14:cNvContentPartPr/>
                <p14:nvPr/>
              </p14:nvContentPartPr>
              <p14:xfrm>
                <a:off x="7234040" y="3098080"/>
                <a:ext cx="150480" cy="12240"/>
              </p14:xfrm>
            </p:contentPart>
          </mc:Choice>
          <mc:Fallback xmlns="">
            <p:pic>
              <p:nvPicPr>
                <p:cNvPr id="67" name="Ink 66">
                  <a:extLst>
                    <a:ext uri="{FF2B5EF4-FFF2-40B4-BE49-F238E27FC236}">
                      <a16:creationId xmlns:a16="http://schemas.microsoft.com/office/drawing/2014/main" id="{6E776C3A-FE01-C405-639E-7C63F71DB340}"/>
                    </a:ext>
                  </a:extLst>
                </p:cNvPr>
                <p:cNvPicPr/>
                <p:nvPr/>
              </p:nvPicPr>
              <p:blipFill>
                <a:blip r:embed="rId39"/>
                <a:stretch>
                  <a:fillRect/>
                </a:stretch>
              </p:blipFill>
              <p:spPr>
                <a:xfrm>
                  <a:off x="7225040" y="3089440"/>
                  <a:ext cx="1681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8" name="Ink 67">
                  <a:extLst>
                    <a:ext uri="{FF2B5EF4-FFF2-40B4-BE49-F238E27FC236}">
                      <a16:creationId xmlns:a16="http://schemas.microsoft.com/office/drawing/2014/main" id="{79899119-1A75-0ED7-D4AF-224AB518C67E}"/>
                    </a:ext>
                  </a:extLst>
                </p14:cNvPr>
                <p14:cNvContentPartPr/>
                <p14:nvPr/>
              </p14:nvContentPartPr>
              <p14:xfrm>
                <a:off x="7446800" y="2994400"/>
                <a:ext cx="77400" cy="94680"/>
              </p14:xfrm>
            </p:contentPart>
          </mc:Choice>
          <mc:Fallback xmlns="">
            <p:pic>
              <p:nvPicPr>
                <p:cNvPr id="68" name="Ink 67">
                  <a:extLst>
                    <a:ext uri="{FF2B5EF4-FFF2-40B4-BE49-F238E27FC236}">
                      <a16:creationId xmlns:a16="http://schemas.microsoft.com/office/drawing/2014/main" id="{79899119-1A75-0ED7-D4AF-224AB518C67E}"/>
                    </a:ext>
                  </a:extLst>
                </p:cNvPr>
                <p:cNvPicPr/>
                <p:nvPr/>
              </p:nvPicPr>
              <p:blipFill>
                <a:blip r:embed="rId41"/>
                <a:stretch>
                  <a:fillRect/>
                </a:stretch>
              </p:blipFill>
              <p:spPr>
                <a:xfrm>
                  <a:off x="7438160" y="2985760"/>
                  <a:ext cx="950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9" name="Ink 68">
                  <a:extLst>
                    <a:ext uri="{FF2B5EF4-FFF2-40B4-BE49-F238E27FC236}">
                      <a16:creationId xmlns:a16="http://schemas.microsoft.com/office/drawing/2014/main" id="{E6F5E031-FAC0-9793-04F0-CA6A166909E6}"/>
                    </a:ext>
                  </a:extLst>
                </p14:cNvPr>
                <p14:cNvContentPartPr/>
                <p14:nvPr/>
              </p14:nvContentPartPr>
              <p14:xfrm>
                <a:off x="7576760" y="2973880"/>
                <a:ext cx="158400" cy="114120"/>
              </p14:xfrm>
            </p:contentPart>
          </mc:Choice>
          <mc:Fallback xmlns="">
            <p:pic>
              <p:nvPicPr>
                <p:cNvPr id="69" name="Ink 68">
                  <a:extLst>
                    <a:ext uri="{FF2B5EF4-FFF2-40B4-BE49-F238E27FC236}">
                      <a16:creationId xmlns:a16="http://schemas.microsoft.com/office/drawing/2014/main" id="{E6F5E031-FAC0-9793-04F0-CA6A166909E6}"/>
                    </a:ext>
                  </a:extLst>
                </p:cNvPr>
                <p:cNvPicPr/>
                <p:nvPr/>
              </p:nvPicPr>
              <p:blipFill>
                <a:blip r:embed="rId43"/>
                <a:stretch>
                  <a:fillRect/>
                </a:stretch>
              </p:blipFill>
              <p:spPr>
                <a:xfrm>
                  <a:off x="7567760" y="2964880"/>
                  <a:ext cx="1760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0" name="Ink 69">
                  <a:extLst>
                    <a:ext uri="{FF2B5EF4-FFF2-40B4-BE49-F238E27FC236}">
                      <a16:creationId xmlns:a16="http://schemas.microsoft.com/office/drawing/2014/main" id="{486F899D-48B6-8AA4-6915-C4BF41372306}"/>
                    </a:ext>
                  </a:extLst>
                </p14:cNvPr>
                <p14:cNvContentPartPr/>
                <p14:nvPr/>
              </p14:nvContentPartPr>
              <p14:xfrm>
                <a:off x="7750280" y="3019960"/>
                <a:ext cx="333360" cy="290880"/>
              </p14:xfrm>
            </p:contentPart>
          </mc:Choice>
          <mc:Fallback xmlns="">
            <p:pic>
              <p:nvPicPr>
                <p:cNvPr id="70" name="Ink 69">
                  <a:extLst>
                    <a:ext uri="{FF2B5EF4-FFF2-40B4-BE49-F238E27FC236}">
                      <a16:creationId xmlns:a16="http://schemas.microsoft.com/office/drawing/2014/main" id="{486F899D-48B6-8AA4-6915-C4BF41372306}"/>
                    </a:ext>
                  </a:extLst>
                </p:cNvPr>
                <p:cNvPicPr/>
                <p:nvPr/>
              </p:nvPicPr>
              <p:blipFill>
                <a:blip r:embed="rId45"/>
                <a:stretch>
                  <a:fillRect/>
                </a:stretch>
              </p:blipFill>
              <p:spPr>
                <a:xfrm>
                  <a:off x="7741640" y="3010960"/>
                  <a:ext cx="35100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2" name="Ink 71">
                  <a:extLst>
                    <a:ext uri="{FF2B5EF4-FFF2-40B4-BE49-F238E27FC236}">
                      <a16:creationId xmlns:a16="http://schemas.microsoft.com/office/drawing/2014/main" id="{4DE637D8-D0B8-4BD9-BBE3-C1F4121AE010}"/>
                    </a:ext>
                  </a:extLst>
                </p14:cNvPr>
                <p14:cNvContentPartPr/>
                <p14:nvPr/>
              </p14:nvContentPartPr>
              <p14:xfrm>
                <a:off x="7203800" y="3221200"/>
                <a:ext cx="151920" cy="218520"/>
              </p14:xfrm>
            </p:contentPart>
          </mc:Choice>
          <mc:Fallback xmlns="">
            <p:pic>
              <p:nvPicPr>
                <p:cNvPr id="72" name="Ink 71">
                  <a:extLst>
                    <a:ext uri="{FF2B5EF4-FFF2-40B4-BE49-F238E27FC236}">
                      <a16:creationId xmlns:a16="http://schemas.microsoft.com/office/drawing/2014/main" id="{4DE637D8-D0B8-4BD9-BBE3-C1F4121AE010}"/>
                    </a:ext>
                  </a:extLst>
                </p:cNvPr>
                <p:cNvPicPr/>
                <p:nvPr/>
              </p:nvPicPr>
              <p:blipFill>
                <a:blip r:embed="rId47"/>
                <a:stretch>
                  <a:fillRect/>
                </a:stretch>
              </p:blipFill>
              <p:spPr>
                <a:xfrm>
                  <a:off x="7194800" y="3212560"/>
                  <a:ext cx="1695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3" name="Ink 72">
                  <a:extLst>
                    <a:ext uri="{FF2B5EF4-FFF2-40B4-BE49-F238E27FC236}">
                      <a16:creationId xmlns:a16="http://schemas.microsoft.com/office/drawing/2014/main" id="{392D3F07-409A-9A6D-3613-E624D743F61F}"/>
                    </a:ext>
                  </a:extLst>
                </p14:cNvPr>
                <p14:cNvContentPartPr/>
                <p14:nvPr/>
              </p14:nvContentPartPr>
              <p14:xfrm>
                <a:off x="7375520" y="3345400"/>
                <a:ext cx="427680" cy="225000"/>
              </p14:xfrm>
            </p:contentPart>
          </mc:Choice>
          <mc:Fallback xmlns="">
            <p:pic>
              <p:nvPicPr>
                <p:cNvPr id="73" name="Ink 72">
                  <a:extLst>
                    <a:ext uri="{FF2B5EF4-FFF2-40B4-BE49-F238E27FC236}">
                      <a16:creationId xmlns:a16="http://schemas.microsoft.com/office/drawing/2014/main" id="{392D3F07-409A-9A6D-3613-E624D743F61F}"/>
                    </a:ext>
                  </a:extLst>
                </p:cNvPr>
                <p:cNvPicPr/>
                <p:nvPr/>
              </p:nvPicPr>
              <p:blipFill>
                <a:blip r:embed="rId49"/>
                <a:stretch>
                  <a:fillRect/>
                </a:stretch>
              </p:blipFill>
              <p:spPr>
                <a:xfrm>
                  <a:off x="7366880" y="3336760"/>
                  <a:ext cx="4453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74" name="Ink 73">
                  <a:extLst>
                    <a:ext uri="{FF2B5EF4-FFF2-40B4-BE49-F238E27FC236}">
                      <a16:creationId xmlns:a16="http://schemas.microsoft.com/office/drawing/2014/main" id="{4EBE6D89-BF53-AFF5-6C1B-0303F52E49CA}"/>
                    </a:ext>
                  </a:extLst>
                </p14:cNvPr>
                <p14:cNvContentPartPr/>
                <p14:nvPr/>
              </p14:nvContentPartPr>
              <p14:xfrm>
                <a:off x="7921280" y="3368800"/>
                <a:ext cx="241560" cy="193320"/>
              </p14:xfrm>
            </p:contentPart>
          </mc:Choice>
          <mc:Fallback xmlns="">
            <p:pic>
              <p:nvPicPr>
                <p:cNvPr id="74" name="Ink 73">
                  <a:extLst>
                    <a:ext uri="{FF2B5EF4-FFF2-40B4-BE49-F238E27FC236}">
                      <a16:creationId xmlns:a16="http://schemas.microsoft.com/office/drawing/2014/main" id="{4EBE6D89-BF53-AFF5-6C1B-0303F52E49CA}"/>
                    </a:ext>
                  </a:extLst>
                </p:cNvPr>
                <p:cNvPicPr/>
                <p:nvPr/>
              </p:nvPicPr>
              <p:blipFill>
                <a:blip r:embed="rId51"/>
                <a:stretch>
                  <a:fillRect/>
                </a:stretch>
              </p:blipFill>
              <p:spPr>
                <a:xfrm>
                  <a:off x="7912280" y="3360160"/>
                  <a:ext cx="2592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75" name="Ink 74">
                  <a:extLst>
                    <a:ext uri="{FF2B5EF4-FFF2-40B4-BE49-F238E27FC236}">
                      <a16:creationId xmlns:a16="http://schemas.microsoft.com/office/drawing/2014/main" id="{E49BB59C-3D45-E5FD-7DC8-400C3EC15DAB}"/>
                    </a:ext>
                  </a:extLst>
                </p14:cNvPr>
                <p14:cNvContentPartPr/>
                <p14:nvPr/>
              </p14:nvContentPartPr>
              <p14:xfrm>
                <a:off x="7945040" y="3484720"/>
                <a:ext cx="74520" cy="21600"/>
              </p14:xfrm>
            </p:contentPart>
          </mc:Choice>
          <mc:Fallback xmlns="">
            <p:pic>
              <p:nvPicPr>
                <p:cNvPr id="75" name="Ink 74">
                  <a:extLst>
                    <a:ext uri="{FF2B5EF4-FFF2-40B4-BE49-F238E27FC236}">
                      <a16:creationId xmlns:a16="http://schemas.microsoft.com/office/drawing/2014/main" id="{E49BB59C-3D45-E5FD-7DC8-400C3EC15DAB}"/>
                    </a:ext>
                  </a:extLst>
                </p:cNvPr>
                <p:cNvPicPr/>
                <p:nvPr/>
              </p:nvPicPr>
              <p:blipFill>
                <a:blip r:embed="rId53"/>
                <a:stretch>
                  <a:fillRect/>
                </a:stretch>
              </p:blipFill>
              <p:spPr>
                <a:xfrm>
                  <a:off x="7936040" y="3475720"/>
                  <a:ext cx="921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6" name="Ink 75">
                  <a:extLst>
                    <a:ext uri="{FF2B5EF4-FFF2-40B4-BE49-F238E27FC236}">
                      <a16:creationId xmlns:a16="http://schemas.microsoft.com/office/drawing/2014/main" id="{2436B52F-A33E-757C-6739-699E3A8CDCB3}"/>
                    </a:ext>
                  </a:extLst>
                </p14:cNvPr>
                <p14:cNvContentPartPr/>
                <p14:nvPr/>
              </p14:nvContentPartPr>
              <p14:xfrm>
                <a:off x="8000840" y="3457720"/>
                <a:ext cx="6480" cy="12240"/>
              </p14:xfrm>
            </p:contentPart>
          </mc:Choice>
          <mc:Fallback xmlns="">
            <p:pic>
              <p:nvPicPr>
                <p:cNvPr id="76" name="Ink 75">
                  <a:extLst>
                    <a:ext uri="{FF2B5EF4-FFF2-40B4-BE49-F238E27FC236}">
                      <a16:creationId xmlns:a16="http://schemas.microsoft.com/office/drawing/2014/main" id="{2436B52F-A33E-757C-6739-699E3A8CDCB3}"/>
                    </a:ext>
                  </a:extLst>
                </p:cNvPr>
                <p:cNvPicPr/>
                <p:nvPr/>
              </p:nvPicPr>
              <p:blipFill>
                <a:blip r:embed="rId55"/>
                <a:stretch>
                  <a:fillRect/>
                </a:stretch>
              </p:blipFill>
              <p:spPr>
                <a:xfrm>
                  <a:off x="7991840" y="3449080"/>
                  <a:ext cx="241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7" name="Ink 76">
                  <a:extLst>
                    <a:ext uri="{FF2B5EF4-FFF2-40B4-BE49-F238E27FC236}">
                      <a16:creationId xmlns:a16="http://schemas.microsoft.com/office/drawing/2014/main" id="{C436C7D3-8A4A-AEB8-6792-B17F38603371}"/>
                    </a:ext>
                  </a:extLst>
                </p14:cNvPr>
                <p14:cNvContentPartPr/>
                <p14:nvPr/>
              </p14:nvContentPartPr>
              <p14:xfrm>
                <a:off x="8098760" y="3464200"/>
                <a:ext cx="14040" cy="4320"/>
              </p14:xfrm>
            </p:contentPart>
          </mc:Choice>
          <mc:Fallback xmlns="">
            <p:pic>
              <p:nvPicPr>
                <p:cNvPr id="77" name="Ink 76">
                  <a:extLst>
                    <a:ext uri="{FF2B5EF4-FFF2-40B4-BE49-F238E27FC236}">
                      <a16:creationId xmlns:a16="http://schemas.microsoft.com/office/drawing/2014/main" id="{C436C7D3-8A4A-AEB8-6792-B17F38603371}"/>
                    </a:ext>
                  </a:extLst>
                </p:cNvPr>
                <p:cNvPicPr/>
                <p:nvPr/>
              </p:nvPicPr>
              <p:blipFill>
                <a:blip r:embed="rId57"/>
                <a:stretch>
                  <a:fillRect/>
                </a:stretch>
              </p:blipFill>
              <p:spPr>
                <a:xfrm>
                  <a:off x="8090120" y="3455560"/>
                  <a:ext cx="316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9" name="Ink 78">
                  <a:extLst>
                    <a:ext uri="{FF2B5EF4-FFF2-40B4-BE49-F238E27FC236}">
                      <a16:creationId xmlns:a16="http://schemas.microsoft.com/office/drawing/2014/main" id="{488DF686-76D9-5E2D-CDEB-B09E1577AE40}"/>
                    </a:ext>
                  </a:extLst>
                </p14:cNvPr>
                <p14:cNvContentPartPr/>
                <p14:nvPr/>
              </p14:nvContentPartPr>
              <p14:xfrm>
                <a:off x="8092640" y="2341360"/>
                <a:ext cx="137160" cy="100440"/>
              </p14:xfrm>
            </p:contentPart>
          </mc:Choice>
          <mc:Fallback xmlns="">
            <p:pic>
              <p:nvPicPr>
                <p:cNvPr id="79" name="Ink 78">
                  <a:extLst>
                    <a:ext uri="{FF2B5EF4-FFF2-40B4-BE49-F238E27FC236}">
                      <a16:creationId xmlns:a16="http://schemas.microsoft.com/office/drawing/2014/main" id="{488DF686-76D9-5E2D-CDEB-B09E1577AE40}"/>
                    </a:ext>
                  </a:extLst>
                </p:cNvPr>
                <p:cNvPicPr/>
                <p:nvPr/>
              </p:nvPicPr>
              <p:blipFill>
                <a:blip r:embed="rId59"/>
                <a:stretch>
                  <a:fillRect/>
                </a:stretch>
              </p:blipFill>
              <p:spPr>
                <a:xfrm>
                  <a:off x="8084000" y="2332360"/>
                  <a:ext cx="1548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0" name="Ink 79">
                  <a:extLst>
                    <a:ext uri="{FF2B5EF4-FFF2-40B4-BE49-F238E27FC236}">
                      <a16:creationId xmlns:a16="http://schemas.microsoft.com/office/drawing/2014/main" id="{F01C1568-9922-8BD1-E2D0-0C09A663C864}"/>
                    </a:ext>
                  </a:extLst>
                </p14:cNvPr>
                <p14:cNvContentPartPr/>
                <p14:nvPr/>
              </p14:nvContentPartPr>
              <p14:xfrm>
                <a:off x="8148080" y="2348200"/>
                <a:ext cx="627120" cy="507600"/>
              </p14:xfrm>
            </p:contentPart>
          </mc:Choice>
          <mc:Fallback xmlns="">
            <p:pic>
              <p:nvPicPr>
                <p:cNvPr id="80" name="Ink 79">
                  <a:extLst>
                    <a:ext uri="{FF2B5EF4-FFF2-40B4-BE49-F238E27FC236}">
                      <a16:creationId xmlns:a16="http://schemas.microsoft.com/office/drawing/2014/main" id="{F01C1568-9922-8BD1-E2D0-0C09A663C864}"/>
                    </a:ext>
                  </a:extLst>
                </p:cNvPr>
                <p:cNvPicPr/>
                <p:nvPr/>
              </p:nvPicPr>
              <p:blipFill>
                <a:blip r:embed="rId61"/>
                <a:stretch>
                  <a:fillRect/>
                </a:stretch>
              </p:blipFill>
              <p:spPr>
                <a:xfrm>
                  <a:off x="8139440" y="2339200"/>
                  <a:ext cx="64476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1" name="Ink 80">
                  <a:extLst>
                    <a:ext uri="{FF2B5EF4-FFF2-40B4-BE49-F238E27FC236}">
                      <a16:creationId xmlns:a16="http://schemas.microsoft.com/office/drawing/2014/main" id="{82D37FA3-B6AE-D614-7CCF-1025A862F064}"/>
                    </a:ext>
                  </a:extLst>
                </p14:cNvPr>
                <p14:cNvContentPartPr/>
                <p14:nvPr/>
              </p14:nvContentPartPr>
              <p14:xfrm>
                <a:off x="8717600" y="2851480"/>
                <a:ext cx="160200" cy="200520"/>
              </p14:xfrm>
            </p:contentPart>
          </mc:Choice>
          <mc:Fallback xmlns="">
            <p:pic>
              <p:nvPicPr>
                <p:cNvPr id="81" name="Ink 80">
                  <a:extLst>
                    <a:ext uri="{FF2B5EF4-FFF2-40B4-BE49-F238E27FC236}">
                      <a16:creationId xmlns:a16="http://schemas.microsoft.com/office/drawing/2014/main" id="{82D37FA3-B6AE-D614-7CCF-1025A862F064}"/>
                    </a:ext>
                  </a:extLst>
                </p:cNvPr>
                <p:cNvPicPr/>
                <p:nvPr/>
              </p:nvPicPr>
              <p:blipFill>
                <a:blip r:embed="rId63"/>
                <a:stretch>
                  <a:fillRect/>
                </a:stretch>
              </p:blipFill>
              <p:spPr>
                <a:xfrm>
                  <a:off x="8708600" y="2842840"/>
                  <a:ext cx="1778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2" name="Ink 81">
                  <a:extLst>
                    <a:ext uri="{FF2B5EF4-FFF2-40B4-BE49-F238E27FC236}">
                      <a16:creationId xmlns:a16="http://schemas.microsoft.com/office/drawing/2014/main" id="{DD6F6E3F-BA6B-8B72-1175-34B72878CDCB}"/>
                    </a:ext>
                  </a:extLst>
                </p14:cNvPr>
                <p14:cNvContentPartPr/>
                <p14:nvPr/>
              </p14:nvContentPartPr>
              <p14:xfrm>
                <a:off x="8915600" y="2938240"/>
                <a:ext cx="102600" cy="108360"/>
              </p14:xfrm>
            </p:contentPart>
          </mc:Choice>
          <mc:Fallback xmlns="">
            <p:pic>
              <p:nvPicPr>
                <p:cNvPr id="82" name="Ink 81">
                  <a:extLst>
                    <a:ext uri="{FF2B5EF4-FFF2-40B4-BE49-F238E27FC236}">
                      <a16:creationId xmlns:a16="http://schemas.microsoft.com/office/drawing/2014/main" id="{DD6F6E3F-BA6B-8B72-1175-34B72878CDCB}"/>
                    </a:ext>
                  </a:extLst>
                </p:cNvPr>
                <p:cNvPicPr/>
                <p:nvPr/>
              </p:nvPicPr>
              <p:blipFill>
                <a:blip r:embed="rId65"/>
                <a:stretch>
                  <a:fillRect/>
                </a:stretch>
              </p:blipFill>
              <p:spPr>
                <a:xfrm>
                  <a:off x="8906600" y="2929240"/>
                  <a:ext cx="1202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E4B62F5E-2AC4-2E70-8B53-53E0E1CF6D17}"/>
                    </a:ext>
                  </a:extLst>
                </p14:cNvPr>
                <p14:cNvContentPartPr/>
                <p14:nvPr/>
              </p14:nvContentPartPr>
              <p14:xfrm>
                <a:off x="9056720" y="2904400"/>
                <a:ext cx="315360" cy="140040"/>
              </p14:xfrm>
            </p:contentPart>
          </mc:Choice>
          <mc:Fallback xmlns="">
            <p:pic>
              <p:nvPicPr>
                <p:cNvPr id="83" name="Ink 82">
                  <a:extLst>
                    <a:ext uri="{FF2B5EF4-FFF2-40B4-BE49-F238E27FC236}">
                      <a16:creationId xmlns:a16="http://schemas.microsoft.com/office/drawing/2014/main" id="{E4B62F5E-2AC4-2E70-8B53-53E0E1CF6D17}"/>
                    </a:ext>
                  </a:extLst>
                </p:cNvPr>
                <p:cNvPicPr/>
                <p:nvPr/>
              </p:nvPicPr>
              <p:blipFill>
                <a:blip r:embed="rId67"/>
                <a:stretch>
                  <a:fillRect/>
                </a:stretch>
              </p:blipFill>
              <p:spPr>
                <a:xfrm>
                  <a:off x="9047720" y="2895760"/>
                  <a:ext cx="33300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4" name="Ink 83">
                  <a:extLst>
                    <a:ext uri="{FF2B5EF4-FFF2-40B4-BE49-F238E27FC236}">
                      <a16:creationId xmlns:a16="http://schemas.microsoft.com/office/drawing/2014/main" id="{2B9D8C08-2EC8-6E10-7077-BA28459850EA}"/>
                    </a:ext>
                  </a:extLst>
                </p14:cNvPr>
                <p14:cNvContentPartPr/>
                <p14:nvPr/>
              </p14:nvContentPartPr>
              <p14:xfrm>
                <a:off x="9384320" y="2899720"/>
                <a:ext cx="18720" cy="16200"/>
              </p14:xfrm>
            </p:contentPart>
          </mc:Choice>
          <mc:Fallback xmlns="">
            <p:pic>
              <p:nvPicPr>
                <p:cNvPr id="84" name="Ink 83">
                  <a:extLst>
                    <a:ext uri="{FF2B5EF4-FFF2-40B4-BE49-F238E27FC236}">
                      <a16:creationId xmlns:a16="http://schemas.microsoft.com/office/drawing/2014/main" id="{2B9D8C08-2EC8-6E10-7077-BA28459850EA}"/>
                    </a:ext>
                  </a:extLst>
                </p:cNvPr>
                <p:cNvPicPr/>
                <p:nvPr/>
              </p:nvPicPr>
              <p:blipFill>
                <a:blip r:embed="rId69"/>
                <a:stretch>
                  <a:fillRect/>
                </a:stretch>
              </p:blipFill>
              <p:spPr>
                <a:xfrm>
                  <a:off x="9375680" y="2891080"/>
                  <a:ext cx="363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5" name="Ink 84">
                  <a:extLst>
                    <a:ext uri="{FF2B5EF4-FFF2-40B4-BE49-F238E27FC236}">
                      <a16:creationId xmlns:a16="http://schemas.microsoft.com/office/drawing/2014/main" id="{8911DE05-1B69-8EBD-DC1D-57A024F69842}"/>
                    </a:ext>
                  </a:extLst>
                </p14:cNvPr>
                <p14:cNvContentPartPr/>
                <p14:nvPr/>
              </p14:nvContentPartPr>
              <p14:xfrm>
                <a:off x="9402680" y="2947960"/>
                <a:ext cx="194040" cy="135360"/>
              </p14:xfrm>
            </p:contentPart>
          </mc:Choice>
          <mc:Fallback xmlns="">
            <p:pic>
              <p:nvPicPr>
                <p:cNvPr id="85" name="Ink 84">
                  <a:extLst>
                    <a:ext uri="{FF2B5EF4-FFF2-40B4-BE49-F238E27FC236}">
                      <a16:creationId xmlns:a16="http://schemas.microsoft.com/office/drawing/2014/main" id="{8911DE05-1B69-8EBD-DC1D-57A024F69842}"/>
                    </a:ext>
                  </a:extLst>
                </p:cNvPr>
                <p:cNvPicPr/>
                <p:nvPr/>
              </p:nvPicPr>
              <p:blipFill>
                <a:blip r:embed="rId71"/>
                <a:stretch>
                  <a:fillRect/>
                </a:stretch>
              </p:blipFill>
              <p:spPr>
                <a:xfrm>
                  <a:off x="9393680" y="2938960"/>
                  <a:ext cx="2116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7" name="Ink 86">
                  <a:extLst>
                    <a:ext uri="{FF2B5EF4-FFF2-40B4-BE49-F238E27FC236}">
                      <a16:creationId xmlns:a16="http://schemas.microsoft.com/office/drawing/2014/main" id="{F77FC330-72C3-7E1C-0456-FF7D67DD2BD1}"/>
                    </a:ext>
                  </a:extLst>
                </p14:cNvPr>
                <p14:cNvContentPartPr/>
                <p14:nvPr/>
              </p14:nvContentPartPr>
              <p14:xfrm>
                <a:off x="9164720" y="3174760"/>
                <a:ext cx="69840" cy="88200"/>
              </p14:xfrm>
            </p:contentPart>
          </mc:Choice>
          <mc:Fallback xmlns="">
            <p:pic>
              <p:nvPicPr>
                <p:cNvPr id="87" name="Ink 86">
                  <a:extLst>
                    <a:ext uri="{FF2B5EF4-FFF2-40B4-BE49-F238E27FC236}">
                      <a16:creationId xmlns:a16="http://schemas.microsoft.com/office/drawing/2014/main" id="{F77FC330-72C3-7E1C-0456-FF7D67DD2BD1}"/>
                    </a:ext>
                  </a:extLst>
                </p:cNvPr>
                <p:cNvPicPr/>
                <p:nvPr/>
              </p:nvPicPr>
              <p:blipFill>
                <a:blip r:embed="rId73"/>
                <a:stretch>
                  <a:fillRect/>
                </a:stretch>
              </p:blipFill>
              <p:spPr>
                <a:xfrm>
                  <a:off x="9156080" y="3166120"/>
                  <a:ext cx="874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8" name="Ink 87">
                  <a:extLst>
                    <a:ext uri="{FF2B5EF4-FFF2-40B4-BE49-F238E27FC236}">
                      <a16:creationId xmlns:a16="http://schemas.microsoft.com/office/drawing/2014/main" id="{B5D45139-A299-C729-21E1-1091854470B0}"/>
                    </a:ext>
                  </a:extLst>
                </p14:cNvPr>
                <p14:cNvContentPartPr/>
                <p14:nvPr/>
              </p14:nvContentPartPr>
              <p14:xfrm>
                <a:off x="9221960" y="3184840"/>
                <a:ext cx="89640" cy="164880"/>
              </p14:xfrm>
            </p:contentPart>
          </mc:Choice>
          <mc:Fallback xmlns="">
            <p:pic>
              <p:nvPicPr>
                <p:cNvPr id="88" name="Ink 87">
                  <a:extLst>
                    <a:ext uri="{FF2B5EF4-FFF2-40B4-BE49-F238E27FC236}">
                      <a16:creationId xmlns:a16="http://schemas.microsoft.com/office/drawing/2014/main" id="{B5D45139-A299-C729-21E1-1091854470B0}"/>
                    </a:ext>
                  </a:extLst>
                </p:cNvPr>
                <p:cNvPicPr/>
                <p:nvPr/>
              </p:nvPicPr>
              <p:blipFill>
                <a:blip r:embed="rId75"/>
                <a:stretch>
                  <a:fillRect/>
                </a:stretch>
              </p:blipFill>
              <p:spPr>
                <a:xfrm>
                  <a:off x="9213320" y="3176200"/>
                  <a:ext cx="1072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9" name="Ink 88">
                  <a:extLst>
                    <a:ext uri="{FF2B5EF4-FFF2-40B4-BE49-F238E27FC236}">
                      <a16:creationId xmlns:a16="http://schemas.microsoft.com/office/drawing/2014/main" id="{88026F11-87C2-D9E7-FDC6-20B282C0408E}"/>
                    </a:ext>
                  </a:extLst>
                </p14:cNvPr>
                <p14:cNvContentPartPr/>
                <p14:nvPr/>
              </p14:nvContentPartPr>
              <p14:xfrm>
                <a:off x="9292160" y="3299680"/>
                <a:ext cx="50040" cy="53280"/>
              </p14:xfrm>
            </p:contentPart>
          </mc:Choice>
          <mc:Fallback xmlns="">
            <p:pic>
              <p:nvPicPr>
                <p:cNvPr id="89" name="Ink 88">
                  <a:extLst>
                    <a:ext uri="{FF2B5EF4-FFF2-40B4-BE49-F238E27FC236}">
                      <a16:creationId xmlns:a16="http://schemas.microsoft.com/office/drawing/2014/main" id="{88026F11-87C2-D9E7-FDC6-20B282C0408E}"/>
                    </a:ext>
                  </a:extLst>
                </p:cNvPr>
                <p:cNvPicPr/>
                <p:nvPr/>
              </p:nvPicPr>
              <p:blipFill>
                <a:blip r:embed="rId77"/>
                <a:stretch>
                  <a:fillRect/>
                </a:stretch>
              </p:blipFill>
              <p:spPr>
                <a:xfrm>
                  <a:off x="9283520" y="3291040"/>
                  <a:ext cx="676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1" name="Ink 90">
                  <a:extLst>
                    <a:ext uri="{FF2B5EF4-FFF2-40B4-BE49-F238E27FC236}">
                      <a16:creationId xmlns:a16="http://schemas.microsoft.com/office/drawing/2014/main" id="{9AC83E27-91B0-EA33-F406-F3304723FADD}"/>
                    </a:ext>
                  </a:extLst>
                </p14:cNvPr>
                <p14:cNvContentPartPr/>
                <p14:nvPr/>
              </p14:nvContentPartPr>
              <p14:xfrm>
                <a:off x="9383600" y="3217240"/>
                <a:ext cx="167760" cy="141840"/>
              </p14:xfrm>
            </p:contentPart>
          </mc:Choice>
          <mc:Fallback xmlns="">
            <p:pic>
              <p:nvPicPr>
                <p:cNvPr id="91" name="Ink 90">
                  <a:extLst>
                    <a:ext uri="{FF2B5EF4-FFF2-40B4-BE49-F238E27FC236}">
                      <a16:creationId xmlns:a16="http://schemas.microsoft.com/office/drawing/2014/main" id="{9AC83E27-91B0-EA33-F406-F3304723FADD}"/>
                    </a:ext>
                  </a:extLst>
                </p:cNvPr>
                <p:cNvPicPr/>
                <p:nvPr/>
              </p:nvPicPr>
              <p:blipFill>
                <a:blip r:embed="rId79"/>
                <a:stretch>
                  <a:fillRect/>
                </a:stretch>
              </p:blipFill>
              <p:spPr>
                <a:xfrm>
                  <a:off x="9374960" y="3208240"/>
                  <a:ext cx="1854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2" name="Ink 91">
                  <a:extLst>
                    <a:ext uri="{FF2B5EF4-FFF2-40B4-BE49-F238E27FC236}">
                      <a16:creationId xmlns:a16="http://schemas.microsoft.com/office/drawing/2014/main" id="{ADEDA680-2047-4335-E77A-364836D72F56}"/>
                    </a:ext>
                  </a:extLst>
                </p14:cNvPr>
                <p14:cNvContentPartPr/>
                <p14:nvPr/>
              </p14:nvContentPartPr>
              <p14:xfrm>
                <a:off x="9599960" y="3223360"/>
                <a:ext cx="11880" cy="119520"/>
              </p14:xfrm>
            </p:contentPart>
          </mc:Choice>
          <mc:Fallback xmlns="">
            <p:pic>
              <p:nvPicPr>
                <p:cNvPr id="92" name="Ink 91">
                  <a:extLst>
                    <a:ext uri="{FF2B5EF4-FFF2-40B4-BE49-F238E27FC236}">
                      <a16:creationId xmlns:a16="http://schemas.microsoft.com/office/drawing/2014/main" id="{ADEDA680-2047-4335-E77A-364836D72F56}"/>
                    </a:ext>
                  </a:extLst>
                </p:cNvPr>
                <p:cNvPicPr/>
                <p:nvPr/>
              </p:nvPicPr>
              <p:blipFill>
                <a:blip r:embed="rId81"/>
                <a:stretch>
                  <a:fillRect/>
                </a:stretch>
              </p:blipFill>
              <p:spPr>
                <a:xfrm>
                  <a:off x="9591320" y="3214720"/>
                  <a:ext cx="29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3" name="Ink 92">
                  <a:extLst>
                    <a:ext uri="{FF2B5EF4-FFF2-40B4-BE49-F238E27FC236}">
                      <a16:creationId xmlns:a16="http://schemas.microsoft.com/office/drawing/2014/main" id="{F4E76B35-21F9-EA26-979A-655646DB37B9}"/>
                    </a:ext>
                  </a:extLst>
                </p14:cNvPr>
                <p14:cNvContentPartPr/>
                <p14:nvPr/>
              </p14:nvContentPartPr>
              <p14:xfrm>
                <a:off x="9734960" y="3231640"/>
                <a:ext cx="7200" cy="122760"/>
              </p14:xfrm>
            </p:contentPart>
          </mc:Choice>
          <mc:Fallback xmlns="">
            <p:pic>
              <p:nvPicPr>
                <p:cNvPr id="93" name="Ink 92">
                  <a:extLst>
                    <a:ext uri="{FF2B5EF4-FFF2-40B4-BE49-F238E27FC236}">
                      <a16:creationId xmlns:a16="http://schemas.microsoft.com/office/drawing/2014/main" id="{F4E76B35-21F9-EA26-979A-655646DB37B9}"/>
                    </a:ext>
                  </a:extLst>
                </p:cNvPr>
                <p:cNvPicPr/>
                <p:nvPr/>
              </p:nvPicPr>
              <p:blipFill>
                <a:blip r:embed="rId83"/>
                <a:stretch>
                  <a:fillRect/>
                </a:stretch>
              </p:blipFill>
              <p:spPr>
                <a:xfrm>
                  <a:off x="9726320" y="3222640"/>
                  <a:ext cx="248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4" name="Ink 93">
                  <a:extLst>
                    <a:ext uri="{FF2B5EF4-FFF2-40B4-BE49-F238E27FC236}">
                      <a16:creationId xmlns:a16="http://schemas.microsoft.com/office/drawing/2014/main" id="{EAAB5707-1B18-6F08-5DD0-0F51CB6D0AD9}"/>
                    </a:ext>
                  </a:extLst>
                </p14:cNvPr>
                <p14:cNvContentPartPr/>
                <p14:nvPr/>
              </p14:nvContentPartPr>
              <p14:xfrm>
                <a:off x="9709760" y="3215800"/>
                <a:ext cx="144720" cy="169200"/>
              </p14:xfrm>
            </p:contentPart>
          </mc:Choice>
          <mc:Fallback xmlns="">
            <p:pic>
              <p:nvPicPr>
                <p:cNvPr id="94" name="Ink 93">
                  <a:extLst>
                    <a:ext uri="{FF2B5EF4-FFF2-40B4-BE49-F238E27FC236}">
                      <a16:creationId xmlns:a16="http://schemas.microsoft.com/office/drawing/2014/main" id="{EAAB5707-1B18-6F08-5DD0-0F51CB6D0AD9}"/>
                    </a:ext>
                  </a:extLst>
                </p:cNvPr>
                <p:cNvPicPr/>
                <p:nvPr/>
              </p:nvPicPr>
              <p:blipFill>
                <a:blip r:embed="rId85"/>
                <a:stretch>
                  <a:fillRect/>
                </a:stretch>
              </p:blipFill>
              <p:spPr>
                <a:xfrm>
                  <a:off x="9700760" y="3206800"/>
                  <a:ext cx="1623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6" name="Ink 95">
                  <a:extLst>
                    <a:ext uri="{FF2B5EF4-FFF2-40B4-BE49-F238E27FC236}">
                      <a16:creationId xmlns:a16="http://schemas.microsoft.com/office/drawing/2014/main" id="{643E3156-3BEF-2125-38C8-465B362779A7}"/>
                    </a:ext>
                  </a:extLst>
                </p14:cNvPr>
                <p14:cNvContentPartPr/>
                <p14:nvPr/>
              </p14:nvContentPartPr>
              <p14:xfrm>
                <a:off x="10093520" y="3221920"/>
                <a:ext cx="169920" cy="14040"/>
              </p14:xfrm>
            </p:contentPart>
          </mc:Choice>
          <mc:Fallback xmlns="">
            <p:pic>
              <p:nvPicPr>
                <p:cNvPr id="96" name="Ink 95">
                  <a:extLst>
                    <a:ext uri="{FF2B5EF4-FFF2-40B4-BE49-F238E27FC236}">
                      <a16:creationId xmlns:a16="http://schemas.microsoft.com/office/drawing/2014/main" id="{643E3156-3BEF-2125-38C8-465B362779A7}"/>
                    </a:ext>
                  </a:extLst>
                </p:cNvPr>
                <p:cNvPicPr/>
                <p:nvPr/>
              </p:nvPicPr>
              <p:blipFill>
                <a:blip r:embed="rId87"/>
                <a:stretch>
                  <a:fillRect/>
                </a:stretch>
              </p:blipFill>
              <p:spPr>
                <a:xfrm>
                  <a:off x="10084880" y="3213280"/>
                  <a:ext cx="1875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7" name="Ink 96">
                  <a:extLst>
                    <a:ext uri="{FF2B5EF4-FFF2-40B4-BE49-F238E27FC236}">
                      <a16:creationId xmlns:a16="http://schemas.microsoft.com/office/drawing/2014/main" id="{9D4B8A70-F64E-7AC4-BAB5-2BA232753635}"/>
                    </a:ext>
                  </a:extLst>
                </p14:cNvPr>
                <p14:cNvContentPartPr/>
                <p14:nvPr/>
              </p14:nvContentPartPr>
              <p14:xfrm>
                <a:off x="10188200" y="3241000"/>
                <a:ext cx="57240" cy="146160"/>
              </p14:xfrm>
            </p:contentPart>
          </mc:Choice>
          <mc:Fallback xmlns="">
            <p:pic>
              <p:nvPicPr>
                <p:cNvPr id="97" name="Ink 96">
                  <a:extLst>
                    <a:ext uri="{FF2B5EF4-FFF2-40B4-BE49-F238E27FC236}">
                      <a16:creationId xmlns:a16="http://schemas.microsoft.com/office/drawing/2014/main" id="{9D4B8A70-F64E-7AC4-BAB5-2BA232753635}"/>
                    </a:ext>
                  </a:extLst>
                </p:cNvPr>
                <p:cNvPicPr/>
                <p:nvPr/>
              </p:nvPicPr>
              <p:blipFill>
                <a:blip r:embed="rId89"/>
                <a:stretch>
                  <a:fillRect/>
                </a:stretch>
              </p:blipFill>
              <p:spPr>
                <a:xfrm>
                  <a:off x="10179560" y="3232000"/>
                  <a:ext cx="748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8" name="Ink 97">
                  <a:extLst>
                    <a:ext uri="{FF2B5EF4-FFF2-40B4-BE49-F238E27FC236}">
                      <a16:creationId xmlns:a16="http://schemas.microsoft.com/office/drawing/2014/main" id="{CD54CF54-7206-18F0-DCEB-D4D18959211A}"/>
                    </a:ext>
                  </a:extLst>
                </p14:cNvPr>
                <p14:cNvContentPartPr/>
                <p14:nvPr/>
              </p14:nvContentPartPr>
              <p14:xfrm>
                <a:off x="10288640" y="3287440"/>
                <a:ext cx="144360" cy="91800"/>
              </p14:xfrm>
            </p:contentPart>
          </mc:Choice>
          <mc:Fallback xmlns="">
            <p:pic>
              <p:nvPicPr>
                <p:cNvPr id="98" name="Ink 97">
                  <a:extLst>
                    <a:ext uri="{FF2B5EF4-FFF2-40B4-BE49-F238E27FC236}">
                      <a16:creationId xmlns:a16="http://schemas.microsoft.com/office/drawing/2014/main" id="{CD54CF54-7206-18F0-DCEB-D4D18959211A}"/>
                    </a:ext>
                  </a:extLst>
                </p:cNvPr>
                <p:cNvPicPr/>
                <p:nvPr/>
              </p:nvPicPr>
              <p:blipFill>
                <a:blip r:embed="rId91"/>
                <a:stretch>
                  <a:fillRect/>
                </a:stretch>
              </p:blipFill>
              <p:spPr>
                <a:xfrm>
                  <a:off x="10279640" y="3278800"/>
                  <a:ext cx="1620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9" name="Ink 98">
                  <a:extLst>
                    <a:ext uri="{FF2B5EF4-FFF2-40B4-BE49-F238E27FC236}">
                      <a16:creationId xmlns:a16="http://schemas.microsoft.com/office/drawing/2014/main" id="{4CD47A75-FC76-1FBD-5389-A5887862D2CD}"/>
                    </a:ext>
                  </a:extLst>
                </p14:cNvPr>
                <p14:cNvContentPartPr/>
                <p14:nvPr/>
              </p14:nvContentPartPr>
              <p14:xfrm>
                <a:off x="10453880" y="3240640"/>
                <a:ext cx="493200" cy="164880"/>
              </p14:xfrm>
            </p:contentPart>
          </mc:Choice>
          <mc:Fallback xmlns="">
            <p:pic>
              <p:nvPicPr>
                <p:cNvPr id="99" name="Ink 98">
                  <a:extLst>
                    <a:ext uri="{FF2B5EF4-FFF2-40B4-BE49-F238E27FC236}">
                      <a16:creationId xmlns:a16="http://schemas.microsoft.com/office/drawing/2014/main" id="{4CD47A75-FC76-1FBD-5389-A5887862D2CD}"/>
                    </a:ext>
                  </a:extLst>
                </p:cNvPr>
                <p:cNvPicPr/>
                <p:nvPr/>
              </p:nvPicPr>
              <p:blipFill>
                <a:blip r:embed="rId93"/>
                <a:stretch>
                  <a:fillRect/>
                </a:stretch>
              </p:blipFill>
              <p:spPr>
                <a:xfrm>
                  <a:off x="10445240" y="3231640"/>
                  <a:ext cx="5108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0" name="Ink 99">
                  <a:extLst>
                    <a:ext uri="{FF2B5EF4-FFF2-40B4-BE49-F238E27FC236}">
                      <a16:creationId xmlns:a16="http://schemas.microsoft.com/office/drawing/2014/main" id="{135C4BBC-2516-203F-84E6-CBBBF5561B8C}"/>
                    </a:ext>
                  </a:extLst>
                </p14:cNvPr>
                <p14:cNvContentPartPr/>
                <p14:nvPr/>
              </p14:nvContentPartPr>
              <p14:xfrm>
                <a:off x="9284600" y="3518920"/>
                <a:ext cx="186480" cy="27000"/>
              </p14:xfrm>
            </p:contentPart>
          </mc:Choice>
          <mc:Fallback xmlns="">
            <p:pic>
              <p:nvPicPr>
                <p:cNvPr id="100" name="Ink 99">
                  <a:extLst>
                    <a:ext uri="{FF2B5EF4-FFF2-40B4-BE49-F238E27FC236}">
                      <a16:creationId xmlns:a16="http://schemas.microsoft.com/office/drawing/2014/main" id="{135C4BBC-2516-203F-84E6-CBBBF5561B8C}"/>
                    </a:ext>
                  </a:extLst>
                </p:cNvPr>
                <p:cNvPicPr/>
                <p:nvPr/>
              </p:nvPicPr>
              <p:blipFill>
                <a:blip r:embed="rId95"/>
                <a:stretch>
                  <a:fillRect/>
                </a:stretch>
              </p:blipFill>
              <p:spPr>
                <a:xfrm>
                  <a:off x="9275960" y="3510280"/>
                  <a:ext cx="204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1" name="Ink 100">
                  <a:extLst>
                    <a:ext uri="{FF2B5EF4-FFF2-40B4-BE49-F238E27FC236}">
                      <a16:creationId xmlns:a16="http://schemas.microsoft.com/office/drawing/2014/main" id="{F560CC40-3653-E079-C6D2-CB34E13121CD}"/>
                    </a:ext>
                  </a:extLst>
                </p14:cNvPr>
                <p14:cNvContentPartPr/>
                <p14:nvPr/>
              </p14:nvContentPartPr>
              <p14:xfrm>
                <a:off x="9344360" y="3494800"/>
                <a:ext cx="52200" cy="188280"/>
              </p14:xfrm>
            </p:contentPart>
          </mc:Choice>
          <mc:Fallback xmlns="">
            <p:pic>
              <p:nvPicPr>
                <p:cNvPr id="101" name="Ink 100">
                  <a:extLst>
                    <a:ext uri="{FF2B5EF4-FFF2-40B4-BE49-F238E27FC236}">
                      <a16:creationId xmlns:a16="http://schemas.microsoft.com/office/drawing/2014/main" id="{F560CC40-3653-E079-C6D2-CB34E13121CD}"/>
                    </a:ext>
                  </a:extLst>
                </p:cNvPr>
                <p:cNvPicPr/>
                <p:nvPr/>
              </p:nvPicPr>
              <p:blipFill>
                <a:blip r:embed="rId97"/>
                <a:stretch>
                  <a:fillRect/>
                </a:stretch>
              </p:blipFill>
              <p:spPr>
                <a:xfrm>
                  <a:off x="9335720" y="3486160"/>
                  <a:ext cx="698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2" name="Ink 101">
                  <a:extLst>
                    <a:ext uri="{FF2B5EF4-FFF2-40B4-BE49-F238E27FC236}">
                      <a16:creationId xmlns:a16="http://schemas.microsoft.com/office/drawing/2014/main" id="{D5DD5F73-2320-F467-437A-2B36443BBF5C}"/>
                    </a:ext>
                  </a:extLst>
                </p14:cNvPr>
                <p14:cNvContentPartPr/>
                <p14:nvPr/>
              </p14:nvContentPartPr>
              <p14:xfrm>
                <a:off x="9468560" y="3597040"/>
                <a:ext cx="292320" cy="97560"/>
              </p14:xfrm>
            </p:contentPart>
          </mc:Choice>
          <mc:Fallback xmlns="">
            <p:pic>
              <p:nvPicPr>
                <p:cNvPr id="102" name="Ink 101">
                  <a:extLst>
                    <a:ext uri="{FF2B5EF4-FFF2-40B4-BE49-F238E27FC236}">
                      <a16:creationId xmlns:a16="http://schemas.microsoft.com/office/drawing/2014/main" id="{D5DD5F73-2320-F467-437A-2B36443BBF5C}"/>
                    </a:ext>
                  </a:extLst>
                </p:cNvPr>
                <p:cNvPicPr/>
                <p:nvPr/>
              </p:nvPicPr>
              <p:blipFill>
                <a:blip r:embed="rId99"/>
                <a:stretch>
                  <a:fillRect/>
                </a:stretch>
              </p:blipFill>
              <p:spPr>
                <a:xfrm>
                  <a:off x="9459920" y="3588400"/>
                  <a:ext cx="3099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5" name="Ink 104">
                  <a:extLst>
                    <a:ext uri="{FF2B5EF4-FFF2-40B4-BE49-F238E27FC236}">
                      <a16:creationId xmlns:a16="http://schemas.microsoft.com/office/drawing/2014/main" id="{42F4C404-C94B-4623-F28A-47BA4EFD0B44}"/>
                    </a:ext>
                  </a:extLst>
                </p14:cNvPr>
                <p14:cNvContentPartPr/>
                <p14:nvPr/>
              </p14:nvContentPartPr>
              <p14:xfrm>
                <a:off x="10287920" y="3587680"/>
                <a:ext cx="19800" cy="123480"/>
              </p14:xfrm>
            </p:contentPart>
          </mc:Choice>
          <mc:Fallback xmlns="">
            <p:pic>
              <p:nvPicPr>
                <p:cNvPr id="105" name="Ink 104">
                  <a:extLst>
                    <a:ext uri="{FF2B5EF4-FFF2-40B4-BE49-F238E27FC236}">
                      <a16:creationId xmlns:a16="http://schemas.microsoft.com/office/drawing/2014/main" id="{42F4C404-C94B-4623-F28A-47BA4EFD0B44}"/>
                    </a:ext>
                  </a:extLst>
                </p:cNvPr>
                <p:cNvPicPr/>
                <p:nvPr/>
              </p:nvPicPr>
              <p:blipFill>
                <a:blip r:embed="rId101"/>
                <a:stretch>
                  <a:fillRect/>
                </a:stretch>
              </p:blipFill>
              <p:spPr>
                <a:xfrm>
                  <a:off x="10278920" y="3578680"/>
                  <a:ext cx="374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6" name="Ink 105">
                  <a:extLst>
                    <a:ext uri="{FF2B5EF4-FFF2-40B4-BE49-F238E27FC236}">
                      <a16:creationId xmlns:a16="http://schemas.microsoft.com/office/drawing/2014/main" id="{CBEEAF75-E58E-CE17-E29E-1D4D42488510}"/>
                    </a:ext>
                  </a:extLst>
                </p14:cNvPr>
                <p14:cNvContentPartPr/>
                <p14:nvPr/>
              </p14:nvContentPartPr>
              <p14:xfrm>
                <a:off x="10277840" y="3499120"/>
                <a:ext cx="132840" cy="203040"/>
              </p14:xfrm>
            </p:contentPart>
          </mc:Choice>
          <mc:Fallback xmlns="">
            <p:pic>
              <p:nvPicPr>
                <p:cNvPr id="106" name="Ink 105">
                  <a:extLst>
                    <a:ext uri="{FF2B5EF4-FFF2-40B4-BE49-F238E27FC236}">
                      <a16:creationId xmlns:a16="http://schemas.microsoft.com/office/drawing/2014/main" id="{CBEEAF75-E58E-CE17-E29E-1D4D42488510}"/>
                    </a:ext>
                  </a:extLst>
                </p:cNvPr>
                <p:cNvPicPr/>
                <p:nvPr/>
              </p:nvPicPr>
              <p:blipFill>
                <a:blip r:embed="rId103"/>
                <a:stretch>
                  <a:fillRect/>
                </a:stretch>
              </p:blipFill>
              <p:spPr>
                <a:xfrm>
                  <a:off x="10269200" y="3490120"/>
                  <a:ext cx="1504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7" name="Ink 106">
                  <a:extLst>
                    <a:ext uri="{FF2B5EF4-FFF2-40B4-BE49-F238E27FC236}">
                      <a16:creationId xmlns:a16="http://schemas.microsoft.com/office/drawing/2014/main" id="{4BCF3394-0990-63F0-0502-C6141E36ACF9}"/>
                    </a:ext>
                  </a:extLst>
                </p14:cNvPr>
                <p14:cNvContentPartPr/>
                <p14:nvPr/>
              </p14:nvContentPartPr>
              <p14:xfrm>
                <a:off x="10328960" y="3560320"/>
                <a:ext cx="307800" cy="138240"/>
              </p14:xfrm>
            </p:contentPart>
          </mc:Choice>
          <mc:Fallback xmlns="">
            <p:pic>
              <p:nvPicPr>
                <p:cNvPr id="107" name="Ink 106">
                  <a:extLst>
                    <a:ext uri="{FF2B5EF4-FFF2-40B4-BE49-F238E27FC236}">
                      <a16:creationId xmlns:a16="http://schemas.microsoft.com/office/drawing/2014/main" id="{4BCF3394-0990-63F0-0502-C6141E36ACF9}"/>
                    </a:ext>
                  </a:extLst>
                </p:cNvPr>
                <p:cNvPicPr/>
                <p:nvPr/>
              </p:nvPicPr>
              <p:blipFill>
                <a:blip r:embed="rId105"/>
                <a:stretch>
                  <a:fillRect/>
                </a:stretch>
              </p:blipFill>
              <p:spPr>
                <a:xfrm>
                  <a:off x="10319960" y="3551680"/>
                  <a:ext cx="3254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8" name="Ink 107">
                  <a:extLst>
                    <a:ext uri="{FF2B5EF4-FFF2-40B4-BE49-F238E27FC236}">
                      <a16:creationId xmlns:a16="http://schemas.microsoft.com/office/drawing/2014/main" id="{351E6C43-A7D6-5229-4E39-32CB96C9E0F5}"/>
                    </a:ext>
                  </a:extLst>
                </p14:cNvPr>
                <p14:cNvContentPartPr/>
                <p14:nvPr/>
              </p14:nvContentPartPr>
              <p14:xfrm>
                <a:off x="10603640" y="3543040"/>
                <a:ext cx="318600" cy="218160"/>
              </p14:xfrm>
            </p:contentPart>
          </mc:Choice>
          <mc:Fallback xmlns="">
            <p:pic>
              <p:nvPicPr>
                <p:cNvPr id="108" name="Ink 107">
                  <a:extLst>
                    <a:ext uri="{FF2B5EF4-FFF2-40B4-BE49-F238E27FC236}">
                      <a16:creationId xmlns:a16="http://schemas.microsoft.com/office/drawing/2014/main" id="{351E6C43-A7D6-5229-4E39-32CB96C9E0F5}"/>
                    </a:ext>
                  </a:extLst>
                </p:cNvPr>
                <p:cNvPicPr/>
                <p:nvPr/>
              </p:nvPicPr>
              <p:blipFill>
                <a:blip r:embed="rId107"/>
                <a:stretch>
                  <a:fillRect/>
                </a:stretch>
              </p:blipFill>
              <p:spPr>
                <a:xfrm>
                  <a:off x="10595000" y="3534400"/>
                  <a:ext cx="3362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9" name="Ink 108">
                  <a:extLst>
                    <a:ext uri="{FF2B5EF4-FFF2-40B4-BE49-F238E27FC236}">
                      <a16:creationId xmlns:a16="http://schemas.microsoft.com/office/drawing/2014/main" id="{590B1033-78F9-9812-50E6-66BE5CB13BFB}"/>
                    </a:ext>
                  </a:extLst>
                </p14:cNvPr>
                <p14:cNvContentPartPr/>
                <p14:nvPr/>
              </p14:nvContentPartPr>
              <p14:xfrm>
                <a:off x="9082640" y="3134440"/>
                <a:ext cx="1918800" cy="748440"/>
              </p14:xfrm>
            </p:contentPart>
          </mc:Choice>
          <mc:Fallback xmlns="">
            <p:pic>
              <p:nvPicPr>
                <p:cNvPr id="109" name="Ink 108">
                  <a:extLst>
                    <a:ext uri="{FF2B5EF4-FFF2-40B4-BE49-F238E27FC236}">
                      <a16:creationId xmlns:a16="http://schemas.microsoft.com/office/drawing/2014/main" id="{590B1033-78F9-9812-50E6-66BE5CB13BFB}"/>
                    </a:ext>
                  </a:extLst>
                </p:cNvPr>
                <p:cNvPicPr/>
                <p:nvPr/>
              </p:nvPicPr>
              <p:blipFill>
                <a:blip r:embed="rId109"/>
                <a:stretch>
                  <a:fillRect/>
                </a:stretch>
              </p:blipFill>
              <p:spPr>
                <a:xfrm>
                  <a:off x="9074000" y="3125440"/>
                  <a:ext cx="1936440" cy="766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0" name="Ink 109">
                  <a:extLst>
                    <a:ext uri="{FF2B5EF4-FFF2-40B4-BE49-F238E27FC236}">
                      <a16:creationId xmlns:a16="http://schemas.microsoft.com/office/drawing/2014/main" id="{5C2A3464-240E-C252-A9FE-B48661C63BAA}"/>
                    </a:ext>
                  </a:extLst>
                </p14:cNvPr>
                <p14:cNvContentPartPr/>
                <p14:nvPr/>
              </p14:nvContentPartPr>
              <p14:xfrm>
                <a:off x="9175160" y="3156400"/>
                <a:ext cx="2210040" cy="760320"/>
              </p14:xfrm>
            </p:contentPart>
          </mc:Choice>
          <mc:Fallback xmlns="">
            <p:pic>
              <p:nvPicPr>
                <p:cNvPr id="110" name="Ink 109">
                  <a:extLst>
                    <a:ext uri="{FF2B5EF4-FFF2-40B4-BE49-F238E27FC236}">
                      <a16:creationId xmlns:a16="http://schemas.microsoft.com/office/drawing/2014/main" id="{5C2A3464-240E-C252-A9FE-B48661C63BAA}"/>
                    </a:ext>
                  </a:extLst>
                </p:cNvPr>
                <p:cNvPicPr/>
                <p:nvPr/>
              </p:nvPicPr>
              <p:blipFill>
                <a:blip r:embed="rId111"/>
                <a:stretch>
                  <a:fillRect/>
                </a:stretch>
              </p:blipFill>
              <p:spPr>
                <a:xfrm>
                  <a:off x="9166160" y="3147400"/>
                  <a:ext cx="2227680" cy="777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1" name="Ink 110">
                  <a:extLst>
                    <a:ext uri="{FF2B5EF4-FFF2-40B4-BE49-F238E27FC236}">
                      <a16:creationId xmlns:a16="http://schemas.microsoft.com/office/drawing/2014/main" id="{655C3DBF-24E3-F54B-002F-878A020D1CA0}"/>
                    </a:ext>
                  </a:extLst>
                </p14:cNvPr>
                <p14:cNvContentPartPr/>
                <p14:nvPr/>
              </p14:nvContentPartPr>
              <p14:xfrm>
                <a:off x="10029080" y="3271240"/>
                <a:ext cx="9000" cy="279000"/>
              </p14:xfrm>
            </p:contentPart>
          </mc:Choice>
          <mc:Fallback xmlns="">
            <p:pic>
              <p:nvPicPr>
                <p:cNvPr id="111" name="Ink 110">
                  <a:extLst>
                    <a:ext uri="{FF2B5EF4-FFF2-40B4-BE49-F238E27FC236}">
                      <a16:creationId xmlns:a16="http://schemas.microsoft.com/office/drawing/2014/main" id="{655C3DBF-24E3-F54B-002F-878A020D1CA0}"/>
                    </a:ext>
                  </a:extLst>
                </p:cNvPr>
                <p:cNvPicPr/>
                <p:nvPr/>
              </p:nvPicPr>
              <p:blipFill>
                <a:blip r:embed="rId113"/>
                <a:stretch>
                  <a:fillRect/>
                </a:stretch>
              </p:blipFill>
              <p:spPr>
                <a:xfrm>
                  <a:off x="10020440" y="3262600"/>
                  <a:ext cx="26640" cy="296640"/>
                </a:xfrm>
                <a:prstGeom prst="rect">
                  <a:avLst/>
                </a:prstGeom>
              </p:spPr>
            </p:pic>
          </mc:Fallback>
        </mc:AlternateContent>
      </p:grpSp>
    </p:spTree>
    <p:extLst>
      <p:ext uri="{BB962C8B-B14F-4D97-AF65-F5344CB8AC3E}">
        <p14:creationId xmlns:p14="http://schemas.microsoft.com/office/powerpoint/2010/main" val="198276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6" name="Ink 105">
                <a:extLst>
                  <a:ext uri="{FF2B5EF4-FFF2-40B4-BE49-F238E27FC236}">
                    <a16:creationId xmlns:a16="http://schemas.microsoft.com/office/drawing/2014/main" id="{DFBF4EF4-F53B-78AC-3603-271657558DD5}"/>
                  </a:ext>
                </a:extLst>
              </p14:cNvPr>
              <p14:cNvContentPartPr/>
              <p14:nvPr/>
            </p14:nvContentPartPr>
            <p14:xfrm>
              <a:off x="1747140" y="3148140"/>
              <a:ext cx="590400" cy="397080"/>
            </p14:xfrm>
          </p:contentPart>
        </mc:Choice>
        <mc:Fallback xmlns="">
          <p:pic>
            <p:nvPicPr>
              <p:cNvPr id="106" name="Ink 105">
                <a:extLst>
                  <a:ext uri="{FF2B5EF4-FFF2-40B4-BE49-F238E27FC236}">
                    <a16:creationId xmlns:a16="http://schemas.microsoft.com/office/drawing/2014/main" id="{DFBF4EF4-F53B-78AC-3603-271657558DD5}"/>
                  </a:ext>
                </a:extLst>
              </p:cNvPr>
              <p:cNvPicPr/>
              <p:nvPr/>
            </p:nvPicPr>
            <p:blipFill>
              <a:blip r:embed="rId3"/>
              <a:stretch>
                <a:fillRect/>
              </a:stretch>
            </p:blipFill>
            <p:spPr>
              <a:xfrm>
                <a:off x="1738500" y="3139500"/>
                <a:ext cx="60804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6" name="Ink 165">
                <a:extLst>
                  <a:ext uri="{FF2B5EF4-FFF2-40B4-BE49-F238E27FC236}">
                    <a16:creationId xmlns:a16="http://schemas.microsoft.com/office/drawing/2014/main" id="{4477198E-D7F1-13A3-7FFB-17D3CBB02253}"/>
                  </a:ext>
                </a:extLst>
              </p14:cNvPr>
              <p14:cNvContentPartPr/>
              <p14:nvPr/>
            </p14:nvContentPartPr>
            <p14:xfrm>
              <a:off x="7797660" y="5444220"/>
              <a:ext cx="633240" cy="29880"/>
            </p14:xfrm>
          </p:contentPart>
        </mc:Choice>
        <mc:Fallback xmlns="">
          <p:pic>
            <p:nvPicPr>
              <p:cNvPr id="166" name="Ink 165">
                <a:extLst>
                  <a:ext uri="{FF2B5EF4-FFF2-40B4-BE49-F238E27FC236}">
                    <a16:creationId xmlns:a16="http://schemas.microsoft.com/office/drawing/2014/main" id="{4477198E-D7F1-13A3-7FFB-17D3CBB02253}"/>
                  </a:ext>
                </a:extLst>
              </p:cNvPr>
              <p:cNvPicPr/>
              <p:nvPr/>
            </p:nvPicPr>
            <p:blipFill>
              <a:blip r:embed="rId5"/>
              <a:stretch>
                <a:fillRect/>
              </a:stretch>
            </p:blipFill>
            <p:spPr>
              <a:xfrm>
                <a:off x="7788660" y="5435220"/>
                <a:ext cx="6508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8" name="Ink 107">
                <a:extLst>
                  <a:ext uri="{FF2B5EF4-FFF2-40B4-BE49-F238E27FC236}">
                    <a16:creationId xmlns:a16="http://schemas.microsoft.com/office/drawing/2014/main" id="{A13AB178-8D98-1B97-82EC-36C7DC6E58D2}"/>
                  </a:ext>
                </a:extLst>
              </p14:cNvPr>
              <p14:cNvContentPartPr/>
              <p14:nvPr/>
            </p14:nvContentPartPr>
            <p14:xfrm>
              <a:off x="11387940" y="4084860"/>
              <a:ext cx="169920" cy="169920"/>
            </p14:xfrm>
          </p:contentPart>
        </mc:Choice>
        <mc:Fallback xmlns="">
          <p:pic>
            <p:nvPicPr>
              <p:cNvPr id="108" name="Ink 107">
                <a:extLst>
                  <a:ext uri="{FF2B5EF4-FFF2-40B4-BE49-F238E27FC236}">
                    <a16:creationId xmlns:a16="http://schemas.microsoft.com/office/drawing/2014/main" id="{A13AB178-8D98-1B97-82EC-36C7DC6E58D2}"/>
                  </a:ext>
                </a:extLst>
              </p:cNvPr>
              <p:cNvPicPr/>
              <p:nvPr/>
            </p:nvPicPr>
            <p:blipFill>
              <a:blip r:embed="rId7"/>
              <a:stretch>
                <a:fillRect/>
              </a:stretch>
            </p:blipFill>
            <p:spPr>
              <a:xfrm>
                <a:off x="11379300" y="4075860"/>
                <a:ext cx="1875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9" name="Ink 108">
                <a:extLst>
                  <a:ext uri="{FF2B5EF4-FFF2-40B4-BE49-F238E27FC236}">
                    <a16:creationId xmlns:a16="http://schemas.microsoft.com/office/drawing/2014/main" id="{E7FDB6BE-92C2-9973-C78D-B2C5F137CD5E}"/>
                  </a:ext>
                </a:extLst>
              </p14:cNvPr>
              <p14:cNvContentPartPr/>
              <p14:nvPr/>
            </p14:nvContentPartPr>
            <p14:xfrm>
              <a:off x="11620500" y="4083420"/>
              <a:ext cx="176400" cy="204120"/>
            </p14:xfrm>
          </p:contentPart>
        </mc:Choice>
        <mc:Fallback xmlns="">
          <p:pic>
            <p:nvPicPr>
              <p:cNvPr id="109" name="Ink 108">
                <a:extLst>
                  <a:ext uri="{FF2B5EF4-FFF2-40B4-BE49-F238E27FC236}">
                    <a16:creationId xmlns:a16="http://schemas.microsoft.com/office/drawing/2014/main" id="{E7FDB6BE-92C2-9973-C78D-B2C5F137CD5E}"/>
                  </a:ext>
                </a:extLst>
              </p:cNvPr>
              <p:cNvPicPr/>
              <p:nvPr/>
            </p:nvPicPr>
            <p:blipFill>
              <a:blip r:embed="rId9"/>
              <a:stretch>
                <a:fillRect/>
              </a:stretch>
            </p:blipFill>
            <p:spPr>
              <a:xfrm>
                <a:off x="11611500" y="4074420"/>
                <a:ext cx="1940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0" name="Ink 109">
                <a:extLst>
                  <a:ext uri="{FF2B5EF4-FFF2-40B4-BE49-F238E27FC236}">
                    <a16:creationId xmlns:a16="http://schemas.microsoft.com/office/drawing/2014/main" id="{2918E0AB-B158-EAB6-FF01-E9CA2AEB9177}"/>
                  </a:ext>
                </a:extLst>
              </p14:cNvPr>
              <p14:cNvContentPartPr/>
              <p14:nvPr/>
            </p14:nvContentPartPr>
            <p14:xfrm>
              <a:off x="11185260" y="4006020"/>
              <a:ext cx="312480" cy="393480"/>
            </p14:xfrm>
          </p:contentPart>
        </mc:Choice>
        <mc:Fallback xmlns="">
          <p:pic>
            <p:nvPicPr>
              <p:cNvPr id="110" name="Ink 109">
                <a:extLst>
                  <a:ext uri="{FF2B5EF4-FFF2-40B4-BE49-F238E27FC236}">
                    <a16:creationId xmlns:a16="http://schemas.microsoft.com/office/drawing/2014/main" id="{2918E0AB-B158-EAB6-FF01-E9CA2AEB9177}"/>
                  </a:ext>
                </a:extLst>
              </p:cNvPr>
              <p:cNvPicPr/>
              <p:nvPr/>
            </p:nvPicPr>
            <p:blipFill>
              <a:blip r:embed="rId11"/>
              <a:stretch>
                <a:fillRect/>
              </a:stretch>
            </p:blipFill>
            <p:spPr>
              <a:xfrm>
                <a:off x="11176260" y="3997020"/>
                <a:ext cx="33012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1" name="Ink 110">
                <a:extLst>
                  <a:ext uri="{FF2B5EF4-FFF2-40B4-BE49-F238E27FC236}">
                    <a16:creationId xmlns:a16="http://schemas.microsoft.com/office/drawing/2014/main" id="{70BBC631-0616-BF71-DB80-F57B510C911A}"/>
                  </a:ext>
                </a:extLst>
              </p14:cNvPr>
              <p14:cNvContentPartPr/>
              <p14:nvPr/>
            </p14:nvContentPartPr>
            <p14:xfrm>
              <a:off x="11853060" y="4049580"/>
              <a:ext cx="150480" cy="399960"/>
            </p14:xfrm>
          </p:contentPart>
        </mc:Choice>
        <mc:Fallback xmlns="">
          <p:pic>
            <p:nvPicPr>
              <p:cNvPr id="111" name="Ink 110">
                <a:extLst>
                  <a:ext uri="{FF2B5EF4-FFF2-40B4-BE49-F238E27FC236}">
                    <a16:creationId xmlns:a16="http://schemas.microsoft.com/office/drawing/2014/main" id="{70BBC631-0616-BF71-DB80-F57B510C911A}"/>
                  </a:ext>
                </a:extLst>
              </p:cNvPr>
              <p:cNvPicPr/>
              <p:nvPr/>
            </p:nvPicPr>
            <p:blipFill>
              <a:blip r:embed="rId13"/>
              <a:stretch>
                <a:fillRect/>
              </a:stretch>
            </p:blipFill>
            <p:spPr>
              <a:xfrm>
                <a:off x="11844420" y="4040580"/>
                <a:ext cx="16812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2" name="Ink 111">
                <a:extLst>
                  <a:ext uri="{FF2B5EF4-FFF2-40B4-BE49-F238E27FC236}">
                    <a16:creationId xmlns:a16="http://schemas.microsoft.com/office/drawing/2014/main" id="{D1A451A6-AED8-9827-FE8D-E7E6C4DAB051}"/>
                  </a:ext>
                </a:extLst>
              </p14:cNvPr>
              <p14:cNvContentPartPr/>
              <p14:nvPr/>
            </p14:nvContentPartPr>
            <p14:xfrm>
              <a:off x="11271300" y="4641060"/>
              <a:ext cx="55800" cy="172800"/>
            </p14:xfrm>
          </p:contentPart>
        </mc:Choice>
        <mc:Fallback xmlns="">
          <p:pic>
            <p:nvPicPr>
              <p:cNvPr id="112" name="Ink 111">
                <a:extLst>
                  <a:ext uri="{FF2B5EF4-FFF2-40B4-BE49-F238E27FC236}">
                    <a16:creationId xmlns:a16="http://schemas.microsoft.com/office/drawing/2014/main" id="{D1A451A6-AED8-9827-FE8D-E7E6C4DAB051}"/>
                  </a:ext>
                </a:extLst>
              </p:cNvPr>
              <p:cNvPicPr/>
              <p:nvPr/>
            </p:nvPicPr>
            <p:blipFill>
              <a:blip r:embed="rId15"/>
              <a:stretch>
                <a:fillRect/>
              </a:stretch>
            </p:blipFill>
            <p:spPr>
              <a:xfrm>
                <a:off x="11262300" y="4632060"/>
                <a:ext cx="734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3" name="Ink 112">
                <a:extLst>
                  <a:ext uri="{FF2B5EF4-FFF2-40B4-BE49-F238E27FC236}">
                    <a16:creationId xmlns:a16="http://schemas.microsoft.com/office/drawing/2014/main" id="{CDAEF239-8925-E47A-FBD5-9FCF50103270}"/>
                  </a:ext>
                </a:extLst>
              </p14:cNvPr>
              <p14:cNvContentPartPr/>
              <p14:nvPr/>
            </p14:nvContentPartPr>
            <p14:xfrm>
              <a:off x="11276340" y="4513620"/>
              <a:ext cx="27000" cy="39600"/>
            </p14:xfrm>
          </p:contentPart>
        </mc:Choice>
        <mc:Fallback xmlns="">
          <p:pic>
            <p:nvPicPr>
              <p:cNvPr id="113" name="Ink 112">
                <a:extLst>
                  <a:ext uri="{FF2B5EF4-FFF2-40B4-BE49-F238E27FC236}">
                    <a16:creationId xmlns:a16="http://schemas.microsoft.com/office/drawing/2014/main" id="{CDAEF239-8925-E47A-FBD5-9FCF50103270}"/>
                  </a:ext>
                </a:extLst>
              </p:cNvPr>
              <p:cNvPicPr/>
              <p:nvPr/>
            </p:nvPicPr>
            <p:blipFill>
              <a:blip r:embed="rId17"/>
              <a:stretch>
                <a:fillRect/>
              </a:stretch>
            </p:blipFill>
            <p:spPr>
              <a:xfrm>
                <a:off x="11267340" y="4504620"/>
                <a:ext cx="446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4" name="Ink 113">
                <a:extLst>
                  <a:ext uri="{FF2B5EF4-FFF2-40B4-BE49-F238E27FC236}">
                    <a16:creationId xmlns:a16="http://schemas.microsoft.com/office/drawing/2014/main" id="{BCF06E9B-1570-3E8D-0217-A4D1A3F2EEE4}"/>
                  </a:ext>
                </a:extLst>
              </p14:cNvPr>
              <p14:cNvContentPartPr/>
              <p14:nvPr/>
            </p14:nvContentPartPr>
            <p14:xfrm>
              <a:off x="11416020" y="4443780"/>
              <a:ext cx="97560" cy="361080"/>
            </p14:xfrm>
          </p:contentPart>
        </mc:Choice>
        <mc:Fallback xmlns="">
          <p:pic>
            <p:nvPicPr>
              <p:cNvPr id="114" name="Ink 113">
                <a:extLst>
                  <a:ext uri="{FF2B5EF4-FFF2-40B4-BE49-F238E27FC236}">
                    <a16:creationId xmlns:a16="http://schemas.microsoft.com/office/drawing/2014/main" id="{BCF06E9B-1570-3E8D-0217-A4D1A3F2EEE4}"/>
                  </a:ext>
                </a:extLst>
              </p:cNvPr>
              <p:cNvPicPr/>
              <p:nvPr/>
            </p:nvPicPr>
            <p:blipFill>
              <a:blip r:embed="rId19"/>
              <a:stretch>
                <a:fillRect/>
              </a:stretch>
            </p:blipFill>
            <p:spPr>
              <a:xfrm>
                <a:off x="11407020" y="4434780"/>
                <a:ext cx="11520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5" name="Ink 114">
                <a:extLst>
                  <a:ext uri="{FF2B5EF4-FFF2-40B4-BE49-F238E27FC236}">
                    <a16:creationId xmlns:a16="http://schemas.microsoft.com/office/drawing/2014/main" id="{BEC1F07B-27B1-2D19-884A-36E99B52FD33}"/>
                  </a:ext>
                </a:extLst>
              </p14:cNvPr>
              <p14:cNvContentPartPr/>
              <p14:nvPr/>
            </p14:nvContentPartPr>
            <p14:xfrm>
              <a:off x="11390100" y="4660860"/>
              <a:ext cx="106560" cy="26280"/>
            </p14:xfrm>
          </p:contentPart>
        </mc:Choice>
        <mc:Fallback xmlns="">
          <p:pic>
            <p:nvPicPr>
              <p:cNvPr id="115" name="Ink 114">
                <a:extLst>
                  <a:ext uri="{FF2B5EF4-FFF2-40B4-BE49-F238E27FC236}">
                    <a16:creationId xmlns:a16="http://schemas.microsoft.com/office/drawing/2014/main" id="{BEC1F07B-27B1-2D19-884A-36E99B52FD33}"/>
                  </a:ext>
                </a:extLst>
              </p:cNvPr>
              <p:cNvPicPr/>
              <p:nvPr/>
            </p:nvPicPr>
            <p:blipFill>
              <a:blip r:embed="rId21"/>
              <a:stretch>
                <a:fillRect/>
              </a:stretch>
            </p:blipFill>
            <p:spPr>
              <a:xfrm>
                <a:off x="11381100" y="4651860"/>
                <a:ext cx="1242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6" name="Ink 115">
                <a:extLst>
                  <a:ext uri="{FF2B5EF4-FFF2-40B4-BE49-F238E27FC236}">
                    <a16:creationId xmlns:a16="http://schemas.microsoft.com/office/drawing/2014/main" id="{67B54EAB-9B72-9AA6-3FB2-C2F25C3A71BF}"/>
                  </a:ext>
                </a:extLst>
              </p14:cNvPr>
              <p14:cNvContentPartPr/>
              <p14:nvPr/>
            </p14:nvContentPartPr>
            <p14:xfrm>
              <a:off x="11686740" y="4615140"/>
              <a:ext cx="131040" cy="155520"/>
            </p14:xfrm>
          </p:contentPart>
        </mc:Choice>
        <mc:Fallback xmlns="">
          <p:pic>
            <p:nvPicPr>
              <p:cNvPr id="116" name="Ink 115">
                <a:extLst>
                  <a:ext uri="{FF2B5EF4-FFF2-40B4-BE49-F238E27FC236}">
                    <a16:creationId xmlns:a16="http://schemas.microsoft.com/office/drawing/2014/main" id="{67B54EAB-9B72-9AA6-3FB2-C2F25C3A71BF}"/>
                  </a:ext>
                </a:extLst>
              </p:cNvPr>
              <p:cNvPicPr/>
              <p:nvPr/>
            </p:nvPicPr>
            <p:blipFill>
              <a:blip r:embed="rId23"/>
              <a:stretch>
                <a:fillRect/>
              </a:stretch>
            </p:blipFill>
            <p:spPr>
              <a:xfrm>
                <a:off x="11677740" y="4606500"/>
                <a:ext cx="1486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7" name="Ink 116">
                <a:extLst>
                  <a:ext uri="{FF2B5EF4-FFF2-40B4-BE49-F238E27FC236}">
                    <a16:creationId xmlns:a16="http://schemas.microsoft.com/office/drawing/2014/main" id="{8854DFBB-4A4F-89E9-9F36-1331CE0D0B11}"/>
                  </a:ext>
                </a:extLst>
              </p14:cNvPr>
              <p14:cNvContentPartPr/>
              <p14:nvPr/>
            </p14:nvContentPartPr>
            <p14:xfrm>
              <a:off x="11868180" y="4619100"/>
              <a:ext cx="323280" cy="200520"/>
            </p14:xfrm>
          </p:contentPart>
        </mc:Choice>
        <mc:Fallback xmlns="">
          <p:pic>
            <p:nvPicPr>
              <p:cNvPr id="117" name="Ink 116">
                <a:extLst>
                  <a:ext uri="{FF2B5EF4-FFF2-40B4-BE49-F238E27FC236}">
                    <a16:creationId xmlns:a16="http://schemas.microsoft.com/office/drawing/2014/main" id="{8854DFBB-4A4F-89E9-9F36-1331CE0D0B11}"/>
                  </a:ext>
                </a:extLst>
              </p:cNvPr>
              <p:cNvPicPr/>
              <p:nvPr/>
            </p:nvPicPr>
            <p:blipFill>
              <a:blip r:embed="rId25"/>
              <a:stretch>
                <a:fillRect/>
              </a:stretch>
            </p:blipFill>
            <p:spPr>
              <a:xfrm>
                <a:off x="11859180" y="4610100"/>
                <a:ext cx="3409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8" name="Ink 117">
                <a:extLst>
                  <a:ext uri="{FF2B5EF4-FFF2-40B4-BE49-F238E27FC236}">
                    <a16:creationId xmlns:a16="http://schemas.microsoft.com/office/drawing/2014/main" id="{2019FAB7-24D6-CB71-713D-86043E898521}"/>
                  </a:ext>
                </a:extLst>
              </p14:cNvPr>
              <p14:cNvContentPartPr/>
              <p14:nvPr/>
            </p14:nvContentPartPr>
            <p14:xfrm>
              <a:off x="12241860" y="4614420"/>
              <a:ext cx="109440" cy="190440"/>
            </p14:xfrm>
          </p:contentPart>
        </mc:Choice>
        <mc:Fallback xmlns="">
          <p:pic>
            <p:nvPicPr>
              <p:cNvPr id="118" name="Ink 117">
                <a:extLst>
                  <a:ext uri="{FF2B5EF4-FFF2-40B4-BE49-F238E27FC236}">
                    <a16:creationId xmlns:a16="http://schemas.microsoft.com/office/drawing/2014/main" id="{2019FAB7-24D6-CB71-713D-86043E898521}"/>
                  </a:ext>
                </a:extLst>
              </p:cNvPr>
              <p:cNvPicPr/>
              <p:nvPr/>
            </p:nvPicPr>
            <p:blipFill>
              <a:blip r:embed="rId27"/>
              <a:stretch>
                <a:fillRect/>
              </a:stretch>
            </p:blipFill>
            <p:spPr>
              <a:xfrm>
                <a:off x="12233220" y="4605780"/>
                <a:ext cx="1270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9" name="Ink 118">
                <a:extLst>
                  <a:ext uri="{FF2B5EF4-FFF2-40B4-BE49-F238E27FC236}">
                    <a16:creationId xmlns:a16="http://schemas.microsoft.com/office/drawing/2014/main" id="{C4D718E0-6C7F-A7DF-BD19-97D6F9BE9477}"/>
                  </a:ext>
                </a:extLst>
              </p14:cNvPr>
              <p14:cNvContentPartPr/>
              <p14:nvPr/>
            </p14:nvContentPartPr>
            <p14:xfrm>
              <a:off x="12413580" y="4549620"/>
              <a:ext cx="338400" cy="371880"/>
            </p14:xfrm>
          </p:contentPart>
        </mc:Choice>
        <mc:Fallback xmlns="">
          <p:pic>
            <p:nvPicPr>
              <p:cNvPr id="119" name="Ink 118">
                <a:extLst>
                  <a:ext uri="{FF2B5EF4-FFF2-40B4-BE49-F238E27FC236}">
                    <a16:creationId xmlns:a16="http://schemas.microsoft.com/office/drawing/2014/main" id="{C4D718E0-6C7F-A7DF-BD19-97D6F9BE9477}"/>
                  </a:ext>
                </a:extLst>
              </p:cNvPr>
              <p:cNvPicPr/>
              <p:nvPr/>
            </p:nvPicPr>
            <p:blipFill>
              <a:blip r:embed="rId29"/>
              <a:stretch>
                <a:fillRect/>
              </a:stretch>
            </p:blipFill>
            <p:spPr>
              <a:xfrm>
                <a:off x="12404580" y="4540980"/>
                <a:ext cx="35604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0" name="Ink 119">
                <a:extLst>
                  <a:ext uri="{FF2B5EF4-FFF2-40B4-BE49-F238E27FC236}">
                    <a16:creationId xmlns:a16="http://schemas.microsoft.com/office/drawing/2014/main" id="{F8BBAFF5-32D6-FAB6-0B04-87EEB75F5C6C}"/>
                  </a:ext>
                </a:extLst>
              </p14:cNvPr>
              <p14:cNvContentPartPr/>
              <p14:nvPr/>
            </p14:nvContentPartPr>
            <p14:xfrm>
              <a:off x="11530500" y="4946700"/>
              <a:ext cx="150840" cy="210960"/>
            </p14:xfrm>
          </p:contentPart>
        </mc:Choice>
        <mc:Fallback xmlns="">
          <p:pic>
            <p:nvPicPr>
              <p:cNvPr id="120" name="Ink 119">
                <a:extLst>
                  <a:ext uri="{FF2B5EF4-FFF2-40B4-BE49-F238E27FC236}">
                    <a16:creationId xmlns:a16="http://schemas.microsoft.com/office/drawing/2014/main" id="{F8BBAFF5-32D6-FAB6-0B04-87EEB75F5C6C}"/>
                  </a:ext>
                </a:extLst>
              </p:cNvPr>
              <p:cNvPicPr/>
              <p:nvPr/>
            </p:nvPicPr>
            <p:blipFill>
              <a:blip r:embed="rId31"/>
              <a:stretch>
                <a:fillRect/>
              </a:stretch>
            </p:blipFill>
            <p:spPr>
              <a:xfrm>
                <a:off x="11521500" y="4938060"/>
                <a:ext cx="168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1" name="Ink 120">
                <a:extLst>
                  <a:ext uri="{FF2B5EF4-FFF2-40B4-BE49-F238E27FC236}">
                    <a16:creationId xmlns:a16="http://schemas.microsoft.com/office/drawing/2014/main" id="{72F8B4D6-405F-830C-7F94-C44F52C212BB}"/>
                  </a:ext>
                </a:extLst>
              </p14:cNvPr>
              <p14:cNvContentPartPr/>
              <p14:nvPr/>
            </p14:nvContentPartPr>
            <p14:xfrm>
              <a:off x="11486940" y="4889460"/>
              <a:ext cx="177840" cy="255240"/>
            </p14:xfrm>
          </p:contentPart>
        </mc:Choice>
        <mc:Fallback xmlns="">
          <p:pic>
            <p:nvPicPr>
              <p:cNvPr id="121" name="Ink 120">
                <a:extLst>
                  <a:ext uri="{FF2B5EF4-FFF2-40B4-BE49-F238E27FC236}">
                    <a16:creationId xmlns:a16="http://schemas.microsoft.com/office/drawing/2014/main" id="{72F8B4D6-405F-830C-7F94-C44F52C212BB}"/>
                  </a:ext>
                </a:extLst>
              </p:cNvPr>
              <p:cNvPicPr/>
              <p:nvPr/>
            </p:nvPicPr>
            <p:blipFill>
              <a:blip r:embed="rId33"/>
              <a:stretch>
                <a:fillRect/>
              </a:stretch>
            </p:blipFill>
            <p:spPr>
              <a:xfrm>
                <a:off x="11477940" y="4880460"/>
                <a:ext cx="1954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2" name="Ink 121">
                <a:extLst>
                  <a:ext uri="{FF2B5EF4-FFF2-40B4-BE49-F238E27FC236}">
                    <a16:creationId xmlns:a16="http://schemas.microsoft.com/office/drawing/2014/main" id="{BF55EE9D-761A-EDEE-825F-E8C72BE1CA4A}"/>
                  </a:ext>
                </a:extLst>
              </p14:cNvPr>
              <p14:cNvContentPartPr/>
              <p14:nvPr/>
            </p14:nvContentPartPr>
            <p14:xfrm>
              <a:off x="11721660" y="5022300"/>
              <a:ext cx="91800" cy="120240"/>
            </p14:xfrm>
          </p:contentPart>
        </mc:Choice>
        <mc:Fallback xmlns="">
          <p:pic>
            <p:nvPicPr>
              <p:cNvPr id="122" name="Ink 121">
                <a:extLst>
                  <a:ext uri="{FF2B5EF4-FFF2-40B4-BE49-F238E27FC236}">
                    <a16:creationId xmlns:a16="http://schemas.microsoft.com/office/drawing/2014/main" id="{BF55EE9D-761A-EDEE-825F-E8C72BE1CA4A}"/>
                  </a:ext>
                </a:extLst>
              </p:cNvPr>
              <p:cNvPicPr/>
              <p:nvPr/>
            </p:nvPicPr>
            <p:blipFill>
              <a:blip r:embed="rId35"/>
              <a:stretch>
                <a:fillRect/>
              </a:stretch>
            </p:blipFill>
            <p:spPr>
              <a:xfrm>
                <a:off x="11712660" y="5013660"/>
                <a:ext cx="1094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3" name="Ink 122">
                <a:extLst>
                  <a:ext uri="{FF2B5EF4-FFF2-40B4-BE49-F238E27FC236}">
                    <a16:creationId xmlns:a16="http://schemas.microsoft.com/office/drawing/2014/main" id="{3FAC3B55-C560-7641-0F23-E9DD28A9BAFE}"/>
                  </a:ext>
                </a:extLst>
              </p14:cNvPr>
              <p14:cNvContentPartPr/>
              <p14:nvPr/>
            </p14:nvContentPartPr>
            <p14:xfrm>
              <a:off x="11893740" y="5036700"/>
              <a:ext cx="108720" cy="137160"/>
            </p14:xfrm>
          </p:contentPart>
        </mc:Choice>
        <mc:Fallback xmlns="">
          <p:pic>
            <p:nvPicPr>
              <p:cNvPr id="123" name="Ink 122">
                <a:extLst>
                  <a:ext uri="{FF2B5EF4-FFF2-40B4-BE49-F238E27FC236}">
                    <a16:creationId xmlns:a16="http://schemas.microsoft.com/office/drawing/2014/main" id="{3FAC3B55-C560-7641-0F23-E9DD28A9BAFE}"/>
                  </a:ext>
                </a:extLst>
              </p:cNvPr>
              <p:cNvPicPr/>
              <p:nvPr/>
            </p:nvPicPr>
            <p:blipFill>
              <a:blip r:embed="rId37"/>
              <a:stretch>
                <a:fillRect/>
              </a:stretch>
            </p:blipFill>
            <p:spPr>
              <a:xfrm>
                <a:off x="11884740" y="5028060"/>
                <a:ext cx="1263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24" name="Ink 123">
                <a:extLst>
                  <a:ext uri="{FF2B5EF4-FFF2-40B4-BE49-F238E27FC236}">
                    <a16:creationId xmlns:a16="http://schemas.microsoft.com/office/drawing/2014/main" id="{B58FB79B-3A4B-BE54-4BDB-E83956415446}"/>
                  </a:ext>
                </a:extLst>
              </p14:cNvPr>
              <p14:cNvContentPartPr/>
              <p14:nvPr/>
            </p14:nvContentPartPr>
            <p14:xfrm>
              <a:off x="12052140" y="4931580"/>
              <a:ext cx="197280" cy="270720"/>
            </p14:xfrm>
          </p:contentPart>
        </mc:Choice>
        <mc:Fallback xmlns="">
          <p:pic>
            <p:nvPicPr>
              <p:cNvPr id="124" name="Ink 123">
                <a:extLst>
                  <a:ext uri="{FF2B5EF4-FFF2-40B4-BE49-F238E27FC236}">
                    <a16:creationId xmlns:a16="http://schemas.microsoft.com/office/drawing/2014/main" id="{B58FB79B-3A4B-BE54-4BDB-E83956415446}"/>
                  </a:ext>
                </a:extLst>
              </p:cNvPr>
              <p:cNvPicPr/>
              <p:nvPr/>
            </p:nvPicPr>
            <p:blipFill>
              <a:blip r:embed="rId39"/>
              <a:stretch>
                <a:fillRect/>
              </a:stretch>
            </p:blipFill>
            <p:spPr>
              <a:xfrm>
                <a:off x="12043140" y="4922940"/>
                <a:ext cx="21492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25" name="Ink 124">
                <a:extLst>
                  <a:ext uri="{FF2B5EF4-FFF2-40B4-BE49-F238E27FC236}">
                    <a16:creationId xmlns:a16="http://schemas.microsoft.com/office/drawing/2014/main" id="{D92B4E84-2829-5185-3699-C50C28B61AAD}"/>
                  </a:ext>
                </a:extLst>
              </p14:cNvPr>
              <p14:cNvContentPartPr/>
              <p14:nvPr/>
            </p14:nvContentPartPr>
            <p14:xfrm>
              <a:off x="12299100" y="5075940"/>
              <a:ext cx="32760" cy="92160"/>
            </p14:xfrm>
          </p:contentPart>
        </mc:Choice>
        <mc:Fallback xmlns="">
          <p:pic>
            <p:nvPicPr>
              <p:cNvPr id="125" name="Ink 124">
                <a:extLst>
                  <a:ext uri="{FF2B5EF4-FFF2-40B4-BE49-F238E27FC236}">
                    <a16:creationId xmlns:a16="http://schemas.microsoft.com/office/drawing/2014/main" id="{D92B4E84-2829-5185-3699-C50C28B61AAD}"/>
                  </a:ext>
                </a:extLst>
              </p:cNvPr>
              <p:cNvPicPr/>
              <p:nvPr/>
            </p:nvPicPr>
            <p:blipFill>
              <a:blip r:embed="rId41"/>
              <a:stretch>
                <a:fillRect/>
              </a:stretch>
            </p:blipFill>
            <p:spPr>
              <a:xfrm>
                <a:off x="12290100" y="5066940"/>
                <a:ext cx="50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6" name="Ink 125">
                <a:extLst>
                  <a:ext uri="{FF2B5EF4-FFF2-40B4-BE49-F238E27FC236}">
                    <a16:creationId xmlns:a16="http://schemas.microsoft.com/office/drawing/2014/main" id="{32927BB9-F673-3E90-1D5D-E5BF9869EAC4}"/>
                  </a:ext>
                </a:extLst>
              </p14:cNvPr>
              <p14:cNvContentPartPr/>
              <p14:nvPr/>
            </p14:nvContentPartPr>
            <p14:xfrm>
              <a:off x="12356700" y="4976220"/>
              <a:ext cx="6840" cy="59760"/>
            </p14:xfrm>
          </p:contentPart>
        </mc:Choice>
        <mc:Fallback xmlns="">
          <p:pic>
            <p:nvPicPr>
              <p:cNvPr id="126" name="Ink 125">
                <a:extLst>
                  <a:ext uri="{FF2B5EF4-FFF2-40B4-BE49-F238E27FC236}">
                    <a16:creationId xmlns:a16="http://schemas.microsoft.com/office/drawing/2014/main" id="{32927BB9-F673-3E90-1D5D-E5BF9869EAC4}"/>
                  </a:ext>
                </a:extLst>
              </p:cNvPr>
              <p:cNvPicPr/>
              <p:nvPr/>
            </p:nvPicPr>
            <p:blipFill>
              <a:blip r:embed="rId43"/>
              <a:stretch>
                <a:fillRect/>
              </a:stretch>
            </p:blipFill>
            <p:spPr>
              <a:xfrm>
                <a:off x="12348060" y="4967220"/>
                <a:ext cx="2448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27" name="Ink 126">
                <a:extLst>
                  <a:ext uri="{FF2B5EF4-FFF2-40B4-BE49-F238E27FC236}">
                    <a16:creationId xmlns:a16="http://schemas.microsoft.com/office/drawing/2014/main" id="{6885E98B-BA1E-3F9E-6713-036D6137D101}"/>
                  </a:ext>
                </a:extLst>
              </p14:cNvPr>
              <p14:cNvContentPartPr/>
              <p14:nvPr/>
            </p14:nvContentPartPr>
            <p14:xfrm>
              <a:off x="12370020" y="4989180"/>
              <a:ext cx="145080" cy="228960"/>
            </p14:xfrm>
          </p:contentPart>
        </mc:Choice>
        <mc:Fallback xmlns="">
          <p:pic>
            <p:nvPicPr>
              <p:cNvPr id="127" name="Ink 126">
                <a:extLst>
                  <a:ext uri="{FF2B5EF4-FFF2-40B4-BE49-F238E27FC236}">
                    <a16:creationId xmlns:a16="http://schemas.microsoft.com/office/drawing/2014/main" id="{6885E98B-BA1E-3F9E-6713-036D6137D101}"/>
                  </a:ext>
                </a:extLst>
              </p:cNvPr>
              <p:cNvPicPr/>
              <p:nvPr/>
            </p:nvPicPr>
            <p:blipFill>
              <a:blip r:embed="rId45"/>
              <a:stretch>
                <a:fillRect/>
              </a:stretch>
            </p:blipFill>
            <p:spPr>
              <a:xfrm>
                <a:off x="12361020" y="4980180"/>
                <a:ext cx="1627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5" name="Ink 234">
                <a:extLst>
                  <a:ext uri="{FF2B5EF4-FFF2-40B4-BE49-F238E27FC236}">
                    <a16:creationId xmlns:a16="http://schemas.microsoft.com/office/drawing/2014/main" id="{A096338E-1AC1-35D9-4117-82471FD45B48}"/>
                  </a:ext>
                </a:extLst>
              </p14:cNvPr>
              <p14:cNvContentPartPr/>
              <p14:nvPr/>
            </p14:nvContentPartPr>
            <p14:xfrm>
              <a:off x="110940" y="4735380"/>
              <a:ext cx="333720" cy="1735560"/>
            </p14:xfrm>
          </p:contentPart>
        </mc:Choice>
        <mc:Fallback xmlns="">
          <p:pic>
            <p:nvPicPr>
              <p:cNvPr id="235" name="Ink 234">
                <a:extLst>
                  <a:ext uri="{FF2B5EF4-FFF2-40B4-BE49-F238E27FC236}">
                    <a16:creationId xmlns:a16="http://schemas.microsoft.com/office/drawing/2014/main" id="{A096338E-1AC1-35D9-4117-82471FD45B48}"/>
                  </a:ext>
                </a:extLst>
              </p:cNvPr>
              <p:cNvPicPr/>
              <p:nvPr/>
            </p:nvPicPr>
            <p:blipFill>
              <a:blip r:embed="rId47"/>
              <a:stretch>
                <a:fillRect/>
              </a:stretch>
            </p:blipFill>
            <p:spPr>
              <a:xfrm>
                <a:off x="102300" y="4726740"/>
                <a:ext cx="351360" cy="1753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37" name="Ink 236">
                <a:extLst>
                  <a:ext uri="{FF2B5EF4-FFF2-40B4-BE49-F238E27FC236}">
                    <a16:creationId xmlns:a16="http://schemas.microsoft.com/office/drawing/2014/main" id="{FC28E992-8FE7-89EF-6C32-28B3A832A88F}"/>
                  </a:ext>
                </a:extLst>
              </p14:cNvPr>
              <p14:cNvContentPartPr/>
              <p14:nvPr/>
            </p14:nvContentPartPr>
            <p14:xfrm>
              <a:off x="8153340" y="5524500"/>
              <a:ext cx="2608560" cy="83160"/>
            </p14:xfrm>
          </p:contentPart>
        </mc:Choice>
        <mc:Fallback xmlns="">
          <p:pic>
            <p:nvPicPr>
              <p:cNvPr id="237" name="Ink 236">
                <a:extLst>
                  <a:ext uri="{FF2B5EF4-FFF2-40B4-BE49-F238E27FC236}">
                    <a16:creationId xmlns:a16="http://schemas.microsoft.com/office/drawing/2014/main" id="{FC28E992-8FE7-89EF-6C32-28B3A832A88F}"/>
                  </a:ext>
                </a:extLst>
              </p:cNvPr>
              <p:cNvPicPr/>
              <p:nvPr/>
            </p:nvPicPr>
            <p:blipFill>
              <a:blip r:embed="rId49"/>
              <a:stretch>
                <a:fillRect/>
              </a:stretch>
            </p:blipFill>
            <p:spPr>
              <a:xfrm>
                <a:off x="8144340" y="5515500"/>
                <a:ext cx="2626200" cy="100800"/>
              </a:xfrm>
              <a:prstGeom prst="rect">
                <a:avLst/>
              </a:prstGeom>
            </p:spPr>
          </p:pic>
        </mc:Fallback>
      </mc:AlternateContent>
      <p:grpSp>
        <p:nvGrpSpPr>
          <p:cNvPr id="261" name="Group 260">
            <a:extLst>
              <a:ext uri="{FF2B5EF4-FFF2-40B4-BE49-F238E27FC236}">
                <a16:creationId xmlns:a16="http://schemas.microsoft.com/office/drawing/2014/main" id="{D65CD3E0-763B-3D15-28AF-5C638186028F}"/>
              </a:ext>
            </a:extLst>
          </p:cNvPr>
          <p:cNvGrpSpPr/>
          <p:nvPr/>
        </p:nvGrpSpPr>
        <p:grpSpPr>
          <a:xfrm>
            <a:off x="1870260" y="374700"/>
            <a:ext cx="1264320" cy="429480"/>
            <a:chOff x="1870260" y="374700"/>
            <a:chExt cx="1264320" cy="429480"/>
          </a:xfrm>
        </p:grpSpPr>
        <mc:AlternateContent xmlns:mc="http://schemas.openxmlformats.org/markup-compatibility/2006" xmlns:p14="http://schemas.microsoft.com/office/powerpoint/2010/main">
          <mc:Choice Requires="p14">
            <p:contentPart p14:bwMode="auto" r:id="rId50">
              <p14:nvContentPartPr>
                <p14:cNvPr id="255" name="Ink 254">
                  <a:extLst>
                    <a:ext uri="{FF2B5EF4-FFF2-40B4-BE49-F238E27FC236}">
                      <a16:creationId xmlns:a16="http://schemas.microsoft.com/office/drawing/2014/main" id="{D82F9A88-D2E2-6F0F-ED0B-82956C85DFC3}"/>
                    </a:ext>
                  </a:extLst>
                </p14:cNvPr>
                <p14:cNvContentPartPr/>
                <p14:nvPr/>
              </p14:nvContentPartPr>
              <p14:xfrm>
                <a:off x="1878180" y="430500"/>
                <a:ext cx="272880" cy="331200"/>
              </p14:xfrm>
            </p:contentPart>
          </mc:Choice>
          <mc:Fallback xmlns="">
            <p:pic>
              <p:nvPicPr>
                <p:cNvPr id="255" name="Ink 254">
                  <a:extLst>
                    <a:ext uri="{FF2B5EF4-FFF2-40B4-BE49-F238E27FC236}">
                      <a16:creationId xmlns:a16="http://schemas.microsoft.com/office/drawing/2014/main" id="{D82F9A88-D2E2-6F0F-ED0B-82956C85DFC3}"/>
                    </a:ext>
                  </a:extLst>
                </p:cNvPr>
                <p:cNvPicPr/>
                <p:nvPr/>
              </p:nvPicPr>
              <p:blipFill>
                <a:blip r:embed="rId51"/>
                <a:stretch>
                  <a:fillRect/>
                </a:stretch>
              </p:blipFill>
              <p:spPr>
                <a:xfrm>
                  <a:off x="1869180" y="421860"/>
                  <a:ext cx="29052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56" name="Ink 255">
                  <a:extLst>
                    <a:ext uri="{FF2B5EF4-FFF2-40B4-BE49-F238E27FC236}">
                      <a16:creationId xmlns:a16="http://schemas.microsoft.com/office/drawing/2014/main" id="{3495A6D6-9F3E-2452-254A-F909EF5A4AA9}"/>
                    </a:ext>
                  </a:extLst>
                </p14:cNvPr>
                <p14:cNvContentPartPr/>
                <p14:nvPr/>
              </p14:nvContentPartPr>
              <p14:xfrm>
                <a:off x="2205420" y="430860"/>
                <a:ext cx="269280" cy="291600"/>
              </p14:xfrm>
            </p:contentPart>
          </mc:Choice>
          <mc:Fallback xmlns="">
            <p:pic>
              <p:nvPicPr>
                <p:cNvPr id="256" name="Ink 255">
                  <a:extLst>
                    <a:ext uri="{FF2B5EF4-FFF2-40B4-BE49-F238E27FC236}">
                      <a16:creationId xmlns:a16="http://schemas.microsoft.com/office/drawing/2014/main" id="{3495A6D6-9F3E-2452-254A-F909EF5A4AA9}"/>
                    </a:ext>
                  </a:extLst>
                </p:cNvPr>
                <p:cNvPicPr/>
                <p:nvPr/>
              </p:nvPicPr>
              <p:blipFill>
                <a:blip r:embed="rId53"/>
                <a:stretch>
                  <a:fillRect/>
                </a:stretch>
              </p:blipFill>
              <p:spPr>
                <a:xfrm>
                  <a:off x="2196780" y="421860"/>
                  <a:ext cx="28692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57" name="Ink 256">
                  <a:extLst>
                    <a:ext uri="{FF2B5EF4-FFF2-40B4-BE49-F238E27FC236}">
                      <a16:creationId xmlns:a16="http://schemas.microsoft.com/office/drawing/2014/main" id="{74D19DC2-0D37-7F3A-6BFF-5DF51EEAC01D}"/>
                    </a:ext>
                  </a:extLst>
                </p14:cNvPr>
                <p14:cNvContentPartPr/>
                <p14:nvPr/>
              </p14:nvContentPartPr>
              <p14:xfrm>
                <a:off x="2558220" y="439860"/>
                <a:ext cx="146880" cy="324360"/>
              </p14:xfrm>
            </p:contentPart>
          </mc:Choice>
          <mc:Fallback xmlns="">
            <p:pic>
              <p:nvPicPr>
                <p:cNvPr id="257" name="Ink 256">
                  <a:extLst>
                    <a:ext uri="{FF2B5EF4-FFF2-40B4-BE49-F238E27FC236}">
                      <a16:creationId xmlns:a16="http://schemas.microsoft.com/office/drawing/2014/main" id="{74D19DC2-0D37-7F3A-6BFF-5DF51EEAC01D}"/>
                    </a:ext>
                  </a:extLst>
                </p:cNvPr>
                <p:cNvPicPr/>
                <p:nvPr/>
              </p:nvPicPr>
              <p:blipFill>
                <a:blip r:embed="rId55"/>
                <a:stretch>
                  <a:fillRect/>
                </a:stretch>
              </p:blipFill>
              <p:spPr>
                <a:xfrm>
                  <a:off x="2549580" y="430860"/>
                  <a:ext cx="1645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58" name="Ink 257">
                  <a:extLst>
                    <a:ext uri="{FF2B5EF4-FFF2-40B4-BE49-F238E27FC236}">
                      <a16:creationId xmlns:a16="http://schemas.microsoft.com/office/drawing/2014/main" id="{5D013779-097A-7EE2-987F-FA337DE13F93}"/>
                    </a:ext>
                  </a:extLst>
                </p14:cNvPr>
                <p14:cNvContentPartPr/>
                <p14:nvPr/>
              </p14:nvContentPartPr>
              <p14:xfrm>
                <a:off x="2826060" y="500340"/>
                <a:ext cx="121320" cy="254520"/>
              </p14:xfrm>
            </p:contentPart>
          </mc:Choice>
          <mc:Fallback xmlns="">
            <p:pic>
              <p:nvPicPr>
                <p:cNvPr id="258" name="Ink 257">
                  <a:extLst>
                    <a:ext uri="{FF2B5EF4-FFF2-40B4-BE49-F238E27FC236}">
                      <a16:creationId xmlns:a16="http://schemas.microsoft.com/office/drawing/2014/main" id="{5D013779-097A-7EE2-987F-FA337DE13F93}"/>
                    </a:ext>
                  </a:extLst>
                </p:cNvPr>
                <p:cNvPicPr/>
                <p:nvPr/>
              </p:nvPicPr>
              <p:blipFill>
                <a:blip r:embed="rId57"/>
                <a:stretch>
                  <a:fillRect/>
                </a:stretch>
              </p:blipFill>
              <p:spPr>
                <a:xfrm>
                  <a:off x="2817420" y="491700"/>
                  <a:ext cx="13896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59" name="Ink 258">
                  <a:extLst>
                    <a:ext uri="{FF2B5EF4-FFF2-40B4-BE49-F238E27FC236}">
                      <a16:creationId xmlns:a16="http://schemas.microsoft.com/office/drawing/2014/main" id="{3193A1F7-AACA-C135-11D8-F8FAD69C0830}"/>
                    </a:ext>
                  </a:extLst>
                </p14:cNvPr>
                <p14:cNvContentPartPr/>
                <p14:nvPr/>
              </p14:nvContentPartPr>
              <p14:xfrm>
                <a:off x="3066540" y="463260"/>
                <a:ext cx="68040" cy="340920"/>
              </p14:xfrm>
            </p:contentPart>
          </mc:Choice>
          <mc:Fallback xmlns="">
            <p:pic>
              <p:nvPicPr>
                <p:cNvPr id="259" name="Ink 258">
                  <a:extLst>
                    <a:ext uri="{FF2B5EF4-FFF2-40B4-BE49-F238E27FC236}">
                      <a16:creationId xmlns:a16="http://schemas.microsoft.com/office/drawing/2014/main" id="{3193A1F7-AACA-C135-11D8-F8FAD69C0830}"/>
                    </a:ext>
                  </a:extLst>
                </p:cNvPr>
                <p:cNvPicPr/>
                <p:nvPr/>
              </p:nvPicPr>
              <p:blipFill>
                <a:blip r:embed="rId59"/>
                <a:stretch>
                  <a:fillRect/>
                </a:stretch>
              </p:blipFill>
              <p:spPr>
                <a:xfrm>
                  <a:off x="3057900" y="454260"/>
                  <a:ext cx="8568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60" name="Ink 259">
                  <a:extLst>
                    <a:ext uri="{FF2B5EF4-FFF2-40B4-BE49-F238E27FC236}">
                      <a16:creationId xmlns:a16="http://schemas.microsoft.com/office/drawing/2014/main" id="{EAC8BC79-D839-0D49-0B1B-9691611A6BD5}"/>
                    </a:ext>
                  </a:extLst>
                </p14:cNvPr>
                <p14:cNvContentPartPr/>
                <p14:nvPr/>
              </p14:nvContentPartPr>
              <p14:xfrm>
                <a:off x="1870260" y="374700"/>
                <a:ext cx="231480" cy="398520"/>
              </p14:xfrm>
            </p:contentPart>
          </mc:Choice>
          <mc:Fallback xmlns="">
            <p:pic>
              <p:nvPicPr>
                <p:cNvPr id="260" name="Ink 259">
                  <a:extLst>
                    <a:ext uri="{FF2B5EF4-FFF2-40B4-BE49-F238E27FC236}">
                      <a16:creationId xmlns:a16="http://schemas.microsoft.com/office/drawing/2014/main" id="{EAC8BC79-D839-0D49-0B1B-9691611A6BD5}"/>
                    </a:ext>
                  </a:extLst>
                </p:cNvPr>
                <p:cNvPicPr/>
                <p:nvPr/>
              </p:nvPicPr>
              <p:blipFill>
                <a:blip r:embed="rId61"/>
                <a:stretch>
                  <a:fillRect/>
                </a:stretch>
              </p:blipFill>
              <p:spPr>
                <a:xfrm>
                  <a:off x="1861620" y="365700"/>
                  <a:ext cx="249120" cy="416160"/>
                </a:xfrm>
                <a:prstGeom prst="rect">
                  <a:avLst/>
                </a:prstGeom>
              </p:spPr>
            </p:pic>
          </mc:Fallback>
        </mc:AlternateContent>
      </p:grpSp>
      <p:grpSp>
        <p:nvGrpSpPr>
          <p:cNvPr id="273" name="Group 272">
            <a:extLst>
              <a:ext uri="{FF2B5EF4-FFF2-40B4-BE49-F238E27FC236}">
                <a16:creationId xmlns:a16="http://schemas.microsoft.com/office/drawing/2014/main" id="{1CA8D41F-89DC-5E63-0B59-C7C9EFE77CB6}"/>
              </a:ext>
            </a:extLst>
          </p:cNvPr>
          <p:cNvGrpSpPr/>
          <p:nvPr/>
        </p:nvGrpSpPr>
        <p:grpSpPr>
          <a:xfrm>
            <a:off x="138660" y="1110180"/>
            <a:ext cx="10644480" cy="5409720"/>
            <a:chOff x="138660" y="1110180"/>
            <a:chExt cx="10644480" cy="5409720"/>
          </a:xfrm>
        </p:grpSpPr>
        <mc:AlternateContent xmlns:mc="http://schemas.openxmlformats.org/markup-compatibility/2006" xmlns:p14="http://schemas.microsoft.com/office/powerpoint/2010/main">
          <mc:Choice Requires="p14">
            <p:contentPart p14:bwMode="auto" r:id="rId62">
              <p14:nvContentPartPr>
                <p14:cNvPr id="6" name="Ink 5">
                  <a:extLst>
                    <a:ext uri="{FF2B5EF4-FFF2-40B4-BE49-F238E27FC236}">
                      <a16:creationId xmlns:a16="http://schemas.microsoft.com/office/drawing/2014/main" id="{0F66374A-0B6A-4039-D89E-574249086C03}"/>
                    </a:ext>
                  </a:extLst>
                </p14:cNvPr>
                <p14:cNvContentPartPr/>
                <p14:nvPr/>
              </p14:nvContentPartPr>
              <p14:xfrm>
                <a:off x="464820" y="2070660"/>
                <a:ext cx="246960" cy="316080"/>
              </p14:xfrm>
            </p:contentPart>
          </mc:Choice>
          <mc:Fallback xmlns="">
            <p:pic>
              <p:nvPicPr>
                <p:cNvPr id="6" name="Ink 5">
                  <a:extLst>
                    <a:ext uri="{FF2B5EF4-FFF2-40B4-BE49-F238E27FC236}">
                      <a16:creationId xmlns:a16="http://schemas.microsoft.com/office/drawing/2014/main" id="{0F66374A-0B6A-4039-D89E-574249086C03}"/>
                    </a:ext>
                  </a:extLst>
                </p:cNvPr>
                <p:cNvPicPr/>
                <p:nvPr/>
              </p:nvPicPr>
              <p:blipFill>
                <a:blip r:embed="rId63"/>
                <a:stretch>
                  <a:fillRect/>
                </a:stretch>
              </p:blipFill>
              <p:spPr>
                <a:xfrm>
                  <a:off x="456180" y="2062020"/>
                  <a:ext cx="26460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 name="Ink 6">
                  <a:extLst>
                    <a:ext uri="{FF2B5EF4-FFF2-40B4-BE49-F238E27FC236}">
                      <a16:creationId xmlns:a16="http://schemas.microsoft.com/office/drawing/2014/main" id="{7439CFEB-6473-175C-10DC-413D72ABF8C4}"/>
                    </a:ext>
                  </a:extLst>
                </p14:cNvPr>
                <p14:cNvContentPartPr/>
                <p14:nvPr/>
              </p14:nvContentPartPr>
              <p14:xfrm>
                <a:off x="417660" y="2438220"/>
                <a:ext cx="239400" cy="324360"/>
              </p14:xfrm>
            </p:contentPart>
          </mc:Choice>
          <mc:Fallback xmlns="">
            <p:pic>
              <p:nvPicPr>
                <p:cNvPr id="7" name="Ink 6">
                  <a:extLst>
                    <a:ext uri="{FF2B5EF4-FFF2-40B4-BE49-F238E27FC236}">
                      <a16:creationId xmlns:a16="http://schemas.microsoft.com/office/drawing/2014/main" id="{7439CFEB-6473-175C-10DC-413D72ABF8C4}"/>
                    </a:ext>
                  </a:extLst>
                </p:cNvPr>
                <p:cNvPicPr/>
                <p:nvPr/>
              </p:nvPicPr>
              <p:blipFill>
                <a:blip r:embed="rId65"/>
                <a:stretch>
                  <a:fillRect/>
                </a:stretch>
              </p:blipFill>
              <p:spPr>
                <a:xfrm>
                  <a:off x="409020" y="2429220"/>
                  <a:ext cx="25704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 name="Ink 7">
                  <a:extLst>
                    <a:ext uri="{FF2B5EF4-FFF2-40B4-BE49-F238E27FC236}">
                      <a16:creationId xmlns:a16="http://schemas.microsoft.com/office/drawing/2014/main" id="{BD399AC8-1FF3-DA55-65F5-4ABF48A76C28}"/>
                    </a:ext>
                  </a:extLst>
                </p14:cNvPr>
                <p14:cNvContentPartPr/>
                <p14:nvPr/>
              </p14:nvContentPartPr>
              <p14:xfrm>
                <a:off x="869460" y="2539380"/>
                <a:ext cx="317520" cy="32760"/>
              </p14:xfrm>
            </p:contentPart>
          </mc:Choice>
          <mc:Fallback xmlns="">
            <p:pic>
              <p:nvPicPr>
                <p:cNvPr id="8" name="Ink 7">
                  <a:extLst>
                    <a:ext uri="{FF2B5EF4-FFF2-40B4-BE49-F238E27FC236}">
                      <a16:creationId xmlns:a16="http://schemas.microsoft.com/office/drawing/2014/main" id="{BD399AC8-1FF3-DA55-65F5-4ABF48A76C28}"/>
                    </a:ext>
                  </a:extLst>
                </p:cNvPr>
                <p:cNvPicPr/>
                <p:nvPr/>
              </p:nvPicPr>
              <p:blipFill>
                <a:blip r:embed="rId67"/>
                <a:stretch>
                  <a:fillRect/>
                </a:stretch>
              </p:blipFill>
              <p:spPr>
                <a:xfrm>
                  <a:off x="860820" y="2530740"/>
                  <a:ext cx="3351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 name="Ink 8">
                  <a:extLst>
                    <a:ext uri="{FF2B5EF4-FFF2-40B4-BE49-F238E27FC236}">
                      <a16:creationId xmlns:a16="http://schemas.microsoft.com/office/drawing/2014/main" id="{91415A06-5FCD-7A32-864E-27F17EBAD3A0}"/>
                    </a:ext>
                  </a:extLst>
                </p14:cNvPr>
                <p14:cNvContentPartPr/>
                <p14:nvPr/>
              </p14:nvContentPartPr>
              <p14:xfrm>
                <a:off x="1104540" y="2427780"/>
                <a:ext cx="110160" cy="185400"/>
              </p14:xfrm>
            </p:contentPart>
          </mc:Choice>
          <mc:Fallback xmlns="">
            <p:pic>
              <p:nvPicPr>
                <p:cNvPr id="9" name="Ink 8">
                  <a:extLst>
                    <a:ext uri="{FF2B5EF4-FFF2-40B4-BE49-F238E27FC236}">
                      <a16:creationId xmlns:a16="http://schemas.microsoft.com/office/drawing/2014/main" id="{91415A06-5FCD-7A32-864E-27F17EBAD3A0}"/>
                    </a:ext>
                  </a:extLst>
                </p:cNvPr>
                <p:cNvPicPr/>
                <p:nvPr/>
              </p:nvPicPr>
              <p:blipFill>
                <a:blip r:embed="rId69"/>
                <a:stretch>
                  <a:fillRect/>
                </a:stretch>
              </p:blipFill>
              <p:spPr>
                <a:xfrm>
                  <a:off x="1095900" y="2418780"/>
                  <a:ext cx="1278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 name="Ink 9">
                  <a:extLst>
                    <a:ext uri="{FF2B5EF4-FFF2-40B4-BE49-F238E27FC236}">
                      <a16:creationId xmlns:a16="http://schemas.microsoft.com/office/drawing/2014/main" id="{54000E52-4A4B-B248-A8C6-23664CAE12F7}"/>
                    </a:ext>
                  </a:extLst>
                </p14:cNvPr>
                <p14:cNvContentPartPr/>
                <p14:nvPr/>
              </p14:nvContentPartPr>
              <p14:xfrm>
                <a:off x="1277340" y="1909740"/>
                <a:ext cx="3681360" cy="2224440"/>
              </p14:xfrm>
            </p:contentPart>
          </mc:Choice>
          <mc:Fallback xmlns="">
            <p:pic>
              <p:nvPicPr>
                <p:cNvPr id="10" name="Ink 9">
                  <a:extLst>
                    <a:ext uri="{FF2B5EF4-FFF2-40B4-BE49-F238E27FC236}">
                      <a16:creationId xmlns:a16="http://schemas.microsoft.com/office/drawing/2014/main" id="{54000E52-4A4B-B248-A8C6-23664CAE12F7}"/>
                    </a:ext>
                  </a:extLst>
                </p:cNvPr>
                <p:cNvPicPr/>
                <p:nvPr/>
              </p:nvPicPr>
              <p:blipFill>
                <a:blip r:embed="rId71"/>
                <a:stretch>
                  <a:fillRect/>
                </a:stretch>
              </p:blipFill>
              <p:spPr>
                <a:xfrm>
                  <a:off x="1268700" y="1901100"/>
                  <a:ext cx="3699000" cy="2242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 name="Ink 10">
                  <a:extLst>
                    <a:ext uri="{FF2B5EF4-FFF2-40B4-BE49-F238E27FC236}">
                      <a16:creationId xmlns:a16="http://schemas.microsoft.com/office/drawing/2014/main" id="{97025958-237F-7838-628A-81AB3BC57E75}"/>
                    </a:ext>
                  </a:extLst>
                </p14:cNvPr>
                <p14:cNvContentPartPr/>
                <p14:nvPr/>
              </p14:nvContentPartPr>
              <p14:xfrm>
                <a:off x="1893300" y="2134380"/>
                <a:ext cx="475920" cy="38160"/>
              </p14:xfrm>
            </p:contentPart>
          </mc:Choice>
          <mc:Fallback xmlns="">
            <p:pic>
              <p:nvPicPr>
                <p:cNvPr id="11" name="Ink 10">
                  <a:extLst>
                    <a:ext uri="{FF2B5EF4-FFF2-40B4-BE49-F238E27FC236}">
                      <a16:creationId xmlns:a16="http://schemas.microsoft.com/office/drawing/2014/main" id="{97025958-237F-7838-628A-81AB3BC57E75}"/>
                    </a:ext>
                  </a:extLst>
                </p:cNvPr>
                <p:cNvPicPr/>
                <p:nvPr/>
              </p:nvPicPr>
              <p:blipFill>
                <a:blip r:embed="rId73"/>
                <a:stretch>
                  <a:fillRect/>
                </a:stretch>
              </p:blipFill>
              <p:spPr>
                <a:xfrm>
                  <a:off x="1884660" y="2125740"/>
                  <a:ext cx="4935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2" name="Ink 11">
                  <a:extLst>
                    <a:ext uri="{FF2B5EF4-FFF2-40B4-BE49-F238E27FC236}">
                      <a16:creationId xmlns:a16="http://schemas.microsoft.com/office/drawing/2014/main" id="{BAACB977-8BF8-400D-EB0F-9A389DBF6C12}"/>
                    </a:ext>
                  </a:extLst>
                </p14:cNvPr>
                <p14:cNvContentPartPr/>
                <p14:nvPr/>
              </p14:nvContentPartPr>
              <p14:xfrm>
                <a:off x="3275340" y="2241300"/>
                <a:ext cx="716400" cy="77760"/>
              </p14:xfrm>
            </p:contentPart>
          </mc:Choice>
          <mc:Fallback xmlns="">
            <p:pic>
              <p:nvPicPr>
                <p:cNvPr id="12" name="Ink 11">
                  <a:extLst>
                    <a:ext uri="{FF2B5EF4-FFF2-40B4-BE49-F238E27FC236}">
                      <a16:creationId xmlns:a16="http://schemas.microsoft.com/office/drawing/2014/main" id="{BAACB977-8BF8-400D-EB0F-9A389DBF6C12}"/>
                    </a:ext>
                  </a:extLst>
                </p:cNvPr>
                <p:cNvPicPr/>
                <p:nvPr/>
              </p:nvPicPr>
              <p:blipFill>
                <a:blip r:embed="rId75"/>
                <a:stretch>
                  <a:fillRect/>
                </a:stretch>
              </p:blipFill>
              <p:spPr>
                <a:xfrm>
                  <a:off x="3266700" y="2232660"/>
                  <a:ext cx="7340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3" name="Ink 12">
                  <a:extLst>
                    <a:ext uri="{FF2B5EF4-FFF2-40B4-BE49-F238E27FC236}">
                      <a16:creationId xmlns:a16="http://schemas.microsoft.com/office/drawing/2014/main" id="{82371F8C-CCA3-D0A2-8C07-BD3054BFE995}"/>
                    </a:ext>
                  </a:extLst>
                </p14:cNvPr>
                <p14:cNvContentPartPr/>
                <p14:nvPr/>
              </p14:nvContentPartPr>
              <p14:xfrm>
                <a:off x="4355340" y="2292780"/>
                <a:ext cx="287640" cy="35280"/>
              </p14:xfrm>
            </p:contentPart>
          </mc:Choice>
          <mc:Fallback xmlns="">
            <p:pic>
              <p:nvPicPr>
                <p:cNvPr id="13" name="Ink 12">
                  <a:extLst>
                    <a:ext uri="{FF2B5EF4-FFF2-40B4-BE49-F238E27FC236}">
                      <a16:creationId xmlns:a16="http://schemas.microsoft.com/office/drawing/2014/main" id="{82371F8C-CCA3-D0A2-8C07-BD3054BFE995}"/>
                    </a:ext>
                  </a:extLst>
                </p:cNvPr>
                <p:cNvPicPr/>
                <p:nvPr/>
              </p:nvPicPr>
              <p:blipFill>
                <a:blip r:embed="rId77"/>
                <a:stretch>
                  <a:fillRect/>
                </a:stretch>
              </p:blipFill>
              <p:spPr>
                <a:xfrm>
                  <a:off x="4346340" y="2284140"/>
                  <a:ext cx="3052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4" name="Ink 13">
                  <a:extLst>
                    <a:ext uri="{FF2B5EF4-FFF2-40B4-BE49-F238E27FC236}">
                      <a16:creationId xmlns:a16="http://schemas.microsoft.com/office/drawing/2014/main" id="{DB696EC3-E086-0489-67E8-679E32E49194}"/>
                    </a:ext>
                  </a:extLst>
                </p14:cNvPr>
                <p14:cNvContentPartPr/>
                <p14:nvPr/>
              </p14:nvContentPartPr>
              <p14:xfrm>
                <a:off x="1824540" y="2622540"/>
                <a:ext cx="635040" cy="20160"/>
              </p14:xfrm>
            </p:contentPart>
          </mc:Choice>
          <mc:Fallback xmlns="">
            <p:pic>
              <p:nvPicPr>
                <p:cNvPr id="14" name="Ink 13">
                  <a:extLst>
                    <a:ext uri="{FF2B5EF4-FFF2-40B4-BE49-F238E27FC236}">
                      <a16:creationId xmlns:a16="http://schemas.microsoft.com/office/drawing/2014/main" id="{DB696EC3-E086-0489-67E8-679E32E49194}"/>
                    </a:ext>
                  </a:extLst>
                </p:cNvPr>
                <p:cNvPicPr/>
                <p:nvPr/>
              </p:nvPicPr>
              <p:blipFill>
                <a:blip r:embed="rId79"/>
                <a:stretch>
                  <a:fillRect/>
                </a:stretch>
              </p:blipFill>
              <p:spPr>
                <a:xfrm>
                  <a:off x="1815540" y="2613540"/>
                  <a:ext cx="6526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5" name="Ink 14">
                  <a:extLst>
                    <a:ext uri="{FF2B5EF4-FFF2-40B4-BE49-F238E27FC236}">
                      <a16:creationId xmlns:a16="http://schemas.microsoft.com/office/drawing/2014/main" id="{17991746-DDCC-75B9-4F0F-23F3A1DA793C}"/>
                    </a:ext>
                  </a:extLst>
                </p14:cNvPr>
                <p14:cNvContentPartPr/>
                <p14:nvPr/>
              </p14:nvContentPartPr>
              <p14:xfrm>
                <a:off x="3130260" y="2641260"/>
                <a:ext cx="470160" cy="19800"/>
              </p14:xfrm>
            </p:contentPart>
          </mc:Choice>
          <mc:Fallback xmlns="">
            <p:pic>
              <p:nvPicPr>
                <p:cNvPr id="15" name="Ink 14">
                  <a:extLst>
                    <a:ext uri="{FF2B5EF4-FFF2-40B4-BE49-F238E27FC236}">
                      <a16:creationId xmlns:a16="http://schemas.microsoft.com/office/drawing/2014/main" id="{17991746-DDCC-75B9-4F0F-23F3A1DA793C}"/>
                    </a:ext>
                  </a:extLst>
                </p:cNvPr>
                <p:cNvPicPr/>
                <p:nvPr/>
              </p:nvPicPr>
              <p:blipFill>
                <a:blip r:embed="rId81"/>
                <a:stretch>
                  <a:fillRect/>
                </a:stretch>
              </p:blipFill>
              <p:spPr>
                <a:xfrm>
                  <a:off x="3121620" y="2632260"/>
                  <a:ext cx="4878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6" name="Ink 15">
                  <a:extLst>
                    <a:ext uri="{FF2B5EF4-FFF2-40B4-BE49-F238E27FC236}">
                      <a16:creationId xmlns:a16="http://schemas.microsoft.com/office/drawing/2014/main" id="{2424A003-435C-FD51-626C-12CAB9FE0137}"/>
                    </a:ext>
                  </a:extLst>
                </p14:cNvPr>
                <p14:cNvContentPartPr/>
                <p14:nvPr/>
              </p14:nvContentPartPr>
              <p14:xfrm>
                <a:off x="4184340" y="2685900"/>
                <a:ext cx="231840" cy="7200"/>
              </p14:xfrm>
            </p:contentPart>
          </mc:Choice>
          <mc:Fallback xmlns="">
            <p:pic>
              <p:nvPicPr>
                <p:cNvPr id="16" name="Ink 15">
                  <a:extLst>
                    <a:ext uri="{FF2B5EF4-FFF2-40B4-BE49-F238E27FC236}">
                      <a16:creationId xmlns:a16="http://schemas.microsoft.com/office/drawing/2014/main" id="{2424A003-435C-FD51-626C-12CAB9FE0137}"/>
                    </a:ext>
                  </a:extLst>
                </p:cNvPr>
                <p:cNvPicPr/>
                <p:nvPr/>
              </p:nvPicPr>
              <p:blipFill>
                <a:blip r:embed="rId83"/>
                <a:stretch>
                  <a:fillRect/>
                </a:stretch>
              </p:blipFill>
              <p:spPr>
                <a:xfrm>
                  <a:off x="4175700" y="2676900"/>
                  <a:ext cx="2494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8" name="Ink 17">
                  <a:extLst>
                    <a:ext uri="{FF2B5EF4-FFF2-40B4-BE49-F238E27FC236}">
                      <a16:creationId xmlns:a16="http://schemas.microsoft.com/office/drawing/2014/main" id="{8CBF30CB-0F33-B0D0-9E37-BEFE7B3FDD65}"/>
                    </a:ext>
                  </a:extLst>
                </p14:cNvPr>
                <p14:cNvContentPartPr/>
                <p14:nvPr/>
              </p14:nvContentPartPr>
              <p14:xfrm>
                <a:off x="1669740" y="2911260"/>
                <a:ext cx="2744640" cy="1139760"/>
              </p14:xfrm>
            </p:contentPart>
          </mc:Choice>
          <mc:Fallback xmlns="">
            <p:pic>
              <p:nvPicPr>
                <p:cNvPr id="18" name="Ink 17">
                  <a:extLst>
                    <a:ext uri="{FF2B5EF4-FFF2-40B4-BE49-F238E27FC236}">
                      <a16:creationId xmlns:a16="http://schemas.microsoft.com/office/drawing/2014/main" id="{8CBF30CB-0F33-B0D0-9E37-BEFE7B3FDD65}"/>
                    </a:ext>
                  </a:extLst>
                </p:cNvPr>
                <p:cNvPicPr/>
                <p:nvPr/>
              </p:nvPicPr>
              <p:blipFill>
                <a:blip r:embed="rId85"/>
                <a:stretch>
                  <a:fillRect/>
                </a:stretch>
              </p:blipFill>
              <p:spPr>
                <a:xfrm>
                  <a:off x="1660740" y="2902620"/>
                  <a:ext cx="2762280" cy="1157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0" name="Ink 19">
                  <a:extLst>
                    <a:ext uri="{FF2B5EF4-FFF2-40B4-BE49-F238E27FC236}">
                      <a16:creationId xmlns:a16="http://schemas.microsoft.com/office/drawing/2014/main" id="{0756C748-DE53-8646-A2A6-902450191276}"/>
                    </a:ext>
                  </a:extLst>
                </p14:cNvPr>
                <p14:cNvContentPartPr/>
                <p14:nvPr/>
              </p14:nvContentPartPr>
              <p14:xfrm>
                <a:off x="1663260" y="2914860"/>
                <a:ext cx="2795400" cy="1155600"/>
              </p14:xfrm>
            </p:contentPart>
          </mc:Choice>
          <mc:Fallback xmlns="">
            <p:pic>
              <p:nvPicPr>
                <p:cNvPr id="20" name="Ink 19">
                  <a:extLst>
                    <a:ext uri="{FF2B5EF4-FFF2-40B4-BE49-F238E27FC236}">
                      <a16:creationId xmlns:a16="http://schemas.microsoft.com/office/drawing/2014/main" id="{0756C748-DE53-8646-A2A6-902450191276}"/>
                    </a:ext>
                  </a:extLst>
                </p:cNvPr>
                <p:cNvPicPr/>
                <p:nvPr/>
              </p:nvPicPr>
              <p:blipFill>
                <a:blip r:embed="rId87"/>
                <a:stretch>
                  <a:fillRect/>
                </a:stretch>
              </p:blipFill>
              <p:spPr>
                <a:xfrm>
                  <a:off x="1654620" y="2906220"/>
                  <a:ext cx="2813040" cy="1173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2" name="Ink 21">
                  <a:extLst>
                    <a:ext uri="{FF2B5EF4-FFF2-40B4-BE49-F238E27FC236}">
                      <a16:creationId xmlns:a16="http://schemas.microsoft.com/office/drawing/2014/main" id="{2DE47B1B-8EA2-12E7-A785-8C211F0CB7FA}"/>
                    </a:ext>
                  </a:extLst>
                </p14:cNvPr>
                <p14:cNvContentPartPr/>
                <p14:nvPr/>
              </p14:nvContentPartPr>
              <p14:xfrm>
                <a:off x="3558660" y="2754300"/>
                <a:ext cx="512640" cy="262080"/>
              </p14:xfrm>
            </p:contentPart>
          </mc:Choice>
          <mc:Fallback xmlns="">
            <p:pic>
              <p:nvPicPr>
                <p:cNvPr id="22" name="Ink 21">
                  <a:extLst>
                    <a:ext uri="{FF2B5EF4-FFF2-40B4-BE49-F238E27FC236}">
                      <a16:creationId xmlns:a16="http://schemas.microsoft.com/office/drawing/2014/main" id="{2DE47B1B-8EA2-12E7-A785-8C211F0CB7FA}"/>
                    </a:ext>
                  </a:extLst>
                </p:cNvPr>
                <p:cNvPicPr/>
                <p:nvPr/>
              </p:nvPicPr>
              <p:blipFill>
                <a:blip r:embed="rId89"/>
                <a:stretch>
                  <a:fillRect/>
                </a:stretch>
              </p:blipFill>
              <p:spPr>
                <a:xfrm>
                  <a:off x="3549660" y="2745300"/>
                  <a:ext cx="5302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3" name="Ink 22">
                  <a:extLst>
                    <a:ext uri="{FF2B5EF4-FFF2-40B4-BE49-F238E27FC236}">
                      <a16:creationId xmlns:a16="http://schemas.microsoft.com/office/drawing/2014/main" id="{105B420F-5E1B-FF4D-FA3E-63C9B0B9183D}"/>
                    </a:ext>
                  </a:extLst>
                </p14:cNvPr>
                <p14:cNvContentPartPr/>
                <p14:nvPr/>
              </p14:nvContentPartPr>
              <p14:xfrm>
                <a:off x="3646500" y="2843220"/>
                <a:ext cx="172080" cy="108360"/>
              </p14:xfrm>
            </p:contentPart>
          </mc:Choice>
          <mc:Fallback xmlns="">
            <p:pic>
              <p:nvPicPr>
                <p:cNvPr id="23" name="Ink 22">
                  <a:extLst>
                    <a:ext uri="{FF2B5EF4-FFF2-40B4-BE49-F238E27FC236}">
                      <a16:creationId xmlns:a16="http://schemas.microsoft.com/office/drawing/2014/main" id="{105B420F-5E1B-FF4D-FA3E-63C9B0B9183D}"/>
                    </a:ext>
                  </a:extLst>
                </p:cNvPr>
                <p:cNvPicPr/>
                <p:nvPr/>
              </p:nvPicPr>
              <p:blipFill>
                <a:blip r:embed="rId91"/>
                <a:stretch>
                  <a:fillRect/>
                </a:stretch>
              </p:blipFill>
              <p:spPr>
                <a:xfrm>
                  <a:off x="3637500" y="2834220"/>
                  <a:ext cx="189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5" name="Ink 24">
                  <a:extLst>
                    <a:ext uri="{FF2B5EF4-FFF2-40B4-BE49-F238E27FC236}">
                      <a16:creationId xmlns:a16="http://schemas.microsoft.com/office/drawing/2014/main" id="{47169865-E76B-822F-C673-04079CA975BB}"/>
                    </a:ext>
                  </a:extLst>
                </p14:cNvPr>
                <p14:cNvContentPartPr/>
                <p14:nvPr/>
              </p14:nvContentPartPr>
              <p14:xfrm>
                <a:off x="4279380" y="1490340"/>
                <a:ext cx="1813320" cy="1798920"/>
              </p14:xfrm>
            </p:contentPart>
          </mc:Choice>
          <mc:Fallback xmlns="">
            <p:pic>
              <p:nvPicPr>
                <p:cNvPr id="25" name="Ink 24">
                  <a:extLst>
                    <a:ext uri="{FF2B5EF4-FFF2-40B4-BE49-F238E27FC236}">
                      <a16:creationId xmlns:a16="http://schemas.microsoft.com/office/drawing/2014/main" id="{47169865-E76B-822F-C673-04079CA975BB}"/>
                    </a:ext>
                  </a:extLst>
                </p:cNvPr>
                <p:cNvPicPr/>
                <p:nvPr/>
              </p:nvPicPr>
              <p:blipFill>
                <a:blip r:embed="rId93"/>
                <a:stretch>
                  <a:fillRect/>
                </a:stretch>
              </p:blipFill>
              <p:spPr>
                <a:xfrm>
                  <a:off x="4270740" y="1481700"/>
                  <a:ext cx="1830960" cy="18165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6" name="Ink 25">
                  <a:extLst>
                    <a:ext uri="{FF2B5EF4-FFF2-40B4-BE49-F238E27FC236}">
                      <a16:creationId xmlns:a16="http://schemas.microsoft.com/office/drawing/2014/main" id="{D0F2CF08-FE8A-C44F-6F8D-D62F2DB0706D}"/>
                    </a:ext>
                  </a:extLst>
                </p14:cNvPr>
                <p14:cNvContentPartPr/>
                <p14:nvPr/>
              </p14:nvContentPartPr>
              <p14:xfrm>
                <a:off x="6000540" y="1395300"/>
                <a:ext cx="132120" cy="230400"/>
              </p14:xfrm>
            </p:contentPart>
          </mc:Choice>
          <mc:Fallback xmlns="">
            <p:pic>
              <p:nvPicPr>
                <p:cNvPr id="26" name="Ink 25">
                  <a:extLst>
                    <a:ext uri="{FF2B5EF4-FFF2-40B4-BE49-F238E27FC236}">
                      <a16:creationId xmlns:a16="http://schemas.microsoft.com/office/drawing/2014/main" id="{D0F2CF08-FE8A-C44F-6F8D-D62F2DB0706D}"/>
                    </a:ext>
                  </a:extLst>
                </p:cNvPr>
                <p:cNvPicPr/>
                <p:nvPr/>
              </p:nvPicPr>
              <p:blipFill>
                <a:blip r:embed="rId95"/>
                <a:stretch>
                  <a:fillRect/>
                </a:stretch>
              </p:blipFill>
              <p:spPr>
                <a:xfrm>
                  <a:off x="5991540" y="1386660"/>
                  <a:ext cx="1497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7" name="Ink 26">
                  <a:extLst>
                    <a:ext uri="{FF2B5EF4-FFF2-40B4-BE49-F238E27FC236}">
                      <a16:creationId xmlns:a16="http://schemas.microsoft.com/office/drawing/2014/main" id="{872298BF-3C26-8EF7-BBC9-D09227696F9C}"/>
                    </a:ext>
                  </a:extLst>
                </p14:cNvPr>
                <p14:cNvContentPartPr/>
                <p14:nvPr/>
              </p14:nvContentPartPr>
              <p14:xfrm>
                <a:off x="5795700" y="1110180"/>
                <a:ext cx="4200840" cy="2263320"/>
              </p14:xfrm>
            </p:contentPart>
          </mc:Choice>
          <mc:Fallback xmlns="">
            <p:pic>
              <p:nvPicPr>
                <p:cNvPr id="27" name="Ink 26">
                  <a:extLst>
                    <a:ext uri="{FF2B5EF4-FFF2-40B4-BE49-F238E27FC236}">
                      <a16:creationId xmlns:a16="http://schemas.microsoft.com/office/drawing/2014/main" id="{872298BF-3C26-8EF7-BBC9-D09227696F9C}"/>
                    </a:ext>
                  </a:extLst>
                </p:cNvPr>
                <p:cNvPicPr/>
                <p:nvPr/>
              </p:nvPicPr>
              <p:blipFill>
                <a:blip r:embed="rId97"/>
                <a:stretch>
                  <a:fillRect/>
                </a:stretch>
              </p:blipFill>
              <p:spPr>
                <a:xfrm>
                  <a:off x="5787060" y="1101540"/>
                  <a:ext cx="4218480" cy="2280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9" name="Ink 28">
                  <a:extLst>
                    <a:ext uri="{FF2B5EF4-FFF2-40B4-BE49-F238E27FC236}">
                      <a16:creationId xmlns:a16="http://schemas.microsoft.com/office/drawing/2014/main" id="{3369B926-DD49-525F-E05C-8497178195F7}"/>
                    </a:ext>
                  </a:extLst>
                </p14:cNvPr>
                <p14:cNvContentPartPr/>
                <p14:nvPr/>
              </p14:nvContentPartPr>
              <p14:xfrm>
                <a:off x="6401580" y="1617780"/>
                <a:ext cx="446760" cy="52200"/>
              </p14:xfrm>
            </p:contentPart>
          </mc:Choice>
          <mc:Fallback xmlns="">
            <p:pic>
              <p:nvPicPr>
                <p:cNvPr id="29" name="Ink 28">
                  <a:extLst>
                    <a:ext uri="{FF2B5EF4-FFF2-40B4-BE49-F238E27FC236}">
                      <a16:creationId xmlns:a16="http://schemas.microsoft.com/office/drawing/2014/main" id="{3369B926-DD49-525F-E05C-8497178195F7}"/>
                    </a:ext>
                  </a:extLst>
                </p:cNvPr>
                <p:cNvPicPr/>
                <p:nvPr/>
              </p:nvPicPr>
              <p:blipFill>
                <a:blip r:embed="rId99"/>
                <a:stretch>
                  <a:fillRect/>
                </a:stretch>
              </p:blipFill>
              <p:spPr>
                <a:xfrm>
                  <a:off x="6392580" y="1609140"/>
                  <a:ext cx="4644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0" name="Ink 29">
                  <a:extLst>
                    <a:ext uri="{FF2B5EF4-FFF2-40B4-BE49-F238E27FC236}">
                      <a16:creationId xmlns:a16="http://schemas.microsoft.com/office/drawing/2014/main" id="{A5FA1F4A-0892-5ABD-3E9D-FE035E0C3596}"/>
                    </a:ext>
                  </a:extLst>
                </p14:cNvPr>
                <p14:cNvContentPartPr/>
                <p14:nvPr/>
              </p14:nvContentPartPr>
              <p14:xfrm>
                <a:off x="6540180" y="2202060"/>
                <a:ext cx="391680" cy="39960"/>
              </p14:xfrm>
            </p:contentPart>
          </mc:Choice>
          <mc:Fallback xmlns="">
            <p:pic>
              <p:nvPicPr>
                <p:cNvPr id="30" name="Ink 29">
                  <a:extLst>
                    <a:ext uri="{FF2B5EF4-FFF2-40B4-BE49-F238E27FC236}">
                      <a16:creationId xmlns:a16="http://schemas.microsoft.com/office/drawing/2014/main" id="{A5FA1F4A-0892-5ABD-3E9D-FE035E0C3596}"/>
                    </a:ext>
                  </a:extLst>
                </p:cNvPr>
                <p:cNvPicPr/>
                <p:nvPr/>
              </p:nvPicPr>
              <p:blipFill>
                <a:blip r:embed="rId101"/>
                <a:stretch>
                  <a:fillRect/>
                </a:stretch>
              </p:blipFill>
              <p:spPr>
                <a:xfrm>
                  <a:off x="6531540" y="2193420"/>
                  <a:ext cx="4093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1" name="Ink 30">
                  <a:extLst>
                    <a:ext uri="{FF2B5EF4-FFF2-40B4-BE49-F238E27FC236}">
                      <a16:creationId xmlns:a16="http://schemas.microsoft.com/office/drawing/2014/main" id="{74E7B72B-BC05-3884-D6F5-0160D903D540}"/>
                    </a:ext>
                  </a:extLst>
                </p14:cNvPr>
                <p14:cNvContentPartPr/>
                <p14:nvPr/>
              </p14:nvContentPartPr>
              <p14:xfrm>
                <a:off x="7461060" y="2044740"/>
                <a:ext cx="273240" cy="42480"/>
              </p14:xfrm>
            </p:contentPart>
          </mc:Choice>
          <mc:Fallback xmlns="">
            <p:pic>
              <p:nvPicPr>
                <p:cNvPr id="31" name="Ink 30">
                  <a:extLst>
                    <a:ext uri="{FF2B5EF4-FFF2-40B4-BE49-F238E27FC236}">
                      <a16:creationId xmlns:a16="http://schemas.microsoft.com/office/drawing/2014/main" id="{74E7B72B-BC05-3884-D6F5-0160D903D540}"/>
                    </a:ext>
                  </a:extLst>
                </p:cNvPr>
                <p:cNvPicPr/>
                <p:nvPr/>
              </p:nvPicPr>
              <p:blipFill>
                <a:blip r:embed="rId103"/>
                <a:stretch>
                  <a:fillRect/>
                </a:stretch>
              </p:blipFill>
              <p:spPr>
                <a:xfrm>
                  <a:off x="7452420" y="2035740"/>
                  <a:ext cx="2908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2" name="Ink 31">
                  <a:extLst>
                    <a:ext uri="{FF2B5EF4-FFF2-40B4-BE49-F238E27FC236}">
                      <a16:creationId xmlns:a16="http://schemas.microsoft.com/office/drawing/2014/main" id="{56BB0872-DD54-E939-5E44-2E561EA9BEAC}"/>
                    </a:ext>
                  </a:extLst>
                </p14:cNvPr>
                <p14:cNvContentPartPr/>
                <p14:nvPr/>
              </p14:nvContentPartPr>
              <p14:xfrm>
                <a:off x="7657980" y="1624980"/>
                <a:ext cx="289440" cy="26280"/>
              </p14:xfrm>
            </p:contentPart>
          </mc:Choice>
          <mc:Fallback xmlns="">
            <p:pic>
              <p:nvPicPr>
                <p:cNvPr id="32" name="Ink 31">
                  <a:extLst>
                    <a:ext uri="{FF2B5EF4-FFF2-40B4-BE49-F238E27FC236}">
                      <a16:creationId xmlns:a16="http://schemas.microsoft.com/office/drawing/2014/main" id="{56BB0872-DD54-E939-5E44-2E561EA9BEAC}"/>
                    </a:ext>
                  </a:extLst>
                </p:cNvPr>
                <p:cNvPicPr/>
                <p:nvPr/>
              </p:nvPicPr>
              <p:blipFill>
                <a:blip r:embed="rId105"/>
                <a:stretch>
                  <a:fillRect/>
                </a:stretch>
              </p:blipFill>
              <p:spPr>
                <a:xfrm>
                  <a:off x="7649340" y="1615980"/>
                  <a:ext cx="3070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 name="Ink 32">
                  <a:extLst>
                    <a:ext uri="{FF2B5EF4-FFF2-40B4-BE49-F238E27FC236}">
                      <a16:creationId xmlns:a16="http://schemas.microsoft.com/office/drawing/2014/main" id="{1C21E632-3817-81A3-A344-F1A825692674}"/>
                    </a:ext>
                  </a:extLst>
                </p14:cNvPr>
                <p14:cNvContentPartPr/>
                <p14:nvPr/>
              </p14:nvContentPartPr>
              <p14:xfrm>
                <a:off x="8109060" y="2025660"/>
                <a:ext cx="165240" cy="32040"/>
              </p14:xfrm>
            </p:contentPart>
          </mc:Choice>
          <mc:Fallback xmlns="">
            <p:pic>
              <p:nvPicPr>
                <p:cNvPr id="33" name="Ink 32">
                  <a:extLst>
                    <a:ext uri="{FF2B5EF4-FFF2-40B4-BE49-F238E27FC236}">
                      <a16:creationId xmlns:a16="http://schemas.microsoft.com/office/drawing/2014/main" id="{1C21E632-3817-81A3-A344-F1A825692674}"/>
                    </a:ext>
                  </a:extLst>
                </p:cNvPr>
                <p:cNvPicPr/>
                <p:nvPr/>
              </p:nvPicPr>
              <p:blipFill>
                <a:blip r:embed="rId107"/>
                <a:stretch>
                  <a:fillRect/>
                </a:stretch>
              </p:blipFill>
              <p:spPr>
                <a:xfrm>
                  <a:off x="8100060" y="2016660"/>
                  <a:ext cx="1828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4" name="Ink 33">
                  <a:extLst>
                    <a:ext uri="{FF2B5EF4-FFF2-40B4-BE49-F238E27FC236}">
                      <a16:creationId xmlns:a16="http://schemas.microsoft.com/office/drawing/2014/main" id="{68D0122E-B984-9805-4752-31967D199A6F}"/>
                    </a:ext>
                  </a:extLst>
                </p14:cNvPr>
                <p14:cNvContentPartPr/>
                <p14:nvPr/>
              </p14:nvContentPartPr>
              <p14:xfrm>
                <a:off x="8437380" y="2209620"/>
                <a:ext cx="32760" cy="19800"/>
              </p14:xfrm>
            </p:contentPart>
          </mc:Choice>
          <mc:Fallback xmlns="">
            <p:pic>
              <p:nvPicPr>
                <p:cNvPr id="34" name="Ink 33">
                  <a:extLst>
                    <a:ext uri="{FF2B5EF4-FFF2-40B4-BE49-F238E27FC236}">
                      <a16:creationId xmlns:a16="http://schemas.microsoft.com/office/drawing/2014/main" id="{68D0122E-B984-9805-4752-31967D199A6F}"/>
                    </a:ext>
                  </a:extLst>
                </p:cNvPr>
                <p:cNvPicPr/>
                <p:nvPr/>
              </p:nvPicPr>
              <p:blipFill>
                <a:blip r:embed="rId109"/>
                <a:stretch>
                  <a:fillRect/>
                </a:stretch>
              </p:blipFill>
              <p:spPr>
                <a:xfrm>
                  <a:off x="8428740" y="2200620"/>
                  <a:ext cx="504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5" name="Ink 34">
                  <a:extLst>
                    <a:ext uri="{FF2B5EF4-FFF2-40B4-BE49-F238E27FC236}">
                      <a16:creationId xmlns:a16="http://schemas.microsoft.com/office/drawing/2014/main" id="{CAF76F36-8DAF-8AB9-75B4-559141F15429}"/>
                    </a:ext>
                  </a:extLst>
                </p14:cNvPr>
                <p14:cNvContentPartPr/>
                <p14:nvPr/>
              </p14:nvContentPartPr>
              <p14:xfrm>
                <a:off x="8775420" y="1774740"/>
                <a:ext cx="285120" cy="117720"/>
              </p14:xfrm>
            </p:contentPart>
          </mc:Choice>
          <mc:Fallback xmlns="">
            <p:pic>
              <p:nvPicPr>
                <p:cNvPr id="35" name="Ink 34">
                  <a:extLst>
                    <a:ext uri="{FF2B5EF4-FFF2-40B4-BE49-F238E27FC236}">
                      <a16:creationId xmlns:a16="http://schemas.microsoft.com/office/drawing/2014/main" id="{CAF76F36-8DAF-8AB9-75B4-559141F15429}"/>
                    </a:ext>
                  </a:extLst>
                </p:cNvPr>
                <p:cNvPicPr/>
                <p:nvPr/>
              </p:nvPicPr>
              <p:blipFill>
                <a:blip r:embed="rId111"/>
                <a:stretch>
                  <a:fillRect/>
                </a:stretch>
              </p:blipFill>
              <p:spPr>
                <a:xfrm>
                  <a:off x="8766420" y="1765740"/>
                  <a:ext cx="3027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7" name="Ink 36">
                  <a:extLst>
                    <a:ext uri="{FF2B5EF4-FFF2-40B4-BE49-F238E27FC236}">
                      <a16:creationId xmlns:a16="http://schemas.microsoft.com/office/drawing/2014/main" id="{1BE043A5-2C15-15E9-98A4-EB655D934E6F}"/>
                    </a:ext>
                  </a:extLst>
                </p14:cNvPr>
                <p14:cNvContentPartPr/>
                <p14:nvPr/>
              </p14:nvContentPartPr>
              <p14:xfrm>
                <a:off x="8462940" y="2971380"/>
                <a:ext cx="226440" cy="177480"/>
              </p14:xfrm>
            </p:contentPart>
          </mc:Choice>
          <mc:Fallback xmlns="">
            <p:pic>
              <p:nvPicPr>
                <p:cNvPr id="37" name="Ink 36">
                  <a:extLst>
                    <a:ext uri="{FF2B5EF4-FFF2-40B4-BE49-F238E27FC236}">
                      <a16:creationId xmlns:a16="http://schemas.microsoft.com/office/drawing/2014/main" id="{1BE043A5-2C15-15E9-98A4-EB655D934E6F}"/>
                    </a:ext>
                  </a:extLst>
                </p:cNvPr>
                <p:cNvPicPr/>
                <p:nvPr/>
              </p:nvPicPr>
              <p:blipFill>
                <a:blip r:embed="rId113"/>
                <a:stretch>
                  <a:fillRect/>
                </a:stretch>
              </p:blipFill>
              <p:spPr>
                <a:xfrm>
                  <a:off x="8453940" y="2962380"/>
                  <a:ext cx="2440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8" name="Ink 37">
                  <a:extLst>
                    <a:ext uri="{FF2B5EF4-FFF2-40B4-BE49-F238E27FC236}">
                      <a16:creationId xmlns:a16="http://schemas.microsoft.com/office/drawing/2014/main" id="{C50EC2C7-317A-7DA9-FBA2-0DE71668ED8D}"/>
                    </a:ext>
                  </a:extLst>
                </p14:cNvPr>
                <p14:cNvContentPartPr/>
                <p14:nvPr/>
              </p14:nvContentPartPr>
              <p14:xfrm>
                <a:off x="8343060" y="2808300"/>
                <a:ext cx="650160" cy="474120"/>
              </p14:xfrm>
            </p:contentPart>
          </mc:Choice>
          <mc:Fallback xmlns="">
            <p:pic>
              <p:nvPicPr>
                <p:cNvPr id="38" name="Ink 37">
                  <a:extLst>
                    <a:ext uri="{FF2B5EF4-FFF2-40B4-BE49-F238E27FC236}">
                      <a16:creationId xmlns:a16="http://schemas.microsoft.com/office/drawing/2014/main" id="{C50EC2C7-317A-7DA9-FBA2-0DE71668ED8D}"/>
                    </a:ext>
                  </a:extLst>
                </p:cNvPr>
                <p:cNvPicPr/>
                <p:nvPr/>
              </p:nvPicPr>
              <p:blipFill>
                <a:blip r:embed="rId115"/>
                <a:stretch>
                  <a:fillRect/>
                </a:stretch>
              </p:blipFill>
              <p:spPr>
                <a:xfrm>
                  <a:off x="8334420" y="2799660"/>
                  <a:ext cx="66780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40" name="Ink 39">
                  <a:extLst>
                    <a:ext uri="{FF2B5EF4-FFF2-40B4-BE49-F238E27FC236}">
                      <a16:creationId xmlns:a16="http://schemas.microsoft.com/office/drawing/2014/main" id="{9C548C17-B7B4-897A-2740-D0DD59EB6979}"/>
                    </a:ext>
                  </a:extLst>
                </p14:cNvPr>
                <p14:cNvContentPartPr/>
                <p14:nvPr/>
              </p14:nvContentPartPr>
              <p14:xfrm>
                <a:off x="4348140" y="3264780"/>
                <a:ext cx="4307760" cy="628560"/>
              </p14:xfrm>
            </p:contentPart>
          </mc:Choice>
          <mc:Fallback xmlns="">
            <p:pic>
              <p:nvPicPr>
                <p:cNvPr id="40" name="Ink 39">
                  <a:extLst>
                    <a:ext uri="{FF2B5EF4-FFF2-40B4-BE49-F238E27FC236}">
                      <a16:creationId xmlns:a16="http://schemas.microsoft.com/office/drawing/2014/main" id="{9C548C17-B7B4-897A-2740-D0DD59EB6979}"/>
                    </a:ext>
                  </a:extLst>
                </p:cNvPr>
                <p:cNvPicPr/>
                <p:nvPr/>
              </p:nvPicPr>
              <p:blipFill>
                <a:blip r:embed="rId117"/>
                <a:stretch>
                  <a:fillRect/>
                </a:stretch>
              </p:blipFill>
              <p:spPr>
                <a:xfrm>
                  <a:off x="4339500" y="3255780"/>
                  <a:ext cx="4325400" cy="646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41" name="Ink 40">
                  <a:extLst>
                    <a:ext uri="{FF2B5EF4-FFF2-40B4-BE49-F238E27FC236}">
                      <a16:creationId xmlns:a16="http://schemas.microsoft.com/office/drawing/2014/main" id="{47837C53-2759-3AB6-A792-9440553FFC7F}"/>
                    </a:ext>
                  </a:extLst>
                </p14:cNvPr>
                <p14:cNvContentPartPr/>
                <p14:nvPr/>
              </p14:nvContentPartPr>
              <p14:xfrm>
                <a:off x="4280100" y="3331020"/>
                <a:ext cx="182880" cy="176400"/>
              </p14:xfrm>
            </p:contentPart>
          </mc:Choice>
          <mc:Fallback xmlns="">
            <p:pic>
              <p:nvPicPr>
                <p:cNvPr id="41" name="Ink 40">
                  <a:extLst>
                    <a:ext uri="{FF2B5EF4-FFF2-40B4-BE49-F238E27FC236}">
                      <a16:creationId xmlns:a16="http://schemas.microsoft.com/office/drawing/2014/main" id="{47837C53-2759-3AB6-A792-9440553FFC7F}"/>
                    </a:ext>
                  </a:extLst>
                </p:cNvPr>
                <p:cNvPicPr/>
                <p:nvPr/>
              </p:nvPicPr>
              <p:blipFill>
                <a:blip r:embed="rId119"/>
                <a:stretch>
                  <a:fillRect/>
                </a:stretch>
              </p:blipFill>
              <p:spPr>
                <a:xfrm>
                  <a:off x="4271100" y="3322380"/>
                  <a:ext cx="2005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9" name="Ink 48">
                  <a:extLst>
                    <a:ext uri="{FF2B5EF4-FFF2-40B4-BE49-F238E27FC236}">
                      <a16:creationId xmlns:a16="http://schemas.microsoft.com/office/drawing/2014/main" id="{0669C4DC-CDB5-0FE0-F689-1E6CBFD46279}"/>
                    </a:ext>
                  </a:extLst>
                </p14:cNvPr>
                <p14:cNvContentPartPr/>
                <p14:nvPr/>
              </p14:nvContentPartPr>
              <p14:xfrm>
                <a:off x="1880700" y="3111420"/>
                <a:ext cx="362160" cy="51480"/>
              </p14:xfrm>
            </p:contentPart>
          </mc:Choice>
          <mc:Fallback xmlns="">
            <p:pic>
              <p:nvPicPr>
                <p:cNvPr id="49" name="Ink 48">
                  <a:extLst>
                    <a:ext uri="{FF2B5EF4-FFF2-40B4-BE49-F238E27FC236}">
                      <a16:creationId xmlns:a16="http://schemas.microsoft.com/office/drawing/2014/main" id="{0669C4DC-CDB5-0FE0-F689-1E6CBFD46279}"/>
                    </a:ext>
                  </a:extLst>
                </p:cNvPr>
                <p:cNvPicPr/>
                <p:nvPr/>
              </p:nvPicPr>
              <p:blipFill>
                <a:blip r:embed="rId121"/>
                <a:stretch>
                  <a:fillRect/>
                </a:stretch>
              </p:blipFill>
              <p:spPr>
                <a:xfrm>
                  <a:off x="1872060" y="3102420"/>
                  <a:ext cx="3798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0" name="Ink 49">
                  <a:extLst>
                    <a:ext uri="{FF2B5EF4-FFF2-40B4-BE49-F238E27FC236}">
                      <a16:creationId xmlns:a16="http://schemas.microsoft.com/office/drawing/2014/main" id="{E1620E59-0420-748F-24C2-B1571FF598F9}"/>
                    </a:ext>
                  </a:extLst>
                </p14:cNvPr>
                <p14:cNvContentPartPr/>
                <p14:nvPr/>
              </p14:nvContentPartPr>
              <p14:xfrm>
                <a:off x="2560380" y="3198900"/>
                <a:ext cx="301680" cy="9000"/>
              </p14:xfrm>
            </p:contentPart>
          </mc:Choice>
          <mc:Fallback xmlns="">
            <p:pic>
              <p:nvPicPr>
                <p:cNvPr id="50" name="Ink 49">
                  <a:extLst>
                    <a:ext uri="{FF2B5EF4-FFF2-40B4-BE49-F238E27FC236}">
                      <a16:creationId xmlns:a16="http://schemas.microsoft.com/office/drawing/2014/main" id="{E1620E59-0420-748F-24C2-B1571FF598F9}"/>
                    </a:ext>
                  </a:extLst>
                </p:cNvPr>
                <p:cNvPicPr/>
                <p:nvPr/>
              </p:nvPicPr>
              <p:blipFill>
                <a:blip r:embed="rId123"/>
                <a:stretch>
                  <a:fillRect/>
                </a:stretch>
              </p:blipFill>
              <p:spPr>
                <a:xfrm>
                  <a:off x="2551740" y="3190260"/>
                  <a:ext cx="3193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1" name="Ink 50">
                  <a:extLst>
                    <a:ext uri="{FF2B5EF4-FFF2-40B4-BE49-F238E27FC236}">
                      <a16:creationId xmlns:a16="http://schemas.microsoft.com/office/drawing/2014/main" id="{CFE0947C-2B99-014C-4975-0E892F82E4F2}"/>
                    </a:ext>
                  </a:extLst>
                </p14:cNvPr>
                <p14:cNvContentPartPr/>
                <p14:nvPr/>
              </p14:nvContentPartPr>
              <p14:xfrm>
                <a:off x="3349500" y="3251100"/>
                <a:ext cx="366480" cy="37440"/>
              </p14:xfrm>
            </p:contentPart>
          </mc:Choice>
          <mc:Fallback xmlns="">
            <p:pic>
              <p:nvPicPr>
                <p:cNvPr id="51" name="Ink 50">
                  <a:extLst>
                    <a:ext uri="{FF2B5EF4-FFF2-40B4-BE49-F238E27FC236}">
                      <a16:creationId xmlns:a16="http://schemas.microsoft.com/office/drawing/2014/main" id="{CFE0947C-2B99-014C-4975-0E892F82E4F2}"/>
                    </a:ext>
                  </a:extLst>
                </p:cNvPr>
                <p:cNvPicPr/>
                <p:nvPr/>
              </p:nvPicPr>
              <p:blipFill>
                <a:blip r:embed="rId125"/>
                <a:stretch>
                  <a:fillRect/>
                </a:stretch>
              </p:blipFill>
              <p:spPr>
                <a:xfrm>
                  <a:off x="3340860" y="3242100"/>
                  <a:ext cx="3841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2" name="Ink 51">
                  <a:extLst>
                    <a:ext uri="{FF2B5EF4-FFF2-40B4-BE49-F238E27FC236}">
                      <a16:creationId xmlns:a16="http://schemas.microsoft.com/office/drawing/2014/main" id="{CC091C44-7166-6F33-BE7D-2F0D581A9CFE}"/>
                    </a:ext>
                  </a:extLst>
                </p14:cNvPr>
                <p14:cNvContentPartPr/>
                <p14:nvPr/>
              </p14:nvContentPartPr>
              <p14:xfrm>
                <a:off x="1567500" y="3013860"/>
                <a:ext cx="26280" cy="160200"/>
              </p14:xfrm>
            </p:contentPart>
          </mc:Choice>
          <mc:Fallback xmlns="">
            <p:pic>
              <p:nvPicPr>
                <p:cNvPr id="52" name="Ink 51">
                  <a:extLst>
                    <a:ext uri="{FF2B5EF4-FFF2-40B4-BE49-F238E27FC236}">
                      <a16:creationId xmlns:a16="http://schemas.microsoft.com/office/drawing/2014/main" id="{CC091C44-7166-6F33-BE7D-2F0D581A9CFE}"/>
                    </a:ext>
                  </a:extLst>
                </p:cNvPr>
                <p:cNvPicPr/>
                <p:nvPr/>
              </p:nvPicPr>
              <p:blipFill>
                <a:blip r:embed="rId127"/>
                <a:stretch>
                  <a:fillRect/>
                </a:stretch>
              </p:blipFill>
              <p:spPr>
                <a:xfrm>
                  <a:off x="1558860" y="3004860"/>
                  <a:ext cx="439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3" name="Ink 52">
                  <a:extLst>
                    <a:ext uri="{FF2B5EF4-FFF2-40B4-BE49-F238E27FC236}">
                      <a16:creationId xmlns:a16="http://schemas.microsoft.com/office/drawing/2014/main" id="{C175CB5C-201D-29B9-8CB4-175DD8DBC3D3}"/>
                    </a:ext>
                  </a:extLst>
                </p14:cNvPr>
                <p14:cNvContentPartPr/>
                <p14:nvPr/>
              </p14:nvContentPartPr>
              <p14:xfrm>
                <a:off x="1509540" y="3193860"/>
                <a:ext cx="143640" cy="360"/>
              </p14:xfrm>
            </p:contentPart>
          </mc:Choice>
          <mc:Fallback xmlns="">
            <p:pic>
              <p:nvPicPr>
                <p:cNvPr id="53" name="Ink 52">
                  <a:extLst>
                    <a:ext uri="{FF2B5EF4-FFF2-40B4-BE49-F238E27FC236}">
                      <a16:creationId xmlns:a16="http://schemas.microsoft.com/office/drawing/2014/main" id="{C175CB5C-201D-29B9-8CB4-175DD8DBC3D3}"/>
                    </a:ext>
                  </a:extLst>
                </p:cNvPr>
                <p:cNvPicPr/>
                <p:nvPr/>
              </p:nvPicPr>
              <p:blipFill>
                <a:blip r:embed="rId129"/>
                <a:stretch>
                  <a:fillRect/>
                </a:stretch>
              </p:blipFill>
              <p:spPr>
                <a:xfrm>
                  <a:off x="1500900" y="3184860"/>
                  <a:ext cx="161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55" name="Ink 54">
                  <a:extLst>
                    <a:ext uri="{FF2B5EF4-FFF2-40B4-BE49-F238E27FC236}">
                      <a16:creationId xmlns:a16="http://schemas.microsoft.com/office/drawing/2014/main" id="{C7F21F8A-6E18-1A08-EBC5-82918419EACF}"/>
                    </a:ext>
                  </a:extLst>
                </p14:cNvPr>
                <p14:cNvContentPartPr/>
                <p14:nvPr/>
              </p14:nvContentPartPr>
              <p14:xfrm>
                <a:off x="3973380" y="2530020"/>
                <a:ext cx="2016720" cy="575640"/>
              </p14:xfrm>
            </p:contentPart>
          </mc:Choice>
          <mc:Fallback xmlns="">
            <p:pic>
              <p:nvPicPr>
                <p:cNvPr id="55" name="Ink 54">
                  <a:extLst>
                    <a:ext uri="{FF2B5EF4-FFF2-40B4-BE49-F238E27FC236}">
                      <a16:creationId xmlns:a16="http://schemas.microsoft.com/office/drawing/2014/main" id="{C7F21F8A-6E18-1A08-EBC5-82918419EACF}"/>
                    </a:ext>
                  </a:extLst>
                </p:cNvPr>
                <p:cNvPicPr/>
                <p:nvPr/>
              </p:nvPicPr>
              <p:blipFill>
                <a:blip r:embed="rId131"/>
                <a:stretch>
                  <a:fillRect/>
                </a:stretch>
              </p:blipFill>
              <p:spPr>
                <a:xfrm>
                  <a:off x="3964740" y="2521380"/>
                  <a:ext cx="2034360" cy="5932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56" name="Ink 55">
                  <a:extLst>
                    <a:ext uri="{FF2B5EF4-FFF2-40B4-BE49-F238E27FC236}">
                      <a16:creationId xmlns:a16="http://schemas.microsoft.com/office/drawing/2014/main" id="{E82F1DD6-6C33-7F67-6F90-FCC3632492D5}"/>
                    </a:ext>
                  </a:extLst>
                </p14:cNvPr>
                <p14:cNvContentPartPr/>
                <p14:nvPr/>
              </p14:nvContentPartPr>
              <p14:xfrm>
                <a:off x="5849700" y="2463420"/>
                <a:ext cx="224640" cy="329760"/>
              </p14:xfrm>
            </p:contentPart>
          </mc:Choice>
          <mc:Fallback xmlns="">
            <p:pic>
              <p:nvPicPr>
                <p:cNvPr id="56" name="Ink 55">
                  <a:extLst>
                    <a:ext uri="{FF2B5EF4-FFF2-40B4-BE49-F238E27FC236}">
                      <a16:creationId xmlns:a16="http://schemas.microsoft.com/office/drawing/2014/main" id="{E82F1DD6-6C33-7F67-6F90-FCC3632492D5}"/>
                    </a:ext>
                  </a:extLst>
                </p:cNvPr>
                <p:cNvPicPr/>
                <p:nvPr/>
              </p:nvPicPr>
              <p:blipFill>
                <a:blip r:embed="rId133"/>
                <a:stretch>
                  <a:fillRect/>
                </a:stretch>
              </p:blipFill>
              <p:spPr>
                <a:xfrm>
                  <a:off x="5841060" y="2454780"/>
                  <a:ext cx="2422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43" name="Ink 42">
                  <a:extLst>
                    <a:ext uri="{FF2B5EF4-FFF2-40B4-BE49-F238E27FC236}">
                      <a16:creationId xmlns:a16="http://schemas.microsoft.com/office/drawing/2014/main" id="{EA15DCDB-C4FA-10F1-FC97-C6274D048AC6}"/>
                    </a:ext>
                  </a:extLst>
                </p14:cNvPr>
                <p14:cNvContentPartPr/>
                <p14:nvPr/>
              </p14:nvContentPartPr>
              <p14:xfrm>
                <a:off x="3515100" y="4729260"/>
                <a:ext cx="248400" cy="250920"/>
              </p14:xfrm>
            </p:contentPart>
          </mc:Choice>
          <mc:Fallback xmlns="">
            <p:pic>
              <p:nvPicPr>
                <p:cNvPr id="43" name="Ink 42">
                  <a:extLst>
                    <a:ext uri="{FF2B5EF4-FFF2-40B4-BE49-F238E27FC236}">
                      <a16:creationId xmlns:a16="http://schemas.microsoft.com/office/drawing/2014/main" id="{EA15DCDB-C4FA-10F1-FC97-C6274D048AC6}"/>
                    </a:ext>
                  </a:extLst>
                </p:cNvPr>
                <p:cNvPicPr/>
                <p:nvPr/>
              </p:nvPicPr>
              <p:blipFill>
                <a:blip r:embed="rId135"/>
                <a:stretch>
                  <a:fillRect/>
                </a:stretch>
              </p:blipFill>
              <p:spPr>
                <a:xfrm>
                  <a:off x="3506460" y="4720260"/>
                  <a:ext cx="2660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4" name="Ink 43">
                  <a:extLst>
                    <a:ext uri="{FF2B5EF4-FFF2-40B4-BE49-F238E27FC236}">
                      <a16:creationId xmlns:a16="http://schemas.microsoft.com/office/drawing/2014/main" id="{420A72A4-53CA-6571-A466-30320CE745F2}"/>
                    </a:ext>
                  </a:extLst>
                </p14:cNvPr>
                <p14:cNvContentPartPr/>
                <p14:nvPr/>
              </p14:nvContentPartPr>
              <p14:xfrm>
                <a:off x="3777900" y="4787580"/>
                <a:ext cx="211320" cy="213480"/>
              </p14:xfrm>
            </p:contentPart>
          </mc:Choice>
          <mc:Fallback xmlns="">
            <p:pic>
              <p:nvPicPr>
                <p:cNvPr id="44" name="Ink 43">
                  <a:extLst>
                    <a:ext uri="{FF2B5EF4-FFF2-40B4-BE49-F238E27FC236}">
                      <a16:creationId xmlns:a16="http://schemas.microsoft.com/office/drawing/2014/main" id="{420A72A4-53CA-6571-A466-30320CE745F2}"/>
                    </a:ext>
                  </a:extLst>
                </p:cNvPr>
                <p:cNvPicPr/>
                <p:nvPr/>
              </p:nvPicPr>
              <p:blipFill>
                <a:blip r:embed="rId137"/>
                <a:stretch>
                  <a:fillRect/>
                </a:stretch>
              </p:blipFill>
              <p:spPr>
                <a:xfrm>
                  <a:off x="3769260" y="4778580"/>
                  <a:ext cx="2289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5" name="Ink 44">
                  <a:extLst>
                    <a:ext uri="{FF2B5EF4-FFF2-40B4-BE49-F238E27FC236}">
                      <a16:creationId xmlns:a16="http://schemas.microsoft.com/office/drawing/2014/main" id="{F03513A8-A614-5EFA-0DCD-5A9E81F04A31}"/>
                    </a:ext>
                  </a:extLst>
                </p14:cNvPr>
                <p14:cNvContentPartPr/>
                <p14:nvPr/>
              </p14:nvContentPartPr>
              <p14:xfrm>
                <a:off x="4036740" y="4781100"/>
                <a:ext cx="161280" cy="348480"/>
              </p14:xfrm>
            </p:contentPart>
          </mc:Choice>
          <mc:Fallback xmlns="">
            <p:pic>
              <p:nvPicPr>
                <p:cNvPr id="45" name="Ink 44">
                  <a:extLst>
                    <a:ext uri="{FF2B5EF4-FFF2-40B4-BE49-F238E27FC236}">
                      <a16:creationId xmlns:a16="http://schemas.microsoft.com/office/drawing/2014/main" id="{F03513A8-A614-5EFA-0DCD-5A9E81F04A31}"/>
                    </a:ext>
                  </a:extLst>
                </p:cNvPr>
                <p:cNvPicPr/>
                <p:nvPr/>
              </p:nvPicPr>
              <p:blipFill>
                <a:blip r:embed="rId139"/>
                <a:stretch>
                  <a:fillRect/>
                </a:stretch>
              </p:blipFill>
              <p:spPr>
                <a:xfrm>
                  <a:off x="4027740" y="4772100"/>
                  <a:ext cx="1789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6" name="Ink 45">
                  <a:extLst>
                    <a:ext uri="{FF2B5EF4-FFF2-40B4-BE49-F238E27FC236}">
                      <a16:creationId xmlns:a16="http://schemas.microsoft.com/office/drawing/2014/main" id="{6D1F1EE4-E33B-64C3-A6B8-F8C0A08FB8EB}"/>
                    </a:ext>
                  </a:extLst>
                </p14:cNvPr>
                <p14:cNvContentPartPr/>
                <p14:nvPr/>
              </p14:nvContentPartPr>
              <p14:xfrm>
                <a:off x="4291980" y="4844100"/>
                <a:ext cx="140400" cy="7920"/>
              </p14:xfrm>
            </p:contentPart>
          </mc:Choice>
          <mc:Fallback xmlns="">
            <p:pic>
              <p:nvPicPr>
                <p:cNvPr id="46" name="Ink 45">
                  <a:extLst>
                    <a:ext uri="{FF2B5EF4-FFF2-40B4-BE49-F238E27FC236}">
                      <a16:creationId xmlns:a16="http://schemas.microsoft.com/office/drawing/2014/main" id="{6D1F1EE4-E33B-64C3-A6B8-F8C0A08FB8EB}"/>
                    </a:ext>
                  </a:extLst>
                </p:cNvPr>
                <p:cNvPicPr/>
                <p:nvPr/>
              </p:nvPicPr>
              <p:blipFill>
                <a:blip r:embed="rId141"/>
                <a:stretch>
                  <a:fillRect/>
                </a:stretch>
              </p:blipFill>
              <p:spPr>
                <a:xfrm>
                  <a:off x="4282980" y="4835460"/>
                  <a:ext cx="1580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7" name="Ink 46">
                  <a:extLst>
                    <a:ext uri="{FF2B5EF4-FFF2-40B4-BE49-F238E27FC236}">
                      <a16:creationId xmlns:a16="http://schemas.microsoft.com/office/drawing/2014/main" id="{B1DD5343-2A01-5286-2FCC-22F4EF8ED475}"/>
                    </a:ext>
                  </a:extLst>
                </p14:cNvPr>
                <p14:cNvContentPartPr/>
                <p14:nvPr/>
              </p14:nvContentPartPr>
              <p14:xfrm>
                <a:off x="4717140" y="4772820"/>
                <a:ext cx="26640" cy="290520"/>
              </p14:xfrm>
            </p:contentPart>
          </mc:Choice>
          <mc:Fallback xmlns="">
            <p:pic>
              <p:nvPicPr>
                <p:cNvPr id="47" name="Ink 46">
                  <a:extLst>
                    <a:ext uri="{FF2B5EF4-FFF2-40B4-BE49-F238E27FC236}">
                      <a16:creationId xmlns:a16="http://schemas.microsoft.com/office/drawing/2014/main" id="{B1DD5343-2A01-5286-2FCC-22F4EF8ED475}"/>
                    </a:ext>
                  </a:extLst>
                </p:cNvPr>
                <p:cNvPicPr/>
                <p:nvPr/>
              </p:nvPicPr>
              <p:blipFill>
                <a:blip r:embed="rId143"/>
                <a:stretch>
                  <a:fillRect/>
                </a:stretch>
              </p:blipFill>
              <p:spPr>
                <a:xfrm>
                  <a:off x="4708140" y="4764180"/>
                  <a:ext cx="442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5" name="Ink 74">
                  <a:extLst>
                    <a:ext uri="{FF2B5EF4-FFF2-40B4-BE49-F238E27FC236}">
                      <a16:creationId xmlns:a16="http://schemas.microsoft.com/office/drawing/2014/main" id="{D776F1AC-A84C-15E5-755A-978C43B813BF}"/>
                    </a:ext>
                  </a:extLst>
                </p14:cNvPr>
                <p14:cNvContentPartPr/>
                <p14:nvPr/>
              </p14:nvContentPartPr>
              <p14:xfrm>
                <a:off x="4307100" y="4476180"/>
                <a:ext cx="646560" cy="747720"/>
              </p14:xfrm>
            </p:contentPart>
          </mc:Choice>
          <mc:Fallback xmlns="">
            <p:pic>
              <p:nvPicPr>
                <p:cNvPr id="75" name="Ink 74">
                  <a:extLst>
                    <a:ext uri="{FF2B5EF4-FFF2-40B4-BE49-F238E27FC236}">
                      <a16:creationId xmlns:a16="http://schemas.microsoft.com/office/drawing/2014/main" id="{D776F1AC-A84C-15E5-755A-978C43B813BF}"/>
                    </a:ext>
                  </a:extLst>
                </p:cNvPr>
                <p:cNvPicPr/>
                <p:nvPr/>
              </p:nvPicPr>
              <p:blipFill>
                <a:blip r:embed="rId145"/>
                <a:stretch>
                  <a:fillRect/>
                </a:stretch>
              </p:blipFill>
              <p:spPr>
                <a:xfrm>
                  <a:off x="4298460" y="4467180"/>
                  <a:ext cx="664200" cy="765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6" name="Ink 75">
                  <a:extLst>
                    <a:ext uri="{FF2B5EF4-FFF2-40B4-BE49-F238E27FC236}">
                      <a16:creationId xmlns:a16="http://schemas.microsoft.com/office/drawing/2014/main" id="{19F27559-A532-1B5C-AADF-49862B4ED183}"/>
                    </a:ext>
                  </a:extLst>
                </p14:cNvPr>
                <p14:cNvContentPartPr/>
                <p14:nvPr/>
              </p14:nvContentPartPr>
              <p14:xfrm>
                <a:off x="4762500" y="4510740"/>
                <a:ext cx="267120" cy="245520"/>
              </p14:xfrm>
            </p:contentPart>
          </mc:Choice>
          <mc:Fallback xmlns="">
            <p:pic>
              <p:nvPicPr>
                <p:cNvPr id="76" name="Ink 75">
                  <a:extLst>
                    <a:ext uri="{FF2B5EF4-FFF2-40B4-BE49-F238E27FC236}">
                      <a16:creationId xmlns:a16="http://schemas.microsoft.com/office/drawing/2014/main" id="{19F27559-A532-1B5C-AADF-49862B4ED183}"/>
                    </a:ext>
                  </a:extLst>
                </p:cNvPr>
                <p:cNvPicPr/>
                <p:nvPr/>
              </p:nvPicPr>
              <p:blipFill>
                <a:blip r:embed="rId147"/>
                <a:stretch>
                  <a:fillRect/>
                </a:stretch>
              </p:blipFill>
              <p:spPr>
                <a:xfrm>
                  <a:off x="4753500" y="4502100"/>
                  <a:ext cx="2847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7" name="Ink 76">
                  <a:extLst>
                    <a:ext uri="{FF2B5EF4-FFF2-40B4-BE49-F238E27FC236}">
                      <a16:creationId xmlns:a16="http://schemas.microsoft.com/office/drawing/2014/main" id="{D398E6BD-E817-09D4-BAE8-7AF7AD7325FA}"/>
                    </a:ext>
                  </a:extLst>
                </p14:cNvPr>
                <p14:cNvContentPartPr/>
                <p14:nvPr/>
              </p14:nvContentPartPr>
              <p14:xfrm>
                <a:off x="5113140" y="4788300"/>
                <a:ext cx="2250360" cy="596160"/>
              </p14:xfrm>
            </p:contentPart>
          </mc:Choice>
          <mc:Fallback xmlns="">
            <p:pic>
              <p:nvPicPr>
                <p:cNvPr id="77" name="Ink 76">
                  <a:extLst>
                    <a:ext uri="{FF2B5EF4-FFF2-40B4-BE49-F238E27FC236}">
                      <a16:creationId xmlns:a16="http://schemas.microsoft.com/office/drawing/2014/main" id="{D398E6BD-E817-09D4-BAE8-7AF7AD7325FA}"/>
                    </a:ext>
                  </a:extLst>
                </p:cNvPr>
                <p:cNvPicPr/>
                <p:nvPr/>
              </p:nvPicPr>
              <p:blipFill>
                <a:blip r:embed="rId149"/>
                <a:stretch>
                  <a:fillRect/>
                </a:stretch>
              </p:blipFill>
              <p:spPr>
                <a:xfrm>
                  <a:off x="5104140" y="4779660"/>
                  <a:ext cx="2268000" cy="613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78" name="Ink 77">
                  <a:extLst>
                    <a:ext uri="{FF2B5EF4-FFF2-40B4-BE49-F238E27FC236}">
                      <a16:creationId xmlns:a16="http://schemas.microsoft.com/office/drawing/2014/main" id="{0749B1EC-F602-B74A-9791-516D729996D6}"/>
                    </a:ext>
                  </a:extLst>
                </p14:cNvPr>
                <p14:cNvContentPartPr/>
                <p14:nvPr/>
              </p14:nvContentPartPr>
              <p14:xfrm>
                <a:off x="7272780" y="5212740"/>
                <a:ext cx="156240" cy="235080"/>
              </p14:xfrm>
            </p:contentPart>
          </mc:Choice>
          <mc:Fallback xmlns="">
            <p:pic>
              <p:nvPicPr>
                <p:cNvPr id="78" name="Ink 77">
                  <a:extLst>
                    <a:ext uri="{FF2B5EF4-FFF2-40B4-BE49-F238E27FC236}">
                      <a16:creationId xmlns:a16="http://schemas.microsoft.com/office/drawing/2014/main" id="{0749B1EC-F602-B74A-9791-516D729996D6}"/>
                    </a:ext>
                  </a:extLst>
                </p:cNvPr>
                <p:cNvPicPr/>
                <p:nvPr/>
              </p:nvPicPr>
              <p:blipFill>
                <a:blip r:embed="rId151"/>
                <a:stretch>
                  <a:fillRect/>
                </a:stretch>
              </p:blipFill>
              <p:spPr>
                <a:xfrm>
                  <a:off x="7263780" y="5204100"/>
                  <a:ext cx="1738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9" name="Ink 78">
                  <a:extLst>
                    <a:ext uri="{FF2B5EF4-FFF2-40B4-BE49-F238E27FC236}">
                      <a16:creationId xmlns:a16="http://schemas.microsoft.com/office/drawing/2014/main" id="{864DD288-69BE-4F94-B4DE-640D4D8B03ED}"/>
                    </a:ext>
                  </a:extLst>
                </p14:cNvPr>
                <p14:cNvContentPartPr/>
                <p14:nvPr/>
              </p14:nvContentPartPr>
              <p14:xfrm>
                <a:off x="7651860" y="5187900"/>
                <a:ext cx="344880" cy="187920"/>
              </p14:xfrm>
            </p:contentPart>
          </mc:Choice>
          <mc:Fallback xmlns="">
            <p:pic>
              <p:nvPicPr>
                <p:cNvPr id="79" name="Ink 78">
                  <a:extLst>
                    <a:ext uri="{FF2B5EF4-FFF2-40B4-BE49-F238E27FC236}">
                      <a16:creationId xmlns:a16="http://schemas.microsoft.com/office/drawing/2014/main" id="{864DD288-69BE-4F94-B4DE-640D4D8B03ED}"/>
                    </a:ext>
                  </a:extLst>
                </p:cNvPr>
                <p:cNvPicPr/>
                <p:nvPr/>
              </p:nvPicPr>
              <p:blipFill>
                <a:blip r:embed="rId153"/>
                <a:stretch>
                  <a:fillRect/>
                </a:stretch>
              </p:blipFill>
              <p:spPr>
                <a:xfrm>
                  <a:off x="7642860" y="5179260"/>
                  <a:ext cx="362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0" name="Ink 79">
                  <a:extLst>
                    <a:ext uri="{FF2B5EF4-FFF2-40B4-BE49-F238E27FC236}">
                      <a16:creationId xmlns:a16="http://schemas.microsoft.com/office/drawing/2014/main" id="{8B31E7DC-4236-58CD-10CA-681CBBB7BB14}"/>
                    </a:ext>
                  </a:extLst>
                </p14:cNvPr>
                <p14:cNvContentPartPr/>
                <p14:nvPr/>
              </p14:nvContentPartPr>
              <p14:xfrm>
                <a:off x="8052540" y="5195820"/>
                <a:ext cx="192240" cy="126720"/>
              </p14:xfrm>
            </p:contentPart>
          </mc:Choice>
          <mc:Fallback xmlns="">
            <p:pic>
              <p:nvPicPr>
                <p:cNvPr id="80" name="Ink 79">
                  <a:extLst>
                    <a:ext uri="{FF2B5EF4-FFF2-40B4-BE49-F238E27FC236}">
                      <a16:creationId xmlns:a16="http://schemas.microsoft.com/office/drawing/2014/main" id="{8B31E7DC-4236-58CD-10CA-681CBBB7BB14}"/>
                    </a:ext>
                  </a:extLst>
                </p:cNvPr>
                <p:cNvPicPr/>
                <p:nvPr/>
              </p:nvPicPr>
              <p:blipFill>
                <a:blip r:embed="rId155"/>
                <a:stretch>
                  <a:fillRect/>
                </a:stretch>
              </p:blipFill>
              <p:spPr>
                <a:xfrm>
                  <a:off x="8043900" y="5187180"/>
                  <a:ext cx="2098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1" name="Ink 80">
                  <a:extLst>
                    <a:ext uri="{FF2B5EF4-FFF2-40B4-BE49-F238E27FC236}">
                      <a16:creationId xmlns:a16="http://schemas.microsoft.com/office/drawing/2014/main" id="{51AFFECD-DCB3-5D81-A6DE-F8056F073CEF}"/>
                    </a:ext>
                  </a:extLst>
                </p14:cNvPr>
                <p14:cNvContentPartPr/>
                <p14:nvPr/>
              </p14:nvContentPartPr>
              <p14:xfrm>
                <a:off x="8305260" y="5218860"/>
                <a:ext cx="127800" cy="135720"/>
              </p14:xfrm>
            </p:contentPart>
          </mc:Choice>
          <mc:Fallback xmlns="">
            <p:pic>
              <p:nvPicPr>
                <p:cNvPr id="81" name="Ink 80">
                  <a:extLst>
                    <a:ext uri="{FF2B5EF4-FFF2-40B4-BE49-F238E27FC236}">
                      <a16:creationId xmlns:a16="http://schemas.microsoft.com/office/drawing/2014/main" id="{51AFFECD-DCB3-5D81-A6DE-F8056F073CEF}"/>
                    </a:ext>
                  </a:extLst>
                </p:cNvPr>
                <p:cNvPicPr/>
                <p:nvPr/>
              </p:nvPicPr>
              <p:blipFill>
                <a:blip r:embed="rId157"/>
                <a:stretch>
                  <a:fillRect/>
                </a:stretch>
              </p:blipFill>
              <p:spPr>
                <a:xfrm>
                  <a:off x="8296260" y="5209860"/>
                  <a:ext cx="1454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2" name="Ink 81">
                  <a:extLst>
                    <a:ext uri="{FF2B5EF4-FFF2-40B4-BE49-F238E27FC236}">
                      <a16:creationId xmlns:a16="http://schemas.microsoft.com/office/drawing/2014/main" id="{A675D3B1-ABA1-6D65-6D57-1818426ECF62}"/>
                    </a:ext>
                  </a:extLst>
                </p14:cNvPr>
                <p14:cNvContentPartPr/>
                <p14:nvPr/>
              </p14:nvContentPartPr>
              <p14:xfrm>
                <a:off x="8292660" y="5194020"/>
                <a:ext cx="140040" cy="198000"/>
              </p14:xfrm>
            </p:contentPart>
          </mc:Choice>
          <mc:Fallback xmlns="">
            <p:pic>
              <p:nvPicPr>
                <p:cNvPr id="82" name="Ink 81">
                  <a:extLst>
                    <a:ext uri="{FF2B5EF4-FFF2-40B4-BE49-F238E27FC236}">
                      <a16:creationId xmlns:a16="http://schemas.microsoft.com/office/drawing/2014/main" id="{A675D3B1-ABA1-6D65-6D57-1818426ECF62}"/>
                    </a:ext>
                  </a:extLst>
                </p:cNvPr>
                <p:cNvPicPr/>
                <p:nvPr/>
              </p:nvPicPr>
              <p:blipFill>
                <a:blip r:embed="rId159"/>
                <a:stretch>
                  <a:fillRect/>
                </a:stretch>
              </p:blipFill>
              <p:spPr>
                <a:xfrm>
                  <a:off x="8284020" y="5185380"/>
                  <a:ext cx="1576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3" name="Ink 82">
                  <a:extLst>
                    <a:ext uri="{FF2B5EF4-FFF2-40B4-BE49-F238E27FC236}">
                      <a16:creationId xmlns:a16="http://schemas.microsoft.com/office/drawing/2014/main" id="{E744D946-0991-B48F-F1FE-7DE6C54D587D}"/>
                    </a:ext>
                  </a:extLst>
                </p14:cNvPr>
                <p14:cNvContentPartPr/>
                <p14:nvPr/>
              </p14:nvContentPartPr>
              <p14:xfrm>
                <a:off x="8556540" y="5289420"/>
                <a:ext cx="172080" cy="13320"/>
              </p14:xfrm>
            </p:contentPart>
          </mc:Choice>
          <mc:Fallback xmlns="">
            <p:pic>
              <p:nvPicPr>
                <p:cNvPr id="83" name="Ink 82">
                  <a:extLst>
                    <a:ext uri="{FF2B5EF4-FFF2-40B4-BE49-F238E27FC236}">
                      <a16:creationId xmlns:a16="http://schemas.microsoft.com/office/drawing/2014/main" id="{E744D946-0991-B48F-F1FE-7DE6C54D587D}"/>
                    </a:ext>
                  </a:extLst>
                </p:cNvPr>
                <p:cNvPicPr/>
                <p:nvPr/>
              </p:nvPicPr>
              <p:blipFill>
                <a:blip r:embed="rId161"/>
                <a:stretch>
                  <a:fillRect/>
                </a:stretch>
              </p:blipFill>
              <p:spPr>
                <a:xfrm>
                  <a:off x="8547900" y="5280420"/>
                  <a:ext cx="189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84" name="Ink 83">
                  <a:extLst>
                    <a:ext uri="{FF2B5EF4-FFF2-40B4-BE49-F238E27FC236}">
                      <a16:creationId xmlns:a16="http://schemas.microsoft.com/office/drawing/2014/main" id="{CCAFB616-9976-1AEB-0177-B2E43AD90D89}"/>
                    </a:ext>
                  </a:extLst>
                </p14:cNvPr>
                <p14:cNvContentPartPr/>
                <p14:nvPr/>
              </p14:nvContentPartPr>
              <p14:xfrm>
                <a:off x="8820780" y="5189340"/>
                <a:ext cx="217080" cy="166320"/>
              </p14:xfrm>
            </p:contentPart>
          </mc:Choice>
          <mc:Fallback xmlns="">
            <p:pic>
              <p:nvPicPr>
                <p:cNvPr id="84" name="Ink 83">
                  <a:extLst>
                    <a:ext uri="{FF2B5EF4-FFF2-40B4-BE49-F238E27FC236}">
                      <a16:creationId xmlns:a16="http://schemas.microsoft.com/office/drawing/2014/main" id="{CCAFB616-9976-1AEB-0177-B2E43AD90D89}"/>
                    </a:ext>
                  </a:extLst>
                </p:cNvPr>
                <p:cNvPicPr/>
                <p:nvPr/>
              </p:nvPicPr>
              <p:blipFill>
                <a:blip r:embed="rId163"/>
                <a:stretch>
                  <a:fillRect/>
                </a:stretch>
              </p:blipFill>
              <p:spPr>
                <a:xfrm>
                  <a:off x="8811780" y="5180700"/>
                  <a:ext cx="2347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85" name="Ink 84">
                  <a:extLst>
                    <a:ext uri="{FF2B5EF4-FFF2-40B4-BE49-F238E27FC236}">
                      <a16:creationId xmlns:a16="http://schemas.microsoft.com/office/drawing/2014/main" id="{BAFC5ECA-8BE4-7AB6-FC27-6327449DC640}"/>
                    </a:ext>
                  </a:extLst>
                </p14:cNvPr>
                <p14:cNvContentPartPr/>
                <p14:nvPr/>
              </p14:nvContentPartPr>
              <p14:xfrm>
                <a:off x="9123900" y="5115540"/>
                <a:ext cx="51840" cy="235080"/>
              </p14:xfrm>
            </p:contentPart>
          </mc:Choice>
          <mc:Fallback xmlns="">
            <p:pic>
              <p:nvPicPr>
                <p:cNvPr id="85" name="Ink 84">
                  <a:extLst>
                    <a:ext uri="{FF2B5EF4-FFF2-40B4-BE49-F238E27FC236}">
                      <a16:creationId xmlns:a16="http://schemas.microsoft.com/office/drawing/2014/main" id="{BAFC5ECA-8BE4-7AB6-FC27-6327449DC640}"/>
                    </a:ext>
                  </a:extLst>
                </p:cNvPr>
                <p:cNvPicPr/>
                <p:nvPr/>
              </p:nvPicPr>
              <p:blipFill>
                <a:blip r:embed="rId165"/>
                <a:stretch>
                  <a:fillRect/>
                </a:stretch>
              </p:blipFill>
              <p:spPr>
                <a:xfrm>
                  <a:off x="9115260" y="5106900"/>
                  <a:ext cx="694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86" name="Ink 85">
                  <a:extLst>
                    <a:ext uri="{FF2B5EF4-FFF2-40B4-BE49-F238E27FC236}">
                      <a16:creationId xmlns:a16="http://schemas.microsoft.com/office/drawing/2014/main" id="{D7638C02-C47F-18F0-4097-D6CBCBC74836}"/>
                    </a:ext>
                  </a:extLst>
                </p14:cNvPr>
                <p14:cNvContentPartPr/>
                <p14:nvPr/>
              </p14:nvContentPartPr>
              <p14:xfrm>
                <a:off x="9287340" y="5219220"/>
                <a:ext cx="179640" cy="121680"/>
              </p14:xfrm>
            </p:contentPart>
          </mc:Choice>
          <mc:Fallback xmlns="">
            <p:pic>
              <p:nvPicPr>
                <p:cNvPr id="86" name="Ink 85">
                  <a:extLst>
                    <a:ext uri="{FF2B5EF4-FFF2-40B4-BE49-F238E27FC236}">
                      <a16:creationId xmlns:a16="http://schemas.microsoft.com/office/drawing/2014/main" id="{D7638C02-C47F-18F0-4097-D6CBCBC74836}"/>
                    </a:ext>
                  </a:extLst>
                </p:cNvPr>
                <p:cNvPicPr/>
                <p:nvPr/>
              </p:nvPicPr>
              <p:blipFill>
                <a:blip r:embed="rId167"/>
                <a:stretch>
                  <a:fillRect/>
                </a:stretch>
              </p:blipFill>
              <p:spPr>
                <a:xfrm>
                  <a:off x="9278340" y="5210220"/>
                  <a:ext cx="1972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87" name="Ink 86">
                  <a:extLst>
                    <a:ext uri="{FF2B5EF4-FFF2-40B4-BE49-F238E27FC236}">
                      <a16:creationId xmlns:a16="http://schemas.microsoft.com/office/drawing/2014/main" id="{462EC9D4-D3F1-A2B2-560D-EF5A7E4C15C2}"/>
                    </a:ext>
                  </a:extLst>
                </p14:cNvPr>
                <p14:cNvContentPartPr/>
                <p14:nvPr/>
              </p14:nvContentPartPr>
              <p14:xfrm>
                <a:off x="9476340" y="5127420"/>
                <a:ext cx="754200" cy="419040"/>
              </p14:xfrm>
            </p:contentPart>
          </mc:Choice>
          <mc:Fallback xmlns="">
            <p:pic>
              <p:nvPicPr>
                <p:cNvPr id="87" name="Ink 86">
                  <a:extLst>
                    <a:ext uri="{FF2B5EF4-FFF2-40B4-BE49-F238E27FC236}">
                      <a16:creationId xmlns:a16="http://schemas.microsoft.com/office/drawing/2014/main" id="{462EC9D4-D3F1-A2B2-560D-EF5A7E4C15C2}"/>
                    </a:ext>
                  </a:extLst>
                </p:cNvPr>
                <p:cNvPicPr/>
                <p:nvPr/>
              </p:nvPicPr>
              <p:blipFill>
                <a:blip r:embed="rId169"/>
                <a:stretch>
                  <a:fillRect/>
                </a:stretch>
              </p:blipFill>
              <p:spPr>
                <a:xfrm>
                  <a:off x="9467700" y="5118780"/>
                  <a:ext cx="77184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88" name="Ink 87">
                  <a:extLst>
                    <a:ext uri="{FF2B5EF4-FFF2-40B4-BE49-F238E27FC236}">
                      <a16:creationId xmlns:a16="http://schemas.microsoft.com/office/drawing/2014/main" id="{A5026497-4142-BFD9-941C-97939BDE0EAA}"/>
                    </a:ext>
                  </a:extLst>
                </p14:cNvPr>
                <p14:cNvContentPartPr/>
                <p14:nvPr/>
              </p14:nvContentPartPr>
              <p14:xfrm>
                <a:off x="10362660" y="5282940"/>
                <a:ext cx="225360" cy="19440"/>
              </p14:xfrm>
            </p:contentPart>
          </mc:Choice>
          <mc:Fallback xmlns="">
            <p:pic>
              <p:nvPicPr>
                <p:cNvPr id="88" name="Ink 87">
                  <a:extLst>
                    <a:ext uri="{FF2B5EF4-FFF2-40B4-BE49-F238E27FC236}">
                      <a16:creationId xmlns:a16="http://schemas.microsoft.com/office/drawing/2014/main" id="{A5026497-4142-BFD9-941C-97939BDE0EAA}"/>
                    </a:ext>
                  </a:extLst>
                </p:cNvPr>
                <p:cNvPicPr/>
                <p:nvPr/>
              </p:nvPicPr>
              <p:blipFill>
                <a:blip r:embed="rId171"/>
                <a:stretch>
                  <a:fillRect/>
                </a:stretch>
              </p:blipFill>
              <p:spPr>
                <a:xfrm>
                  <a:off x="10354020" y="5273940"/>
                  <a:ext cx="2430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89" name="Ink 88">
                  <a:extLst>
                    <a:ext uri="{FF2B5EF4-FFF2-40B4-BE49-F238E27FC236}">
                      <a16:creationId xmlns:a16="http://schemas.microsoft.com/office/drawing/2014/main" id="{D6C05060-3D8B-1522-4688-457473DC632F}"/>
                    </a:ext>
                  </a:extLst>
                </p14:cNvPr>
                <p14:cNvContentPartPr/>
                <p14:nvPr/>
              </p14:nvContentPartPr>
              <p14:xfrm>
                <a:off x="10462020" y="5197620"/>
                <a:ext cx="30600" cy="252360"/>
              </p14:xfrm>
            </p:contentPart>
          </mc:Choice>
          <mc:Fallback xmlns="">
            <p:pic>
              <p:nvPicPr>
                <p:cNvPr id="89" name="Ink 88">
                  <a:extLst>
                    <a:ext uri="{FF2B5EF4-FFF2-40B4-BE49-F238E27FC236}">
                      <a16:creationId xmlns:a16="http://schemas.microsoft.com/office/drawing/2014/main" id="{D6C05060-3D8B-1522-4688-457473DC632F}"/>
                    </a:ext>
                  </a:extLst>
                </p:cNvPr>
                <p:cNvPicPr/>
                <p:nvPr/>
              </p:nvPicPr>
              <p:blipFill>
                <a:blip r:embed="rId173"/>
                <a:stretch>
                  <a:fillRect/>
                </a:stretch>
              </p:blipFill>
              <p:spPr>
                <a:xfrm>
                  <a:off x="10453380" y="5188980"/>
                  <a:ext cx="482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0" name="Ink 89">
                  <a:extLst>
                    <a:ext uri="{FF2B5EF4-FFF2-40B4-BE49-F238E27FC236}">
                      <a16:creationId xmlns:a16="http://schemas.microsoft.com/office/drawing/2014/main" id="{74393A56-2A8F-6423-53C8-E1F4342D8A2B}"/>
                    </a:ext>
                  </a:extLst>
                </p14:cNvPr>
                <p14:cNvContentPartPr/>
                <p14:nvPr/>
              </p14:nvContentPartPr>
              <p14:xfrm>
                <a:off x="10756140" y="5191860"/>
                <a:ext cx="27000" cy="243720"/>
              </p14:xfrm>
            </p:contentPart>
          </mc:Choice>
          <mc:Fallback xmlns="">
            <p:pic>
              <p:nvPicPr>
                <p:cNvPr id="90" name="Ink 89">
                  <a:extLst>
                    <a:ext uri="{FF2B5EF4-FFF2-40B4-BE49-F238E27FC236}">
                      <a16:creationId xmlns:a16="http://schemas.microsoft.com/office/drawing/2014/main" id="{74393A56-2A8F-6423-53C8-E1F4342D8A2B}"/>
                    </a:ext>
                  </a:extLst>
                </p:cNvPr>
                <p:cNvPicPr/>
                <p:nvPr/>
              </p:nvPicPr>
              <p:blipFill>
                <a:blip r:embed="rId175"/>
                <a:stretch>
                  <a:fillRect/>
                </a:stretch>
              </p:blipFill>
              <p:spPr>
                <a:xfrm>
                  <a:off x="10747500" y="5182860"/>
                  <a:ext cx="446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93" name="Ink 92">
                  <a:extLst>
                    <a:ext uri="{FF2B5EF4-FFF2-40B4-BE49-F238E27FC236}">
                      <a16:creationId xmlns:a16="http://schemas.microsoft.com/office/drawing/2014/main" id="{C8B7A247-9F1E-3B5A-2A26-021DF95C11FB}"/>
                    </a:ext>
                  </a:extLst>
                </p14:cNvPr>
                <p14:cNvContentPartPr/>
                <p14:nvPr/>
              </p14:nvContentPartPr>
              <p14:xfrm>
                <a:off x="3886980" y="4202580"/>
                <a:ext cx="180000" cy="189720"/>
              </p14:xfrm>
            </p:contentPart>
          </mc:Choice>
          <mc:Fallback xmlns="">
            <p:pic>
              <p:nvPicPr>
                <p:cNvPr id="93" name="Ink 92">
                  <a:extLst>
                    <a:ext uri="{FF2B5EF4-FFF2-40B4-BE49-F238E27FC236}">
                      <a16:creationId xmlns:a16="http://schemas.microsoft.com/office/drawing/2014/main" id="{C8B7A247-9F1E-3B5A-2A26-021DF95C11FB}"/>
                    </a:ext>
                  </a:extLst>
                </p:cNvPr>
                <p:cNvPicPr/>
                <p:nvPr/>
              </p:nvPicPr>
              <p:blipFill>
                <a:blip r:embed="rId177"/>
                <a:stretch>
                  <a:fillRect/>
                </a:stretch>
              </p:blipFill>
              <p:spPr>
                <a:xfrm>
                  <a:off x="3877980" y="4193580"/>
                  <a:ext cx="1976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94" name="Ink 93">
                  <a:extLst>
                    <a:ext uri="{FF2B5EF4-FFF2-40B4-BE49-F238E27FC236}">
                      <a16:creationId xmlns:a16="http://schemas.microsoft.com/office/drawing/2014/main" id="{F34FD5F2-79BB-0119-A1C6-92AFBBDE7839}"/>
                    </a:ext>
                  </a:extLst>
                </p14:cNvPr>
                <p14:cNvContentPartPr/>
                <p14:nvPr/>
              </p14:nvContentPartPr>
              <p14:xfrm>
                <a:off x="4188300" y="4235340"/>
                <a:ext cx="14040" cy="169560"/>
              </p14:xfrm>
            </p:contentPart>
          </mc:Choice>
          <mc:Fallback xmlns="">
            <p:pic>
              <p:nvPicPr>
                <p:cNvPr id="94" name="Ink 93">
                  <a:extLst>
                    <a:ext uri="{FF2B5EF4-FFF2-40B4-BE49-F238E27FC236}">
                      <a16:creationId xmlns:a16="http://schemas.microsoft.com/office/drawing/2014/main" id="{F34FD5F2-79BB-0119-A1C6-92AFBBDE7839}"/>
                    </a:ext>
                  </a:extLst>
                </p:cNvPr>
                <p:cNvPicPr/>
                <p:nvPr/>
              </p:nvPicPr>
              <p:blipFill>
                <a:blip r:embed="rId179"/>
                <a:stretch>
                  <a:fillRect/>
                </a:stretch>
              </p:blipFill>
              <p:spPr>
                <a:xfrm>
                  <a:off x="4179300" y="4226340"/>
                  <a:ext cx="316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95" name="Ink 94">
                  <a:extLst>
                    <a:ext uri="{FF2B5EF4-FFF2-40B4-BE49-F238E27FC236}">
                      <a16:creationId xmlns:a16="http://schemas.microsoft.com/office/drawing/2014/main" id="{E4CC1AA3-E79D-69A2-B0F3-BEC00EA3E54F}"/>
                    </a:ext>
                  </a:extLst>
                </p14:cNvPr>
                <p14:cNvContentPartPr/>
                <p14:nvPr/>
              </p14:nvContentPartPr>
              <p14:xfrm>
                <a:off x="3736860" y="4184580"/>
                <a:ext cx="229320" cy="367200"/>
              </p14:xfrm>
            </p:contentPart>
          </mc:Choice>
          <mc:Fallback xmlns="">
            <p:pic>
              <p:nvPicPr>
                <p:cNvPr id="95" name="Ink 94">
                  <a:extLst>
                    <a:ext uri="{FF2B5EF4-FFF2-40B4-BE49-F238E27FC236}">
                      <a16:creationId xmlns:a16="http://schemas.microsoft.com/office/drawing/2014/main" id="{E4CC1AA3-E79D-69A2-B0F3-BEC00EA3E54F}"/>
                    </a:ext>
                  </a:extLst>
                </p:cNvPr>
                <p:cNvPicPr/>
                <p:nvPr/>
              </p:nvPicPr>
              <p:blipFill>
                <a:blip r:embed="rId181"/>
                <a:stretch>
                  <a:fillRect/>
                </a:stretch>
              </p:blipFill>
              <p:spPr>
                <a:xfrm>
                  <a:off x="3728220" y="4175580"/>
                  <a:ext cx="24696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96" name="Ink 95">
                  <a:extLst>
                    <a:ext uri="{FF2B5EF4-FFF2-40B4-BE49-F238E27FC236}">
                      <a16:creationId xmlns:a16="http://schemas.microsoft.com/office/drawing/2014/main" id="{3230477C-15C1-A3C0-9E6C-91C7EDFE3DB2}"/>
                    </a:ext>
                  </a:extLst>
                </p14:cNvPr>
                <p14:cNvContentPartPr/>
                <p14:nvPr/>
              </p14:nvContentPartPr>
              <p14:xfrm>
                <a:off x="4332300" y="4200420"/>
                <a:ext cx="148320" cy="313920"/>
              </p14:xfrm>
            </p:contentPart>
          </mc:Choice>
          <mc:Fallback xmlns="">
            <p:pic>
              <p:nvPicPr>
                <p:cNvPr id="96" name="Ink 95">
                  <a:extLst>
                    <a:ext uri="{FF2B5EF4-FFF2-40B4-BE49-F238E27FC236}">
                      <a16:creationId xmlns:a16="http://schemas.microsoft.com/office/drawing/2014/main" id="{3230477C-15C1-A3C0-9E6C-91C7EDFE3DB2}"/>
                    </a:ext>
                  </a:extLst>
                </p:cNvPr>
                <p:cNvPicPr/>
                <p:nvPr/>
              </p:nvPicPr>
              <p:blipFill>
                <a:blip r:embed="rId183"/>
                <a:stretch>
                  <a:fillRect/>
                </a:stretch>
              </p:blipFill>
              <p:spPr>
                <a:xfrm>
                  <a:off x="4323660" y="4191420"/>
                  <a:ext cx="1659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58" name="Ink 57">
                  <a:extLst>
                    <a:ext uri="{FF2B5EF4-FFF2-40B4-BE49-F238E27FC236}">
                      <a16:creationId xmlns:a16="http://schemas.microsoft.com/office/drawing/2014/main" id="{66271898-DBD1-DB71-30C9-8B09F9E90044}"/>
                    </a:ext>
                  </a:extLst>
                </p14:cNvPr>
                <p14:cNvContentPartPr/>
                <p14:nvPr/>
              </p14:nvContentPartPr>
              <p14:xfrm>
                <a:off x="6852300" y="4557180"/>
                <a:ext cx="180000" cy="273600"/>
              </p14:xfrm>
            </p:contentPart>
          </mc:Choice>
          <mc:Fallback xmlns="">
            <p:pic>
              <p:nvPicPr>
                <p:cNvPr id="58" name="Ink 57">
                  <a:extLst>
                    <a:ext uri="{FF2B5EF4-FFF2-40B4-BE49-F238E27FC236}">
                      <a16:creationId xmlns:a16="http://schemas.microsoft.com/office/drawing/2014/main" id="{66271898-DBD1-DB71-30C9-8B09F9E90044}"/>
                    </a:ext>
                  </a:extLst>
                </p:cNvPr>
                <p:cNvPicPr/>
                <p:nvPr/>
              </p:nvPicPr>
              <p:blipFill>
                <a:blip r:embed="rId185"/>
                <a:stretch>
                  <a:fillRect/>
                </a:stretch>
              </p:blipFill>
              <p:spPr>
                <a:xfrm>
                  <a:off x="6843660" y="4548180"/>
                  <a:ext cx="19764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59" name="Ink 58">
                  <a:extLst>
                    <a:ext uri="{FF2B5EF4-FFF2-40B4-BE49-F238E27FC236}">
                      <a16:creationId xmlns:a16="http://schemas.microsoft.com/office/drawing/2014/main" id="{969F3313-D485-34CD-7D40-34FADAC923C3}"/>
                    </a:ext>
                  </a:extLst>
                </p14:cNvPr>
                <p14:cNvContentPartPr/>
                <p14:nvPr/>
              </p14:nvContentPartPr>
              <p14:xfrm>
                <a:off x="7124100" y="4616580"/>
                <a:ext cx="392760" cy="255600"/>
              </p14:xfrm>
            </p:contentPart>
          </mc:Choice>
          <mc:Fallback xmlns="">
            <p:pic>
              <p:nvPicPr>
                <p:cNvPr id="59" name="Ink 58">
                  <a:extLst>
                    <a:ext uri="{FF2B5EF4-FFF2-40B4-BE49-F238E27FC236}">
                      <a16:creationId xmlns:a16="http://schemas.microsoft.com/office/drawing/2014/main" id="{969F3313-D485-34CD-7D40-34FADAC923C3}"/>
                    </a:ext>
                  </a:extLst>
                </p:cNvPr>
                <p:cNvPicPr/>
                <p:nvPr/>
              </p:nvPicPr>
              <p:blipFill>
                <a:blip r:embed="rId187"/>
                <a:stretch>
                  <a:fillRect/>
                </a:stretch>
              </p:blipFill>
              <p:spPr>
                <a:xfrm>
                  <a:off x="7115100" y="4607580"/>
                  <a:ext cx="41040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60" name="Ink 59">
                  <a:extLst>
                    <a:ext uri="{FF2B5EF4-FFF2-40B4-BE49-F238E27FC236}">
                      <a16:creationId xmlns:a16="http://schemas.microsoft.com/office/drawing/2014/main" id="{53CCD55D-115E-9396-2F73-625ED3E2BFB3}"/>
                    </a:ext>
                  </a:extLst>
                </p14:cNvPr>
                <p14:cNvContentPartPr/>
                <p14:nvPr/>
              </p14:nvContentPartPr>
              <p14:xfrm>
                <a:off x="7575540" y="4652220"/>
                <a:ext cx="63720" cy="122400"/>
              </p14:xfrm>
            </p:contentPart>
          </mc:Choice>
          <mc:Fallback xmlns="">
            <p:pic>
              <p:nvPicPr>
                <p:cNvPr id="60" name="Ink 59">
                  <a:extLst>
                    <a:ext uri="{FF2B5EF4-FFF2-40B4-BE49-F238E27FC236}">
                      <a16:creationId xmlns:a16="http://schemas.microsoft.com/office/drawing/2014/main" id="{53CCD55D-115E-9396-2F73-625ED3E2BFB3}"/>
                    </a:ext>
                  </a:extLst>
                </p:cNvPr>
                <p:cNvPicPr/>
                <p:nvPr/>
              </p:nvPicPr>
              <p:blipFill>
                <a:blip r:embed="rId189"/>
                <a:stretch>
                  <a:fillRect/>
                </a:stretch>
              </p:blipFill>
              <p:spPr>
                <a:xfrm>
                  <a:off x="7566540" y="4643220"/>
                  <a:ext cx="813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61" name="Ink 60">
                  <a:extLst>
                    <a:ext uri="{FF2B5EF4-FFF2-40B4-BE49-F238E27FC236}">
                      <a16:creationId xmlns:a16="http://schemas.microsoft.com/office/drawing/2014/main" id="{93FEC0D3-7594-3F21-AC54-FEE4F9E864F8}"/>
                    </a:ext>
                  </a:extLst>
                </p14:cNvPr>
                <p14:cNvContentPartPr/>
                <p14:nvPr/>
              </p14:nvContentPartPr>
              <p14:xfrm>
                <a:off x="7621260" y="4527660"/>
                <a:ext cx="11880" cy="51120"/>
              </p14:xfrm>
            </p:contentPart>
          </mc:Choice>
          <mc:Fallback xmlns="">
            <p:pic>
              <p:nvPicPr>
                <p:cNvPr id="61" name="Ink 60">
                  <a:extLst>
                    <a:ext uri="{FF2B5EF4-FFF2-40B4-BE49-F238E27FC236}">
                      <a16:creationId xmlns:a16="http://schemas.microsoft.com/office/drawing/2014/main" id="{93FEC0D3-7594-3F21-AC54-FEE4F9E864F8}"/>
                    </a:ext>
                  </a:extLst>
                </p:cNvPr>
                <p:cNvPicPr/>
                <p:nvPr/>
              </p:nvPicPr>
              <p:blipFill>
                <a:blip r:embed="rId191"/>
                <a:stretch>
                  <a:fillRect/>
                </a:stretch>
              </p:blipFill>
              <p:spPr>
                <a:xfrm>
                  <a:off x="7612260" y="4518660"/>
                  <a:ext cx="295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62" name="Ink 61">
                  <a:extLst>
                    <a:ext uri="{FF2B5EF4-FFF2-40B4-BE49-F238E27FC236}">
                      <a16:creationId xmlns:a16="http://schemas.microsoft.com/office/drawing/2014/main" id="{839B8827-1E5A-21D7-F1E3-29B12A5B4D5C}"/>
                    </a:ext>
                  </a:extLst>
                </p14:cNvPr>
                <p14:cNvContentPartPr/>
                <p14:nvPr/>
              </p14:nvContentPartPr>
              <p14:xfrm>
                <a:off x="7691820" y="4644300"/>
                <a:ext cx="196920" cy="111240"/>
              </p14:xfrm>
            </p:contentPart>
          </mc:Choice>
          <mc:Fallback xmlns="">
            <p:pic>
              <p:nvPicPr>
                <p:cNvPr id="62" name="Ink 61">
                  <a:extLst>
                    <a:ext uri="{FF2B5EF4-FFF2-40B4-BE49-F238E27FC236}">
                      <a16:creationId xmlns:a16="http://schemas.microsoft.com/office/drawing/2014/main" id="{839B8827-1E5A-21D7-F1E3-29B12A5B4D5C}"/>
                    </a:ext>
                  </a:extLst>
                </p:cNvPr>
                <p:cNvPicPr/>
                <p:nvPr/>
              </p:nvPicPr>
              <p:blipFill>
                <a:blip r:embed="rId193"/>
                <a:stretch>
                  <a:fillRect/>
                </a:stretch>
              </p:blipFill>
              <p:spPr>
                <a:xfrm>
                  <a:off x="7682820" y="4635660"/>
                  <a:ext cx="2145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63" name="Ink 62">
                  <a:extLst>
                    <a:ext uri="{FF2B5EF4-FFF2-40B4-BE49-F238E27FC236}">
                      <a16:creationId xmlns:a16="http://schemas.microsoft.com/office/drawing/2014/main" id="{D4294EA5-00DA-3B95-ED39-84EE3CECB38B}"/>
                    </a:ext>
                  </a:extLst>
                </p14:cNvPr>
                <p14:cNvContentPartPr/>
                <p14:nvPr/>
              </p14:nvContentPartPr>
              <p14:xfrm>
                <a:off x="8244060" y="4463580"/>
                <a:ext cx="339120" cy="285120"/>
              </p14:xfrm>
            </p:contentPart>
          </mc:Choice>
          <mc:Fallback xmlns="">
            <p:pic>
              <p:nvPicPr>
                <p:cNvPr id="63" name="Ink 62">
                  <a:extLst>
                    <a:ext uri="{FF2B5EF4-FFF2-40B4-BE49-F238E27FC236}">
                      <a16:creationId xmlns:a16="http://schemas.microsoft.com/office/drawing/2014/main" id="{D4294EA5-00DA-3B95-ED39-84EE3CECB38B}"/>
                    </a:ext>
                  </a:extLst>
                </p:cNvPr>
                <p:cNvPicPr/>
                <p:nvPr/>
              </p:nvPicPr>
              <p:blipFill>
                <a:blip r:embed="rId195"/>
                <a:stretch>
                  <a:fillRect/>
                </a:stretch>
              </p:blipFill>
              <p:spPr>
                <a:xfrm>
                  <a:off x="8235420" y="4454940"/>
                  <a:ext cx="3567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65" name="Ink 64">
                  <a:extLst>
                    <a:ext uri="{FF2B5EF4-FFF2-40B4-BE49-F238E27FC236}">
                      <a16:creationId xmlns:a16="http://schemas.microsoft.com/office/drawing/2014/main" id="{3BA3C3D5-5379-ADBA-A2DF-B5D9C0D22069}"/>
                    </a:ext>
                  </a:extLst>
                </p14:cNvPr>
                <p14:cNvContentPartPr/>
                <p14:nvPr/>
              </p14:nvContentPartPr>
              <p14:xfrm>
                <a:off x="8668500" y="4621260"/>
                <a:ext cx="342000" cy="117360"/>
              </p14:xfrm>
            </p:contentPart>
          </mc:Choice>
          <mc:Fallback xmlns="">
            <p:pic>
              <p:nvPicPr>
                <p:cNvPr id="65" name="Ink 64">
                  <a:extLst>
                    <a:ext uri="{FF2B5EF4-FFF2-40B4-BE49-F238E27FC236}">
                      <a16:creationId xmlns:a16="http://schemas.microsoft.com/office/drawing/2014/main" id="{3BA3C3D5-5379-ADBA-A2DF-B5D9C0D22069}"/>
                    </a:ext>
                  </a:extLst>
                </p:cNvPr>
                <p:cNvPicPr/>
                <p:nvPr/>
              </p:nvPicPr>
              <p:blipFill>
                <a:blip r:embed="rId197"/>
                <a:stretch>
                  <a:fillRect/>
                </a:stretch>
              </p:blipFill>
              <p:spPr>
                <a:xfrm>
                  <a:off x="8659860" y="4612260"/>
                  <a:ext cx="3596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66" name="Ink 65">
                  <a:extLst>
                    <a:ext uri="{FF2B5EF4-FFF2-40B4-BE49-F238E27FC236}">
                      <a16:creationId xmlns:a16="http://schemas.microsoft.com/office/drawing/2014/main" id="{2A8F3A53-8D35-B083-5AE3-D32E983D2F1F}"/>
                    </a:ext>
                  </a:extLst>
                </p14:cNvPr>
                <p14:cNvContentPartPr/>
                <p14:nvPr/>
              </p14:nvContentPartPr>
              <p14:xfrm>
                <a:off x="9069180" y="4530180"/>
                <a:ext cx="32400" cy="173520"/>
              </p14:xfrm>
            </p:contentPart>
          </mc:Choice>
          <mc:Fallback xmlns="">
            <p:pic>
              <p:nvPicPr>
                <p:cNvPr id="66" name="Ink 65">
                  <a:extLst>
                    <a:ext uri="{FF2B5EF4-FFF2-40B4-BE49-F238E27FC236}">
                      <a16:creationId xmlns:a16="http://schemas.microsoft.com/office/drawing/2014/main" id="{2A8F3A53-8D35-B083-5AE3-D32E983D2F1F}"/>
                    </a:ext>
                  </a:extLst>
                </p:cNvPr>
                <p:cNvPicPr/>
                <p:nvPr/>
              </p:nvPicPr>
              <p:blipFill>
                <a:blip r:embed="rId199"/>
                <a:stretch>
                  <a:fillRect/>
                </a:stretch>
              </p:blipFill>
              <p:spPr>
                <a:xfrm>
                  <a:off x="9060540" y="4521540"/>
                  <a:ext cx="500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67" name="Ink 66">
                  <a:extLst>
                    <a:ext uri="{FF2B5EF4-FFF2-40B4-BE49-F238E27FC236}">
                      <a16:creationId xmlns:a16="http://schemas.microsoft.com/office/drawing/2014/main" id="{0F924DC2-7320-7344-E976-CB3CB109A6E6}"/>
                    </a:ext>
                  </a:extLst>
                </p14:cNvPr>
                <p14:cNvContentPartPr/>
                <p14:nvPr/>
              </p14:nvContentPartPr>
              <p14:xfrm>
                <a:off x="9102300" y="4594620"/>
                <a:ext cx="150120" cy="117360"/>
              </p14:xfrm>
            </p:contentPart>
          </mc:Choice>
          <mc:Fallback xmlns="">
            <p:pic>
              <p:nvPicPr>
                <p:cNvPr id="67" name="Ink 66">
                  <a:extLst>
                    <a:ext uri="{FF2B5EF4-FFF2-40B4-BE49-F238E27FC236}">
                      <a16:creationId xmlns:a16="http://schemas.microsoft.com/office/drawing/2014/main" id="{0F924DC2-7320-7344-E976-CB3CB109A6E6}"/>
                    </a:ext>
                  </a:extLst>
                </p:cNvPr>
                <p:cNvPicPr/>
                <p:nvPr/>
              </p:nvPicPr>
              <p:blipFill>
                <a:blip r:embed="rId201"/>
                <a:stretch>
                  <a:fillRect/>
                </a:stretch>
              </p:blipFill>
              <p:spPr>
                <a:xfrm>
                  <a:off x="9093300" y="4585980"/>
                  <a:ext cx="167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68" name="Ink 67">
                  <a:extLst>
                    <a:ext uri="{FF2B5EF4-FFF2-40B4-BE49-F238E27FC236}">
                      <a16:creationId xmlns:a16="http://schemas.microsoft.com/office/drawing/2014/main" id="{32A92249-BD4C-B61F-0AE1-E8F789336023}"/>
                    </a:ext>
                  </a:extLst>
                </p14:cNvPr>
                <p14:cNvContentPartPr/>
                <p14:nvPr/>
              </p14:nvContentPartPr>
              <p14:xfrm>
                <a:off x="9296340" y="4588860"/>
                <a:ext cx="32760" cy="128160"/>
              </p14:xfrm>
            </p:contentPart>
          </mc:Choice>
          <mc:Fallback xmlns="">
            <p:pic>
              <p:nvPicPr>
                <p:cNvPr id="68" name="Ink 67">
                  <a:extLst>
                    <a:ext uri="{FF2B5EF4-FFF2-40B4-BE49-F238E27FC236}">
                      <a16:creationId xmlns:a16="http://schemas.microsoft.com/office/drawing/2014/main" id="{32A92249-BD4C-B61F-0AE1-E8F789336023}"/>
                    </a:ext>
                  </a:extLst>
                </p:cNvPr>
                <p:cNvPicPr/>
                <p:nvPr/>
              </p:nvPicPr>
              <p:blipFill>
                <a:blip r:embed="rId203"/>
                <a:stretch>
                  <a:fillRect/>
                </a:stretch>
              </p:blipFill>
              <p:spPr>
                <a:xfrm>
                  <a:off x="9287340" y="4580220"/>
                  <a:ext cx="504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69" name="Ink 68">
                  <a:extLst>
                    <a:ext uri="{FF2B5EF4-FFF2-40B4-BE49-F238E27FC236}">
                      <a16:creationId xmlns:a16="http://schemas.microsoft.com/office/drawing/2014/main" id="{18F64B11-E390-9071-9392-9BB8A2D9DAD9}"/>
                    </a:ext>
                  </a:extLst>
                </p14:cNvPr>
                <p14:cNvContentPartPr/>
                <p14:nvPr/>
              </p14:nvContentPartPr>
              <p14:xfrm>
                <a:off x="9359700" y="4529820"/>
                <a:ext cx="360" cy="48960"/>
              </p14:xfrm>
            </p:contentPart>
          </mc:Choice>
          <mc:Fallback xmlns="">
            <p:pic>
              <p:nvPicPr>
                <p:cNvPr id="69" name="Ink 68">
                  <a:extLst>
                    <a:ext uri="{FF2B5EF4-FFF2-40B4-BE49-F238E27FC236}">
                      <a16:creationId xmlns:a16="http://schemas.microsoft.com/office/drawing/2014/main" id="{18F64B11-E390-9071-9392-9BB8A2D9DAD9}"/>
                    </a:ext>
                  </a:extLst>
                </p:cNvPr>
                <p:cNvPicPr/>
                <p:nvPr/>
              </p:nvPicPr>
              <p:blipFill>
                <a:blip r:embed="rId205"/>
                <a:stretch>
                  <a:fillRect/>
                </a:stretch>
              </p:blipFill>
              <p:spPr>
                <a:xfrm>
                  <a:off x="9350700" y="4520820"/>
                  <a:ext cx="180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70" name="Ink 69">
                  <a:extLst>
                    <a:ext uri="{FF2B5EF4-FFF2-40B4-BE49-F238E27FC236}">
                      <a16:creationId xmlns:a16="http://schemas.microsoft.com/office/drawing/2014/main" id="{0E2EE06C-7795-6685-C02C-1F143359F1FB}"/>
                    </a:ext>
                  </a:extLst>
                </p14:cNvPr>
                <p14:cNvContentPartPr/>
                <p14:nvPr/>
              </p14:nvContentPartPr>
              <p14:xfrm>
                <a:off x="9410820" y="4612260"/>
                <a:ext cx="283320" cy="257040"/>
              </p14:xfrm>
            </p:contentPart>
          </mc:Choice>
          <mc:Fallback xmlns="">
            <p:pic>
              <p:nvPicPr>
                <p:cNvPr id="70" name="Ink 69">
                  <a:extLst>
                    <a:ext uri="{FF2B5EF4-FFF2-40B4-BE49-F238E27FC236}">
                      <a16:creationId xmlns:a16="http://schemas.microsoft.com/office/drawing/2014/main" id="{0E2EE06C-7795-6685-C02C-1F143359F1FB}"/>
                    </a:ext>
                  </a:extLst>
                </p:cNvPr>
                <p:cNvPicPr/>
                <p:nvPr/>
              </p:nvPicPr>
              <p:blipFill>
                <a:blip r:embed="rId207"/>
                <a:stretch>
                  <a:fillRect/>
                </a:stretch>
              </p:blipFill>
              <p:spPr>
                <a:xfrm>
                  <a:off x="9401820" y="4603620"/>
                  <a:ext cx="3009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71" name="Ink 70">
                  <a:extLst>
                    <a:ext uri="{FF2B5EF4-FFF2-40B4-BE49-F238E27FC236}">
                      <a16:creationId xmlns:a16="http://schemas.microsoft.com/office/drawing/2014/main" id="{18A99353-5101-C99C-8CEC-57E0BA1481FE}"/>
                    </a:ext>
                  </a:extLst>
                </p14:cNvPr>
                <p14:cNvContentPartPr/>
                <p14:nvPr/>
              </p14:nvContentPartPr>
              <p14:xfrm>
                <a:off x="9823020" y="4595700"/>
                <a:ext cx="15840" cy="127080"/>
              </p14:xfrm>
            </p:contentPart>
          </mc:Choice>
          <mc:Fallback xmlns="">
            <p:pic>
              <p:nvPicPr>
                <p:cNvPr id="71" name="Ink 70">
                  <a:extLst>
                    <a:ext uri="{FF2B5EF4-FFF2-40B4-BE49-F238E27FC236}">
                      <a16:creationId xmlns:a16="http://schemas.microsoft.com/office/drawing/2014/main" id="{18A99353-5101-C99C-8CEC-57E0BA1481FE}"/>
                    </a:ext>
                  </a:extLst>
                </p:cNvPr>
                <p:cNvPicPr/>
                <p:nvPr/>
              </p:nvPicPr>
              <p:blipFill>
                <a:blip r:embed="rId209"/>
                <a:stretch>
                  <a:fillRect/>
                </a:stretch>
              </p:blipFill>
              <p:spPr>
                <a:xfrm>
                  <a:off x="9814380" y="4586700"/>
                  <a:ext cx="334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72" name="Ink 71">
                  <a:extLst>
                    <a:ext uri="{FF2B5EF4-FFF2-40B4-BE49-F238E27FC236}">
                      <a16:creationId xmlns:a16="http://schemas.microsoft.com/office/drawing/2014/main" id="{4C30E52E-96C5-E280-D789-15FC5423358A}"/>
                    </a:ext>
                  </a:extLst>
                </p14:cNvPr>
                <p14:cNvContentPartPr/>
                <p14:nvPr/>
              </p14:nvContentPartPr>
              <p14:xfrm>
                <a:off x="9884220" y="4505700"/>
                <a:ext cx="9360" cy="15840"/>
              </p14:xfrm>
            </p:contentPart>
          </mc:Choice>
          <mc:Fallback xmlns="">
            <p:pic>
              <p:nvPicPr>
                <p:cNvPr id="72" name="Ink 71">
                  <a:extLst>
                    <a:ext uri="{FF2B5EF4-FFF2-40B4-BE49-F238E27FC236}">
                      <a16:creationId xmlns:a16="http://schemas.microsoft.com/office/drawing/2014/main" id="{4C30E52E-96C5-E280-D789-15FC5423358A}"/>
                    </a:ext>
                  </a:extLst>
                </p:cNvPr>
                <p:cNvPicPr/>
                <p:nvPr/>
              </p:nvPicPr>
              <p:blipFill>
                <a:blip r:embed="rId211"/>
                <a:stretch>
                  <a:fillRect/>
                </a:stretch>
              </p:blipFill>
              <p:spPr>
                <a:xfrm>
                  <a:off x="9875580" y="4496700"/>
                  <a:ext cx="270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73" name="Ink 72">
                  <a:extLst>
                    <a:ext uri="{FF2B5EF4-FFF2-40B4-BE49-F238E27FC236}">
                      <a16:creationId xmlns:a16="http://schemas.microsoft.com/office/drawing/2014/main" id="{FB32C917-5619-067F-44A6-4BFDCB9B4950}"/>
                    </a:ext>
                  </a:extLst>
                </p14:cNvPr>
                <p14:cNvContentPartPr/>
                <p14:nvPr/>
              </p14:nvContentPartPr>
              <p14:xfrm>
                <a:off x="9951180" y="4461060"/>
                <a:ext cx="209880" cy="271080"/>
              </p14:xfrm>
            </p:contentPart>
          </mc:Choice>
          <mc:Fallback xmlns="">
            <p:pic>
              <p:nvPicPr>
                <p:cNvPr id="73" name="Ink 72">
                  <a:extLst>
                    <a:ext uri="{FF2B5EF4-FFF2-40B4-BE49-F238E27FC236}">
                      <a16:creationId xmlns:a16="http://schemas.microsoft.com/office/drawing/2014/main" id="{FB32C917-5619-067F-44A6-4BFDCB9B4950}"/>
                    </a:ext>
                  </a:extLst>
                </p:cNvPr>
                <p:cNvPicPr/>
                <p:nvPr/>
              </p:nvPicPr>
              <p:blipFill>
                <a:blip r:embed="rId213"/>
                <a:stretch>
                  <a:fillRect/>
                </a:stretch>
              </p:blipFill>
              <p:spPr>
                <a:xfrm>
                  <a:off x="9942540" y="4452420"/>
                  <a:ext cx="22752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97" name="Ink 96">
                  <a:extLst>
                    <a:ext uri="{FF2B5EF4-FFF2-40B4-BE49-F238E27FC236}">
                      <a16:creationId xmlns:a16="http://schemas.microsoft.com/office/drawing/2014/main" id="{F5DA1803-F125-B108-47D5-C316BD759292}"/>
                    </a:ext>
                  </a:extLst>
                </p14:cNvPr>
                <p14:cNvContentPartPr/>
                <p14:nvPr/>
              </p14:nvContentPartPr>
              <p14:xfrm>
                <a:off x="7704420" y="4148220"/>
                <a:ext cx="193680" cy="297000"/>
              </p14:xfrm>
            </p:contentPart>
          </mc:Choice>
          <mc:Fallback xmlns="">
            <p:pic>
              <p:nvPicPr>
                <p:cNvPr id="97" name="Ink 96">
                  <a:extLst>
                    <a:ext uri="{FF2B5EF4-FFF2-40B4-BE49-F238E27FC236}">
                      <a16:creationId xmlns:a16="http://schemas.microsoft.com/office/drawing/2014/main" id="{F5DA1803-F125-B108-47D5-C316BD759292}"/>
                    </a:ext>
                  </a:extLst>
                </p:cNvPr>
                <p:cNvPicPr/>
                <p:nvPr/>
              </p:nvPicPr>
              <p:blipFill>
                <a:blip r:embed="rId215"/>
                <a:stretch>
                  <a:fillRect/>
                </a:stretch>
              </p:blipFill>
              <p:spPr>
                <a:xfrm>
                  <a:off x="7695780" y="4139220"/>
                  <a:ext cx="21132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98" name="Ink 97">
                  <a:extLst>
                    <a:ext uri="{FF2B5EF4-FFF2-40B4-BE49-F238E27FC236}">
                      <a16:creationId xmlns:a16="http://schemas.microsoft.com/office/drawing/2014/main" id="{B3A3321A-A3E1-68DD-71A4-5F79F06FB1D3}"/>
                    </a:ext>
                  </a:extLst>
                </p14:cNvPr>
                <p14:cNvContentPartPr/>
                <p14:nvPr/>
              </p14:nvContentPartPr>
              <p14:xfrm>
                <a:off x="7969380" y="4159380"/>
                <a:ext cx="133200" cy="176400"/>
              </p14:xfrm>
            </p:contentPart>
          </mc:Choice>
          <mc:Fallback xmlns="">
            <p:pic>
              <p:nvPicPr>
                <p:cNvPr id="98" name="Ink 97">
                  <a:extLst>
                    <a:ext uri="{FF2B5EF4-FFF2-40B4-BE49-F238E27FC236}">
                      <a16:creationId xmlns:a16="http://schemas.microsoft.com/office/drawing/2014/main" id="{B3A3321A-A3E1-68DD-71A4-5F79F06FB1D3}"/>
                    </a:ext>
                  </a:extLst>
                </p:cNvPr>
                <p:cNvPicPr/>
                <p:nvPr/>
              </p:nvPicPr>
              <p:blipFill>
                <a:blip r:embed="rId217"/>
                <a:stretch>
                  <a:fillRect/>
                </a:stretch>
              </p:blipFill>
              <p:spPr>
                <a:xfrm>
                  <a:off x="7960380" y="4150380"/>
                  <a:ext cx="1508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99" name="Ink 98">
                  <a:extLst>
                    <a:ext uri="{FF2B5EF4-FFF2-40B4-BE49-F238E27FC236}">
                      <a16:creationId xmlns:a16="http://schemas.microsoft.com/office/drawing/2014/main" id="{D625410B-46DF-C687-1E1D-B8A173EB6590}"/>
                    </a:ext>
                  </a:extLst>
                </p14:cNvPr>
                <p14:cNvContentPartPr/>
                <p14:nvPr/>
              </p14:nvContentPartPr>
              <p14:xfrm>
                <a:off x="8176020" y="4145340"/>
                <a:ext cx="162720" cy="167400"/>
              </p14:xfrm>
            </p:contentPart>
          </mc:Choice>
          <mc:Fallback xmlns="">
            <p:pic>
              <p:nvPicPr>
                <p:cNvPr id="99" name="Ink 98">
                  <a:extLst>
                    <a:ext uri="{FF2B5EF4-FFF2-40B4-BE49-F238E27FC236}">
                      <a16:creationId xmlns:a16="http://schemas.microsoft.com/office/drawing/2014/main" id="{D625410B-46DF-C687-1E1D-B8A173EB6590}"/>
                    </a:ext>
                  </a:extLst>
                </p:cNvPr>
                <p:cNvPicPr/>
                <p:nvPr/>
              </p:nvPicPr>
              <p:blipFill>
                <a:blip r:embed="rId219"/>
                <a:stretch>
                  <a:fillRect/>
                </a:stretch>
              </p:blipFill>
              <p:spPr>
                <a:xfrm>
                  <a:off x="8167020" y="4136340"/>
                  <a:ext cx="1803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00" name="Ink 99">
                  <a:extLst>
                    <a:ext uri="{FF2B5EF4-FFF2-40B4-BE49-F238E27FC236}">
                      <a16:creationId xmlns:a16="http://schemas.microsoft.com/office/drawing/2014/main" id="{D8AE5D5F-2262-9E52-7CC2-AE72C9A404AF}"/>
                    </a:ext>
                  </a:extLst>
                </p14:cNvPr>
                <p14:cNvContentPartPr/>
                <p14:nvPr/>
              </p14:nvContentPartPr>
              <p14:xfrm>
                <a:off x="8413620" y="4079820"/>
                <a:ext cx="159480" cy="297000"/>
              </p14:xfrm>
            </p:contentPart>
          </mc:Choice>
          <mc:Fallback xmlns="">
            <p:pic>
              <p:nvPicPr>
                <p:cNvPr id="100" name="Ink 99">
                  <a:extLst>
                    <a:ext uri="{FF2B5EF4-FFF2-40B4-BE49-F238E27FC236}">
                      <a16:creationId xmlns:a16="http://schemas.microsoft.com/office/drawing/2014/main" id="{D8AE5D5F-2262-9E52-7CC2-AE72C9A404AF}"/>
                    </a:ext>
                  </a:extLst>
                </p:cNvPr>
                <p:cNvPicPr/>
                <p:nvPr/>
              </p:nvPicPr>
              <p:blipFill>
                <a:blip r:embed="rId221"/>
                <a:stretch>
                  <a:fillRect/>
                </a:stretch>
              </p:blipFill>
              <p:spPr>
                <a:xfrm>
                  <a:off x="8404980" y="4070820"/>
                  <a:ext cx="17712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03" name="Ink 102">
                  <a:extLst>
                    <a:ext uri="{FF2B5EF4-FFF2-40B4-BE49-F238E27FC236}">
                      <a16:creationId xmlns:a16="http://schemas.microsoft.com/office/drawing/2014/main" id="{0EEF512E-A95B-84CD-1968-10160F95ACD2}"/>
                    </a:ext>
                  </a:extLst>
                </p14:cNvPr>
                <p14:cNvContentPartPr/>
                <p14:nvPr/>
              </p14:nvContentPartPr>
              <p14:xfrm>
                <a:off x="1879980" y="3333540"/>
                <a:ext cx="81720" cy="96480"/>
              </p14:xfrm>
            </p:contentPart>
          </mc:Choice>
          <mc:Fallback xmlns="">
            <p:pic>
              <p:nvPicPr>
                <p:cNvPr id="103" name="Ink 102">
                  <a:extLst>
                    <a:ext uri="{FF2B5EF4-FFF2-40B4-BE49-F238E27FC236}">
                      <a16:creationId xmlns:a16="http://schemas.microsoft.com/office/drawing/2014/main" id="{0EEF512E-A95B-84CD-1968-10160F95ACD2}"/>
                    </a:ext>
                  </a:extLst>
                </p:cNvPr>
                <p:cNvPicPr/>
                <p:nvPr/>
              </p:nvPicPr>
              <p:blipFill>
                <a:blip r:embed="rId223"/>
                <a:stretch>
                  <a:fillRect/>
                </a:stretch>
              </p:blipFill>
              <p:spPr>
                <a:xfrm>
                  <a:off x="1870980" y="3324540"/>
                  <a:ext cx="993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04" name="Ink 103">
                  <a:extLst>
                    <a:ext uri="{FF2B5EF4-FFF2-40B4-BE49-F238E27FC236}">
                      <a16:creationId xmlns:a16="http://schemas.microsoft.com/office/drawing/2014/main" id="{E4DAB7AB-5703-6ABE-92F0-9A6B106B2EF5}"/>
                    </a:ext>
                  </a:extLst>
                </p14:cNvPr>
                <p14:cNvContentPartPr/>
                <p14:nvPr/>
              </p14:nvContentPartPr>
              <p14:xfrm>
                <a:off x="2020740" y="3293580"/>
                <a:ext cx="92160" cy="142920"/>
              </p14:xfrm>
            </p:contentPart>
          </mc:Choice>
          <mc:Fallback xmlns="">
            <p:pic>
              <p:nvPicPr>
                <p:cNvPr id="104" name="Ink 103">
                  <a:extLst>
                    <a:ext uri="{FF2B5EF4-FFF2-40B4-BE49-F238E27FC236}">
                      <a16:creationId xmlns:a16="http://schemas.microsoft.com/office/drawing/2014/main" id="{E4DAB7AB-5703-6ABE-92F0-9A6B106B2EF5}"/>
                    </a:ext>
                  </a:extLst>
                </p:cNvPr>
                <p:cNvPicPr/>
                <p:nvPr/>
              </p:nvPicPr>
              <p:blipFill>
                <a:blip r:embed="rId225"/>
                <a:stretch>
                  <a:fillRect/>
                </a:stretch>
              </p:blipFill>
              <p:spPr>
                <a:xfrm>
                  <a:off x="2011740" y="3284940"/>
                  <a:ext cx="1098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9" name="Ink 128">
                  <a:extLst>
                    <a:ext uri="{FF2B5EF4-FFF2-40B4-BE49-F238E27FC236}">
                      <a16:creationId xmlns:a16="http://schemas.microsoft.com/office/drawing/2014/main" id="{A1402F2E-3736-8B15-1D4D-8CFDDD719CF9}"/>
                    </a:ext>
                  </a:extLst>
                </p14:cNvPr>
                <p14:cNvContentPartPr/>
                <p14:nvPr/>
              </p14:nvContentPartPr>
              <p14:xfrm>
                <a:off x="2304780" y="3187020"/>
                <a:ext cx="3721680" cy="497520"/>
              </p14:xfrm>
            </p:contentPart>
          </mc:Choice>
          <mc:Fallback xmlns="">
            <p:pic>
              <p:nvPicPr>
                <p:cNvPr id="129" name="Ink 128">
                  <a:extLst>
                    <a:ext uri="{FF2B5EF4-FFF2-40B4-BE49-F238E27FC236}">
                      <a16:creationId xmlns:a16="http://schemas.microsoft.com/office/drawing/2014/main" id="{A1402F2E-3736-8B15-1D4D-8CFDDD719CF9}"/>
                    </a:ext>
                  </a:extLst>
                </p:cNvPr>
                <p:cNvPicPr/>
                <p:nvPr/>
              </p:nvPicPr>
              <p:blipFill>
                <a:blip r:embed="rId227"/>
                <a:stretch>
                  <a:fillRect/>
                </a:stretch>
              </p:blipFill>
              <p:spPr>
                <a:xfrm>
                  <a:off x="2296140" y="3178380"/>
                  <a:ext cx="373932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0" name="Ink 129">
                  <a:extLst>
                    <a:ext uri="{FF2B5EF4-FFF2-40B4-BE49-F238E27FC236}">
                      <a16:creationId xmlns:a16="http://schemas.microsoft.com/office/drawing/2014/main" id="{68B20BF6-D915-91C7-16DC-CEDD6B38E4A0}"/>
                    </a:ext>
                  </a:extLst>
                </p14:cNvPr>
                <p14:cNvContentPartPr/>
                <p14:nvPr/>
              </p14:nvContentPartPr>
              <p14:xfrm>
                <a:off x="5895060" y="3081180"/>
                <a:ext cx="158760" cy="254880"/>
              </p14:xfrm>
            </p:contentPart>
          </mc:Choice>
          <mc:Fallback xmlns="">
            <p:pic>
              <p:nvPicPr>
                <p:cNvPr id="130" name="Ink 129">
                  <a:extLst>
                    <a:ext uri="{FF2B5EF4-FFF2-40B4-BE49-F238E27FC236}">
                      <a16:creationId xmlns:a16="http://schemas.microsoft.com/office/drawing/2014/main" id="{68B20BF6-D915-91C7-16DC-CEDD6B38E4A0}"/>
                    </a:ext>
                  </a:extLst>
                </p:cNvPr>
                <p:cNvPicPr/>
                <p:nvPr/>
              </p:nvPicPr>
              <p:blipFill>
                <a:blip r:embed="rId229"/>
                <a:stretch>
                  <a:fillRect/>
                </a:stretch>
              </p:blipFill>
              <p:spPr>
                <a:xfrm>
                  <a:off x="5886420" y="3072180"/>
                  <a:ext cx="17640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1" name="Ink 130">
                  <a:extLst>
                    <a:ext uri="{FF2B5EF4-FFF2-40B4-BE49-F238E27FC236}">
                      <a16:creationId xmlns:a16="http://schemas.microsoft.com/office/drawing/2014/main" id="{26DB9153-F2E5-6569-74D1-B2F234DDDBCB}"/>
                    </a:ext>
                  </a:extLst>
                </p14:cNvPr>
                <p14:cNvContentPartPr/>
                <p14:nvPr/>
              </p14:nvContentPartPr>
              <p14:xfrm>
                <a:off x="4558740" y="3333540"/>
                <a:ext cx="2001240" cy="738720"/>
              </p14:xfrm>
            </p:contentPart>
          </mc:Choice>
          <mc:Fallback xmlns="">
            <p:pic>
              <p:nvPicPr>
                <p:cNvPr id="131" name="Ink 130">
                  <a:extLst>
                    <a:ext uri="{FF2B5EF4-FFF2-40B4-BE49-F238E27FC236}">
                      <a16:creationId xmlns:a16="http://schemas.microsoft.com/office/drawing/2014/main" id="{26DB9153-F2E5-6569-74D1-B2F234DDDBCB}"/>
                    </a:ext>
                  </a:extLst>
                </p:cNvPr>
                <p:cNvPicPr/>
                <p:nvPr/>
              </p:nvPicPr>
              <p:blipFill>
                <a:blip r:embed="rId231"/>
                <a:stretch>
                  <a:fillRect/>
                </a:stretch>
              </p:blipFill>
              <p:spPr>
                <a:xfrm>
                  <a:off x="4549740" y="3324540"/>
                  <a:ext cx="2018880" cy="7563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2" name="Ink 131">
                  <a:extLst>
                    <a:ext uri="{FF2B5EF4-FFF2-40B4-BE49-F238E27FC236}">
                      <a16:creationId xmlns:a16="http://schemas.microsoft.com/office/drawing/2014/main" id="{7E1BAB68-9CD6-4A70-62A0-828D2CA48C17}"/>
                    </a:ext>
                  </a:extLst>
                </p14:cNvPr>
                <p14:cNvContentPartPr/>
                <p14:nvPr/>
              </p14:nvContentPartPr>
              <p14:xfrm>
                <a:off x="4491420" y="3677340"/>
                <a:ext cx="119520" cy="206280"/>
              </p14:xfrm>
            </p:contentPart>
          </mc:Choice>
          <mc:Fallback xmlns="">
            <p:pic>
              <p:nvPicPr>
                <p:cNvPr id="132" name="Ink 131">
                  <a:extLst>
                    <a:ext uri="{FF2B5EF4-FFF2-40B4-BE49-F238E27FC236}">
                      <a16:creationId xmlns:a16="http://schemas.microsoft.com/office/drawing/2014/main" id="{7E1BAB68-9CD6-4A70-62A0-828D2CA48C17}"/>
                    </a:ext>
                  </a:extLst>
                </p:cNvPr>
                <p:cNvPicPr/>
                <p:nvPr/>
              </p:nvPicPr>
              <p:blipFill>
                <a:blip r:embed="rId233"/>
                <a:stretch>
                  <a:fillRect/>
                </a:stretch>
              </p:blipFill>
              <p:spPr>
                <a:xfrm>
                  <a:off x="4482420" y="3668700"/>
                  <a:ext cx="1371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3" name="Ink 132">
                  <a:extLst>
                    <a:ext uri="{FF2B5EF4-FFF2-40B4-BE49-F238E27FC236}">
                      <a16:creationId xmlns:a16="http://schemas.microsoft.com/office/drawing/2014/main" id="{6E30ADFE-66C0-6A1F-D0AD-A6531C2DF06A}"/>
                    </a:ext>
                  </a:extLst>
                </p14:cNvPr>
                <p14:cNvContentPartPr/>
                <p14:nvPr/>
              </p14:nvContentPartPr>
              <p14:xfrm>
                <a:off x="1404060" y="3306180"/>
                <a:ext cx="186840" cy="192960"/>
              </p14:xfrm>
            </p:contentPart>
          </mc:Choice>
          <mc:Fallback xmlns="">
            <p:pic>
              <p:nvPicPr>
                <p:cNvPr id="133" name="Ink 132">
                  <a:extLst>
                    <a:ext uri="{FF2B5EF4-FFF2-40B4-BE49-F238E27FC236}">
                      <a16:creationId xmlns:a16="http://schemas.microsoft.com/office/drawing/2014/main" id="{6E30ADFE-66C0-6A1F-D0AD-A6531C2DF06A}"/>
                    </a:ext>
                  </a:extLst>
                </p:cNvPr>
                <p:cNvPicPr/>
                <p:nvPr/>
              </p:nvPicPr>
              <p:blipFill>
                <a:blip r:embed="rId235"/>
                <a:stretch>
                  <a:fillRect/>
                </a:stretch>
              </p:blipFill>
              <p:spPr>
                <a:xfrm>
                  <a:off x="1395420" y="3297180"/>
                  <a:ext cx="2044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5" name="Ink 134">
                  <a:extLst>
                    <a:ext uri="{FF2B5EF4-FFF2-40B4-BE49-F238E27FC236}">
                      <a16:creationId xmlns:a16="http://schemas.microsoft.com/office/drawing/2014/main" id="{60AE2F40-F5DB-EDC1-0ECE-53DCDE2ABE74}"/>
                    </a:ext>
                  </a:extLst>
                </p14:cNvPr>
                <p14:cNvContentPartPr/>
                <p14:nvPr/>
              </p14:nvContentPartPr>
              <p14:xfrm>
                <a:off x="4336620" y="3428220"/>
                <a:ext cx="2496240" cy="776160"/>
              </p14:xfrm>
            </p:contentPart>
          </mc:Choice>
          <mc:Fallback xmlns="">
            <p:pic>
              <p:nvPicPr>
                <p:cNvPr id="135" name="Ink 134">
                  <a:extLst>
                    <a:ext uri="{FF2B5EF4-FFF2-40B4-BE49-F238E27FC236}">
                      <a16:creationId xmlns:a16="http://schemas.microsoft.com/office/drawing/2014/main" id="{60AE2F40-F5DB-EDC1-0ECE-53DCDE2ABE74}"/>
                    </a:ext>
                  </a:extLst>
                </p:cNvPr>
                <p:cNvPicPr/>
                <p:nvPr/>
              </p:nvPicPr>
              <p:blipFill>
                <a:blip r:embed="rId237"/>
                <a:stretch>
                  <a:fillRect/>
                </a:stretch>
              </p:blipFill>
              <p:spPr>
                <a:xfrm>
                  <a:off x="4327980" y="3419220"/>
                  <a:ext cx="2513880" cy="7938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6" name="Ink 135">
                  <a:extLst>
                    <a:ext uri="{FF2B5EF4-FFF2-40B4-BE49-F238E27FC236}">
                      <a16:creationId xmlns:a16="http://schemas.microsoft.com/office/drawing/2014/main" id="{59873B33-50C8-72B1-9A0F-83CB5B546B2F}"/>
                    </a:ext>
                  </a:extLst>
                </p14:cNvPr>
                <p14:cNvContentPartPr/>
                <p14:nvPr/>
              </p14:nvContentPartPr>
              <p14:xfrm>
                <a:off x="6723780" y="3397260"/>
                <a:ext cx="226080" cy="297360"/>
              </p14:xfrm>
            </p:contentPart>
          </mc:Choice>
          <mc:Fallback xmlns="">
            <p:pic>
              <p:nvPicPr>
                <p:cNvPr id="136" name="Ink 135">
                  <a:extLst>
                    <a:ext uri="{FF2B5EF4-FFF2-40B4-BE49-F238E27FC236}">
                      <a16:creationId xmlns:a16="http://schemas.microsoft.com/office/drawing/2014/main" id="{59873B33-50C8-72B1-9A0F-83CB5B546B2F}"/>
                    </a:ext>
                  </a:extLst>
                </p:cNvPr>
                <p:cNvPicPr/>
                <p:nvPr/>
              </p:nvPicPr>
              <p:blipFill>
                <a:blip r:embed="rId239"/>
                <a:stretch>
                  <a:fillRect/>
                </a:stretch>
              </p:blipFill>
              <p:spPr>
                <a:xfrm>
                  <a:off x="6715140" y="3388620"/>
                  <a:ext cx="24372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7" name="Ink 136">
                  <a:extLst>
                    <a:ext uri="{FF2B5EF4-FFF2-40B4-BE49-F238E27FC236}">
                      <a16:creationId xmlns:a16="http://schemas.microsoft.com/office/drawing/2014/main" id="{DAC07163-EC4E-BA2E-8767-3B5A75672FBD}"/>
                    </a:ext>
                  </a:extLst>
                </p14:cNvPr>
                <p14:cNvContentPartPr/>
                <p14:nvPr/>
              </p14:nvContentPartPr>
              <p14:xfrm>
                <a:off x="4368300" y="3384300"/>
                <a:ext cx="2820240" cy="1004400"/>
              </p14:xfrm>
            </p:contentPart>
          </mc:Choice>
          <mc:Fallback xmlns="">
            <p:pic>
              <p:nvPicPr>
                <p:cNvPr id="137" name="Ink 136">
                  <a:extLst>
                    <a:ext uri="{FF2B5EF4-FFF2-40B4-BE49-F238E27FC236}">
                      <a16:creationId xmlns:a16="http://schemas.microsoft.com/office/drawing/2014/main" id="{DAC07163-EC4E-BA2E-8767-3B5A75672FBD}"/>
                    </a:ext>
                  </a:extLst>
                </p:cNvPr>
                <p:cNvPicPr/>
                <p:nvPr/>
              </p:nvPicPr>
              <p:blipFill>
                <a:blip r:embed="rId241"/>
                <a:stretch>
                  <a:fillRect/>
                </a:stretch>
              </p:blipFill>
              <p:spPr>
                <a:xfrm>
                  <a:off x="4359300" y="3375660"/>
                  <a:ext cx="2837880" cy="10220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8" name="Ink 137">
                  <a:extLst>
                    <a:ext uri="{FF2B5EF4-FFF2-40B4-BE49-F238E27FC236}">
                      <a16:creationId xmlns:a16="http://schemas.microsoft.com/office/drawing/2014/main" id="{4488C24F-6E5C-AE2A-BBFE-C7504A83F80D}"/>
                    </a:ext>
                  </a:extLst>
                </p14:cNvPr>
                <p14:cNvContentPartPr/>
                <p14:nvPr/>
              </p14:nvContentPartPr>
              <p14:xfrm>
                <a:off x="4362180" y="4066140"/>
                <a:ext cx="63360" cy="99360"/>
              </p14:xfrm>
            </p:contentPart>
          </mc:Choice>
          <mc:Fallback xmlns="">
            <p:pic>
              <p:nvPicPr>
                <p:cNvPr id="138" name="Ink 137">
                  <a:extLst>
                    <a:ext uri="{FF2B5EF4-FFF2-40B4-BE49-F238E27FC236}">
                      <a16:creationId xmlns:a16="http://schemas.microsoft.com/office/drawing/2014/main" id="{4488C24F-6E5C-AE2A-BBFE-C7504A83F80D}"/>
                    </a:ext>
                  </a:extLst>
                </p:cNvPr>
                <p:cNvPicPr/>
                <p:nvPr/>
              </p:nvPicPr>
              <p:blipFill>
                <a:blip r:embed="rId243"/>
                <a:stretch>
                  <a:fillRect/>
                </a:stretch>
              </p:blipFill>
              <p:spPr>
                <a:xfrm>
                  <a:off x="4353540" y="4057500"/>
                  <a:ext cx="810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9" name="Ink 138">
                  <a:extLst>
                    <a:ext uri="{FF2B5EF4-FFF2-40B4-BE49-F238E27FC236}">
                      <a16:creationId xmlns:a16="http://schemas.microsoft.com/office/drawing/2014/main" id="{A6E2A02C-7118-3EDA-9C87-B03C3973C1C9}"/>
                    </a:ext>
                  </a:extLst>
                </p14:cNvPr>
                <p14:cNvContentPartPr/>
                <p14:nvPr/>
              </p14:nvContentPartPr>
              <p14:xfrm>
                <a:off x="4307460" y="4044900"/>
                <a:ext cx="57960" cy="62640"/>
              </p14:xfrm>
            </p:contentPart>
          </mc:Choice>
          <mc:Fallback xmlns="">
            <p:pic>
              <p:nvPicPr>
                <p:cNvPr id="139" name="Ink 138">
                  <a:extLst>
                    <a:ext uri="{FF2B5EF4-FFF2-40B4-BE49-F238E27FC236}">
                      <a16:creationId xmlns:a16="http://schemas.microsoft.com/office/drawing/2014/main" id="{A6E2A02C-7118-3EDA-9C87-B03C3973C1C9}"/>
                    </a:ext>
                  </a:extLst>
                </p:cNvPr>
                <p:cNvPicPr/>
                <p:nvPr/>
              </p:nvPicPr>
              <p:blipFill>
                <a:blip r:embed="rId245"/>
                <a:stretch>
                  <a:fillRect/>
                </a:stretch>
              </p:blipFill>
              <p:spPr>
                <a:xfrm>
                  <a:off x="4298460" y="4035900"/>
                  <a:ext cx="756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1" name="Ink 140">
                  <a:extLst>
                    <a:ext uri="{FF2B5EF4-FFF2-40B4-BE49-F238E27FC236}">
                      <a16:creationId xmlns:a16="http://schemas.microsoft.com/office/drawing/2014/main" id="{50FBB503-C0BC-0758-54EA-91B1659E1454}"/>
                    </a:ext>
                  </a:extLst>
                </p14:cNvPr>
                <p14:cNvContentPartPr/>
                <p14:nvPr/>
              </p14:nvContentPartPr>
              <p14:xfrm>
                <a:off x="2435820" y="3759060"/>
                <a:ext cx="217800" cy="360"/>
              </p14:xfrm>
            </p:contentPart>
          </mc:Choice>
          <mc:Fallback xmlns="">
            <p:pic>
              <p:nvPicPr>
                <p:cNvPr id="141" name="Ink 140">
                  <a:extLst>
                    <a:ext uri="{FF2B5EF4-FFF2-40B4-BE49-F238E27FC236}">
                      <a16:creationId xmlns:a16="http://schemas.microsoft.com/office/drawing/2014/main" id="{50FBB503-C0BC-0758-54EA-91B1659E1454}"/>
                    </a:ext>
                  </a:extLst>
                </p:cNvPr>
                <p:cNvPicPr/>
                <p:nvPr/>
              </p:nvPicPr>
              <p:blipFill>
                <a:blip r:embed="rId247"/>
                <a:stretch>
                  <a:fillRect/>
                </a:stretch>
              </p:blipFill>
              <p:spPr>
                <a:xfrm>
                  <a:off x="2427180" y="3750060"/>
                  <a:ext cx="235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2" name="Ink 141">
                  <a:extLst>
                    <a:ext uri="{FF2B5EF4-FFF2-40B4-BE49-F238E27FC236}">
                      <a16:creationId xmlns:a16="http://schemas.microsoft.com/office/drawing/2014/main" id="{F429D86C-FD70-861D-DB8C-DC9CAC5BDAC9}"/>
                    </a:ext>
                  </a:extLst>
                </p14:cNvPr>
                <p14:cNvContentPartPr/>
                <p14:nvPr/>
              </p14:nvContentPartPr>
              <p14:xfrm>
                <a:off x="3084900" y="3797220"/>
                <a:ext cx="249840" cy="36360"/>
              </p14:xfrm>
            </p:contentPart>
          </mc:Choice>
          <mc:Fallback xmlns="">
            <p:pic>
              <p:nvPicPr>
                <p:cNvPr id="142" name="Ink 141">
                  <a:extLst>
                    <a:ext uri="{FF2B5EF4-FFF2-40B4-BE49-F238E27FC236}">
                      <a16:creationId xmlns:a16="http://schemas.microsoft.com/office/drawing/2014/main" id="{F429D86C-FD70-861D-DB8C-DC9CAC5BDAC9}"/>
                    </a:ext>
                  </a:extLst>
                </p:cNvPr>
                <p:cNvPicPr/>
                <p:nvPr/>
              </p:nvPicPr>
              <p:blipFill>
                <a:blip r:embed="rId249"/>
                <a:stretch>
                  <a:fillRect/>
                </a:stretch>
              </p:blipFill>
              <p:spPr>
                <a:xfrm>
                  <a:off x="3075900" y="3788220"/>
                  <a:ext cx="2674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3" name="Ink 142">
                  <a:extLst>
                    <a:ext uri="{FF2B5EF4-FFF2-40B4-BE49-F238E27FC236}">
                      <a16:creationId xmlns:a16="http://schemas.microsoft.com/office/drawing/2014/main" id="{92600023-07E5-FDD7-F410-0359D3C81128}"/>
                    </a:ext>
                  </a:extLst>
                </p14:cNvPr>
                <p14:cNvContentPartPr/>
                <p14:nvPr/>
              </p14:nvContentPartPr>
              <p14:xfrm>
                <a:off x="3801300" y="3848700"/>
                <a:ext cx="249480" cy="14760"/>
              </p14:xfrm>
            </p:contentPart>
          </mc:Choice>
          <mc:Fallback xmlns="">
            <p:pic>
              <p:nvPicPr>
                <p:cNvPr id="143" name="Ink 142">
                  <a:extLst>
                    <a:ext uri="{FF2B5EF4-FFF2-40B4-BE49-F238E27FC236}">
                      <a16:creationId xmlns:a16="http://schemas.microsoft.com/office/drawing/2014/main" id="{92600023-07E5-FDD7-F410-0359D3C81128}"/>
                    </a:ext>
                  </a:extLst>
                </p:cNvPr>
                <p:cNvPicPr/>
                <p:nvPr/>
              </p:nvPicPr>
              <p:blipFill>
                <a:blip r:embed="rId251"/>
                <a:stretch>
                  <a:fillRect/>
                </a:stretch>
              </p:blipFill>
              <p:spPr>
                <a:xfrm>
                  <a:off x="3792300" y="3840060"/>
                  <a:ext cx="2671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5" name="Ink 144">
                  <a:extLst>
                    <a:ext uri="{FF2B5EF4-FFF2-40B4-BE49-F238E27FC236}">
                      <a16:creationId xmlns:a16="http://schemas.microsoft.com/office/drawing/2014/main" id="{FC697DDB-9840-35A0-9488-8EFCFEAB64B1}"/>
                    </a:ext>
                  </a:extLst>
                </p14:cNvPr>
                <p14:cNvContentPartPr/>
                <p14:nvPr/>
              </p14:nvContentPartPr>
              <p14:xfrm>
                <a:off x="1933260" y="3631620"/>
                <a:ext cx="107280" cy="127800"/>
              </p14:xfrm>
            </p:contentPart>
          </mc:Choice>
          <mc:Fallback xmlns="">
            <p:pic>
              <p:nvPicPr>
                <p:cNvPr id="145" name="Ink 144">
                  <a:extLst>
                    <a:ext uri="{FF2B5EF4-FFF2-40B4-BE49-F238E27FC236}">
                      <a16:creationId xmlns:a16="http://schemas.microsoft.com/office/drawing/2014/main" id="{FC697DDB-9840-35A0-9488-8EFCFEAB64B1}"/>
                    </a:ext>
                  </a:extLst>
                </p:cNvPr>
                <p:cNvPicPr/>
                <p:nvPr/>
              </p:nvPicPr>
              <p:blipFill>
                <a:blip r:embed="rId253"/>
                <a:stretch>
                  <a:fillRect/>
                </a:stretch>
              </p:blipFill>
              <p:spPr>
                <a:xfrm>
                  <a:off x="1924620" y="3622980"/>
                  <a:ext cx="1249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6" name="Ink 145">
                  <a:extLst>
                    <a:ext uri="{FF2B5EF4-FFF2-40B4-BE49-F238E27FC236}">
                      <a16:creationId xmlns:a16="http://schemas.microsoft.com/office/drawing/2014/main" id="{C40B06DC-6E14-1001-AC54-1767535CF0DE}"/>
                    </a:ext>
                  </a:extLst>
                </p14:cNvPr>
                <p14:cNvContentPartPr/>
                <p14:nvPr/>
              </p14:nvContentPartPr>
              <p14:xfrm>
                <a:off x="1914540" y="3619380"/>
                <a:ext cx="136440" cy="141840"/>
              </p14:xfrm>
            </p:contentPart>
          </mc:Choice>
          <mc:Fallback xmlns="">
            <p:pic>
              <p:nvPicPr>
                <p:cNvPr id="146" name="Ink 145">
                  <a:extLst>
                    <a:ext uri="{FF2B5EF4-FFF2-40B4-BE49-F238E27FC236}">
                      <a16:creationId xmlns:a16="http://schemas.microsoft.com/office/drawing/2014/main" id="{C40B06DC-6E14-1001-AC54-1767535CF0DE}"/>
                    </a:ext>
                  </a:extLst>
                </p:cNvPr>
                <p:cNvPicPr/>
                <p:nvPr/>
              </p:nvPicPr>
              <p:blipFill>
                <a:blip r:embed="rId255"/>
                <a:stretch>
                  <a:fillRect/>
                </a:stretch>
              </p:blipFill>
              <p:spPr>
                <a:xfrm>
                  <a:off x="1905900" y="3610380"/>
                  <a:ext cx="1540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8" name="Ink 147">
                  <a:extLst>
                    <a:ext uri="{FF2B5EF4-FFF2-40B4-BE49-F238E27FC236}">
                      <a16:creationId xmlns:a16="http://schemas.microsoft.com/office/drawing/2014/main" id="{10C224DA-59EB-7AB2-A829-9405A392079B}"/>
                    </a:ext>
                  </a:extLst>
                </p14:cNvPr>
                <p14:cNvContentPartPr/>
                <p14:nvPr/>
              </p14:nvContentPartPr>
              <p14:xfrm>
                <a:off x="1891860" y="3459900"/>
                <a:ext cx="134280" cy="19800"/>
              </p14:xfrm>
            </p:contentPart>
          </mc:Choice>
          <mc:Fallback xmlns="">
            <p:pic>
              <p:nvPicPr>
                <p:cNvPr id="148" name="Ink 147">
                  <a:extLst>
                    <a:ext uri="{FF2B5EF4-FFF2-40B4-BE49-F238E27FC236}">
                      <a16:creationId xmlns:a16="http://schemas.microsoft.com/office/drawing/2014/main" id="{10C224DA-59EB-7AB2-A829-9405A392079B}"/>
                    </a:ext>
                  </a:extLst>
                </p:cNvPr>
                <p:cNvPicPr/>
                <p:nvPr/>
              </p:nvPicPr>
              <p:blipFill>
                <a:blip r:embed="rId257"/>
                <a:stretch>
                  <a:fillRect/>
                </a:stretch>
              </p:blipFill>
              <p:spPr>
                <a:xfrm>
                  <a:off x="1883220" y="3451260"/>
                  <a:ext cx="1519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9" name="Ink 148">
                  <a:extLst>
                    <a:ext uri="{FF2B5EF4-FFF2-40B4-BE49-F238E27FC236}">
                      <a16:creationId xmlns:a16="http://schemas.microsoft.com/office/drawing/2014/main" id="{CB8D610E-4BBE-1F2E-581A-ED5AA5366EF0}"/>
                    </a:ext>
                  </a:extLst>
                </p14:cNvPr>
                <p14:cNvContentPartPr/>
                <p14:nvPr/>
              </p14:nvContentPartPr>
              <p14:xfrm>
                <a:off x="1860180" y="3505620"/>
                <a:ext cx="139680" cy="10080"/>
              </p14:xfrm>
            </p:contentPart>
          </mc:Choice>
          <mc:Fallback xmlns="">
            <p:pic>
              <p:nvPicPr>
                <p:cNvPr id="149" name="Ink 148">
                  <a:extLst>
                    <a:ext uri="{FF2B5EF4-FFF2-40B4-BE49-F238E27FC236}">
                      <a16:creationId xmlns:a16="http://schemas.microsoft.com/office/drawing/2014/main" id="{CB8D610E-4BBE-1F2E-581A-ED5AA5366EF0}"/>
                    </a:ext>
                  </a:extLst>
                </p:cNvPr>
                <p:cNvPicPr/>
                <p:nvPr/>
              </p:nvPicPr>
              <p:blipFill>
                <a:blip r:embed="rId259"/>
                <a:stretch>
                  <a:fillRect/>
                </a:stretch>
              </p:blipFill>
              <p:spPr>
                <a:xfrm>
                  <a:off x="1851540" y="3496620"/>
                  <a:ext cx="15732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1" name="Ink 150">
                  <a:extLst>
                    <a:ext uri="{FF2B5EF4-FFF2-40B4-BE49-F238E27FC236}">
                      <a16:creationId xmlns:a16="http://schemas.microsoft.com/office/drawing/2014/main" id="{C6CE832A-E361-FB86-A148-E61C4DFCD6E6}"/>
                    </a:ext>
                  </a:extLst>
                </p14:cNvPr>
                <p14:cNvContentPartPr/>
                <p14:nvPr/>
              </p14:nvContentPartPr>
              <p14:xfrm>
                <a:off x="8668860" y="5744460"/>
                <a:ext cx="127080" cy="257400"/>
              </p14:xfrm>
            </p:contentPart>
          </mc:Choice>
          <mc:Fallback xmlns="">
            <p:pic>
              <p:nvPicPr>
                <p:cNvPr id="151" name="Ink 150">
                  <a:extLst>
                    <a:ext uri="{FF2B5EF4-FFF2-40B4-BE49-F238E27FC236}">
                      <a16:creationId xmlns:a16="http://schemas.microsoft.com/office/drawing/2014/main" id="{C6CE832A-E361-FB86-A148-E61C4DFCD6E6}"/>
                    </a:ext>
                  </a:extLst>
                </p:cNvPr>
                <p:cNvPicPr/>
                <p:nvPr/>
              </p:nvPicPr>
              <p:blipFill>
                <a:blip r:embed="rId261"/>
                <a:stretch>
                  <a:fillRect/>
                </a:stretch>
              </p:blipFill>
              <p:spPr>
                <a:xfrm>
                  <a:off x="8660220" y="5735820"/>
                  <a:ext cx="1447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2" name="Ink 151">
                  <a:extLst>
                    <a:ext uri="{FF2B5EF4-FFF2-40B4-BE49-F238E27FC236}">
                      <a16:creationId xmlns:a16="http://schemas.microsoft.com/office/drawing/2014/main" id="{64750F1A-C561-3190-8FD6-F4E49487BB2D}"/>
                    </a:ext>
                  </a:extLst>
                </p14:cNvPr>
                <p14:cNvContentPartPr/>
                <p14:nvPr/>
              </p14:nvContentPartPr>
              <p14:xfrm>
                <a:off x="8860380" y="5896380"/>
                <a:ext cx="124200" cy="2880"/>
              </p14:xfrm>
            </p:contentPart>
          </mc:Choice>
          <mc:Fallback xmlns="">
            <p:pic>
              <p:nvPicPr>
                <p:cNvPr id="152" name="Ink 151">
                  <a:extLst>
                    <a:ext uri="{FF2B5EF4-FFF2-40B4-BE49-F238E27FC236}">
                      <a16:creationId xmlns:a16="http://schemas.microsoft.com/office/drawing/2014/main" id="{64750F1A-C561-3190-8FD6-F4E49487BB2D}"/>
                    </a:ext>
                  </a:extLst>
                </p:cNvPr>
                <p:cNvPicPr/>
                <p:nvPr/>
              </p:nvPicPr>
              <p:blipFill>
                <a:blip r:embed="rId263"/>
                <a:stretch>
                  <a:fillRect/>
                </a:stretch>
              </p:blipFill>
              <p:spPr>
                <a:xfrm>
                  <a:off x="8851380" y="5887380"/>
                  <a:ext cx="1418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3" name="Ink 152">
                  <a:extLst>
                    <a:ext uri="{FF2B5EF4-FFF2-40B4-BE49-F238E27FC236}">
                      <a16:creationId xmlns:a16="http://schemas.microsoft.com/office/drawing/2014/main" id="{58463D2A-3E65-A9AA-BD0A-DE7C71CBACFE}"/>
                    </a:ext>
                  </a:extLst>
                </p14:cNvPr>
                <p14:cNvContentPartPr/>
                <p14:nvPr/>
              </p14:nvContentPartPr>
              <p14:xfrm>
                <a:off x="8906460" y="5838420"/>
                <a:ext cx="28440" cy="141120"/>
              </p14:xfrm>
            </p:contentPart>
          </mc:Choice>
          <mc:Fallback xmlns="">
            <p:pic>
              <p:nvPicPr>
                <p:cNvPr id="153" name="Ink 152">
                  <a:extLst>
                    <a:ext uri="{FF2B5EF4-FFF2-40B4-BE49-F238E27FC236}">
                      <a16:creationId xmlns:a16="http://schemas.microsoft.com/office/drawing/2014/main" id="{58463D2A-3E65-A9AA-BD0A-DE7C71CBACFE}"/>
                    </a:ext>
                  </a:extLst>
                </p:cNvPr>
                <p:cNvPicPr/>
                <p:nvPr/>
              </p:nvPicPr>
              <p:blipFill>
                <a:blip r:embed="rId265"/>
                <a:stretch>
                  <a:fillRect/>
                </a:stretch>
              </p:blipFill>
              <p:spPr>
                <a:xfrm>
                  <a:off x="8897820" y="5829780"/>
                  <a:ext cx="460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4" name="Ink 153">
                  <a:extLst>
                    <a:ext uri="{FF2B5EF4-FFF2-40B4-BE49-F238E27FC236}">
                      <a16:creationId xmlns:a16="http://schemas.microsoft.com/office/drawing/2014/main" id="{A1BA07B7-EB59-2E97-01E5-CB498E6B54EB}"/>
                    </a:ext>
                  </a:extLst>
                </p14:cNvPr>
                <p14:cNvContentPartPr/>
                <p14:nvPr/>
              </p14:nvContentPartPr>
              <p14:xfrm>
                <a:off x="9074220" y="5879460"/>
                <a:ext cx="32760" cy="126360"/>
              </p14:xfrm>
            </p:contentPart>
          </mc:Choice>
          <mc:Fallback xmlns="">
            <p:pic>
              <p:nvPicPr>
                <p:cNvPr id="154" name="Ink 153">
                  <a:extLst>
                    <a:ext uri="{FF2B5EF4-FFF2-40B4-BE49-F238E27FC236}">
                      <a16:creationId xmlns:a16="http://schemas.microsoft.com/office/drawing/2014/main" id="{A1BA07B7-EB59-2E97-01E5-CB498E6B54EB}"/>
                    </a:ext>
                  </a:extLst>
                </p:cNvPr>
                <p:cNvPicPr/>
                <p:nvPr/>
              </p:nvPicPr>
              <p:blipFill>
                <a:blip r:embed="rId267"/>
                <a:stretch>
                  <a:fillRect/>
                </a:stretch>
              </p:blipFill>
              <p:spPr>
                <a:xfrm>
                  <a:off x="9065220" y="5870820"/>
                  <a:ext cx="504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5" name="Ink 154">
                  <a:extLst>
                    <a:ext uri="{FF2B5EF4-FFF2-40B4-BE49-F238E27FC236}">
                      <a16:creationId xmlns:a16="http://schemas.microsoft.com/office/drawing/2014/main" id="{4063963B-2698-C22C-CEBE-635652049C2C}"/>
                    </a:ext>
                  </a:extLst>
                </p14:cNvPr>
                <p14:cNvContentPartPr/>
                <p14:nvPr/>
              </p14:nvContentPartPr>
              <p14:xfrm>
                <a:off x="8439180" y="5689380"/>
                <a:ext cx="91080" cy="340560"/>
              </p14:xfrm>
            </p:contentPart>
          </mc:Choice>
          <mc:Fallback xmlns="">
            <p:pic>
              <p:nvPicPr>
                <p:cNvPr id="155" name="Ink 154">
                  <a:extLst>
                    <a:ext uri="{FF2B5EF4-FFF2-40B4-BE49-F238E27FC236}">
                      <a16:creationId xmlns:a16="http://schemas.microsoft.com/office/drawing/2014/main" id="{4063963B-2698-C22C-CEBE-635652049C2C}"/>
                    </a:ext>
                  </a:extLst>
                </p:cNvPr>
                <p:cNvPicPr/>
                <p:nvPr/>
              </p:nvPicPr>
              <p:blipFill>
                <a:blip r:embed="rId269"/>
                <a:stretch>
                  <a:fillRect/>
                </a:stretch>
              </p:blipFill>
              <p:spPr>
                <a:xfrm>
                  <a:off x="8430540" y="5680380"/>
                  <a:ext cx="10872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56" name="Ink 155">
                  <a:extLst>
                    <a:ext uri="{FF2B5EF4-FFF2-40B4-BE49-F238E27FC236}">
                      <a16:creationId xmlns:a16="http://schemas.microsoft.com/office/drawing/2014/main" id="{260510FB-AFCF-1379-7A82-BBACE56F3FEE}"/>
                    </a:ext>
                  </a:extLst>
                </p14:cNvPr>
                <p14:cNvContentPartPr/>
                <p14:nvPr/>
              </p14:nvContentPartPr>
              <p14:xfrm>
                <a:off x="9258180" y="5752020"/>
                <a:ext cx="141840" cy="352440"/>
              </p14:xfrm>
            </p:contentPart>
          </mc:Choice>
          <mc:Fallback xmlns="">
            <p:pic>
              <p:nvPicPr>
                <p:cNvPr id="156" name="Ink 155">
                  <a:extLst>
                    <a:ext uri="{FF2B5EF4-FFF2-40B4-BE49-F238E27FC236}">
                      <a16:creationId xmlns:a16="http://schemas.microsoft.com/office/drawing/2014/main" id="{260510FB-AFCF-1379-7A82-BBACE56F3FEE}"/>
                    </a:ext>
                  </a:extLst>
                </p:cNvPr>
                <p:cNvPicPr/>
                <p:nvPr/>
              </p:nvPicPr>
              <p:blipFill>
                <a:blip r:embed="rId271"/>
                <a:stretch>
                  <a:fillRect/>
                </a:stretch>
              </p:blipFill>
              <p:spPr>
                <a:xfrm>
                  <a:off x="9249180" y="5743020"/>
                  <a:ext cx="1594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57" name="Ink 156">
                  <a:extLst>
                    <a:ext uri="{FF2B5EF4-FFF2-40B4-BE49-F238E27FC236}">
                      <a16:creationId xmlns:a16="http://schemas.microsoft.com/office/drawing/2014/main" id="{3415A08D-F7A0-C6D2-E635-5CD5D22EC275}"/>
                    </a:ext>
                  </a:extLst>
                </p14:cNvPr>
                <p14:cNvContentPartPr/>
                <p14:nvPr/>
              </p14:nvContentPartPr>
              <p14:xfrm>
                <a:off x="7896300" y="5809980"/>
                <a:ext cx="72000" cy="6480"/>
              </p14:xfrm>
            </p:contentPart>
          </mc:Choice>
          <mc:Fallback xmlns="">
            <p:pic>
              <p:nvPicPr>
                <p:cNvPr id="157" name="Ink 156">
                  <a:extLst>
                    <a:ext uri="{FF2B5EF4-FFF2-40B4-BE49-F238E27FC236}">
                      <a16:creationId xmlns:a16="http://schemas.microsoft.com/office/drawing/2014/main" id="{3415A08D-F7A0-C6D2-E635-5CD5D22EC275}"/>
                    </a:ext>
                  </a:extLst>
                </p:cNvPr>
                <p:cNvPicPr/>
                <p:nvPr/>
              </p:nvPicPr>
              <p:blipFill>
                <a:blip r:embed="rId273"/>
                <a:stretch>
                  <a:fillRect/>
                </a:stretch>
              </p:blipFill>
              <p:spPr>
                <a:xfrm>
                  <a:off x="7887660" y="5801340"/>
                  <a:ext cx="896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58" name="Ink 157">
                  <a:extLst>
                    <a:ext uri="{FF2B5EF4-FFF2-40B4-BE49-F238E27FC236}">
                      <a16:creationId xmlns:a16="http://schemas.microsoft.com/office/drawing/2014/main" id="{5B131840-26E8-F9CA-E70C-1D842D7A007E}"/>
                    </a:ext>
                  </a:extLst>
                </p14:cNvPr>
                <p14:cNvContentPartPr/>
                <p14:nvPr/>
              </p14:nvContentPartPr>
              <p14:xfrm>
                <a:off x="7883700" y="5867220"/>
                <a:ext cx="74160" cy="27000"/>
              </p14:xfrm>
            </p:contentPart>
          </mc:Choice>
          <mc:Fallback xmlns="">
            <p:pic>
              <p:nvPicPr>
                <p:cNvPr id="158" name="Ink 157">
                  <a:extLst>
                    <a:ext uri="{FF2B5EF4-FFF2-40B4-BE49-F238E27FC236}">
                      <a16:creationId xmlns:a16="http://schemas.microsoft.com/office/drawing/2014/main" id="{5B131840-26E8-F9CA-E70C-1D842D7A007E}"/>
                    </a:ext>
                  </a:extLst>
                </p:cNvPr>
                <p:cNvPicPr/>
                <p:nvPr/>
              </p:nvPicPr>
              <p:blipFill>
                <a:blip r:embed="rId275"/>
                <a:stretch>
                  <a:fillRect/>
                </a:stretch>
              </p:blipFill>
              <p:spPr>
                <a:xfrm>
                  <a:off x="7874700" y="5858220"/>
                  <a:ext cx="918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59" name="Ink 158">
                  <a:extLst>
                    <a:ext uri="{FF2B5EF4-FFF2-40B4-BE49-F238E27FC236}">
                      <a16:creationId xmlns:a16="http://schemas.microsoft.com/office/drawing/2014/main" id="{9F1BB840-B8FD-A81D-C82B-39B5EC64A17F}"/>
                    </a:ext>
                  </a:extLst>
                </p14:cNvPr>
                <p14:cNvContentPartPr/>
                <p14:nvPr/>
              </p14:nvContentPartPr>
              <p14:xfrm>
                <a:off x="7387260" y="5757780"/>
                <a:ext cx="183600" cy="257400"/>
              </p14:xfrm>
            </p:contentPart>
          </mc:Choice>
          <mc:Fallback xmlns="">
            <p:pic>
              <p:nvPicPr>
                <p:cNvPr id="159" name="Ink 158">
                  <a:extLst>
                    <a:ext uri="{FF2B5EF4-FFF2-40B4-BE49-F238E27FC236}">
                      <a16:creationId xmlns:a16="http://schemas.microsoft.com/office/drawing/2014/main" id="{9F1BB840-B8FD-A81D-C82B-39B5EC64A17F}"/>
                    </a:ext>
                  </a:extLst>
                </p:cNvPr>
                <p:cNvPicPr/>
                <p:nvPr/>
              </p:nvPicPr>
              <p:blipFill>
                <a:blip r:embed="rId277"/>
                <a:stretch>
                  <a:fillRect/>
                </a:stretch>
              </p:blipFill>
              <p:spPr>
                <a:xfrm>
                  <a:off x="7378620" y="5748780"/>
                  <a:ext cx="2012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0" name="Ink 159">
                  <a:extLst>
                    <a:ext uri="{FF2B5EF4-FFF2-40B4-BE49-F238E27FC236}">
                      <a16:creationId xmlns:a16="http://schemas.microsoft.com/office/drawing/2014/main" id="{6181A48C-E4DD-1F53-4118-37E30B9A314E}"/>
                    </a:ext>
                  </a:extLst>
                </p14:cNvPr>
                <p14:cNvContentPartPr/>
                <p14:nvPr/>
              </p14:nvContentPartPr>
              <p14:xfrm>
                <a:off x="7211940" y="5641860"/>
                <a:ext cx="483840" cy="479160"/>
              </p14:xfrm>
            </p:contentPart>
          </mc:Choice>
          <mc:Fallback xmlns="">
            <p:pic>
              <p:nvPicPr>
                <p:cNvPr id="160" name="Ink 159">
                  <a:extLst>
                    <a:ext uri="{FF2B5EF4-FFF2-40B4-BE49-F238E27FC236}">
                      <a16:creationId xmlns:a16="http://schemas.microsoft.com/office/drawing/2014/main" id="{6181A48C-E4DD-1F53-4118-37E30B9A314E}"/>
                    </a:ext>
                  </a:extLst>
                </p:cNvPr>
                <p:cNvPicPr/>
                <p:nvPr/>
              </p:nvPicPr>
              <p:blipFill>
                <a:blip r:embed="rId279"/>
                <a:stretch>
                  <a:fillRect/>
                </a:stretch>
              </p:blipFill>
              <p:spPr>
                <a:xfrm>
                  <a:off x="7203300" y="5632860"/>
                  <a:ext cx="50148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3" name="Ink 162">
                  <a:extLst>
                    <a:ext uri="{FF2B5EF4-FFF2-40B4-BE49-F238E27FC236}">
                      <a16:creationId xmlns:a16="http://schemas.microsoft.com/office/drawing/2014/main" id="{3A84C752-CDAE-B084-F9C9-506CE117C3E7}"/>
                    </a:ext>
                  </a:extLst>
                </p14:cNvPr>
                <p14:cNvContentPartPr/>
                <p14:nvPr/>
              </p14:nvContentPartPr>
              <p14:xfrm>
                <a:off x="1899780" y="3649620"/>
                <a:ext cx="160560" cy="146880"/>
              </p14:xfrm>
            </p:contentPart>
          </mc:Choice>
          <mc:Fallback xmlns="">
            <p:pic>
              <p:nvPicPr>
                <p:cNvPr id="163" name="Ink 162">
                  <a:extLst>
                    <a:ext uri="{FF2B5EF4-FFF2-40B4-BE49-F238E27FC236}">
                      <a16:creationId xmlns:a16="http://schemas.microsoft.com/office/drawing/2014/main" id="{3A84C752-CDAE-B084-F9C9-506CE117C3E7}"/>
                    </a:ext>
                  </a:extLst>
                </p:cNvPr>
                <p:cNvPicPr/>
                <p:nvPr/>
              </p:nvPicPr>
              <p:blipFill>
                <a:blip r:embed="rId281"/>
                <a:stretch>
                  <a:fillRect/>
                </a:stretch>
              </p:blipFill>
              <p:spPr>
                <a:xfrm>
                  <a:off x="1891140" y="3640620"/>
                  <a:ext cx="1782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4" name="Ink 163">
                  <a:extLst>
                    <a:ext uri="{FF2B5EF4-FFF2-40B4-BE49-F238E27FC236}">
                      <a16:creationId xmlns:a16="http://schemas.microsoft.com/office/drawing/2014/main" id="{285A487D-4D59-52A7-C93F-7886D3037A9A}"/>
                    </a:ext>
                  </a:extLst>
                </p14:cNvPr>
                <p14:cNvContentPartPr/>
                <p14:nvPr/>
              </p14:nvContentPartPr>
              <p14:xfrm>
                <a:off x="2116500" y="3606420"/>
                <a:ext cx="104400" cy="230760"/>
              </p14:xfrm>
            </p:contentPart>
          </mc:Choice>
          <mc:Fallback xmlns="">
            <p:pic>
              <p:nvPicPr>
                <p:cNvPr id="164" name="Ink 163">
                  <a:extLst>
                    <a:ext uri="{FF2B5EF4-FFF2-40B4-BE49-F238E27FC236}">
                      <a16:creationId xmlns:a16="http://schemas.microsoft.com/office/drawing/2014/main" id="{285A487D-4D59-52A7-C93F-7886D3037A9A}"/>
                    </a:ext>
                  </a:extLst>
                </p:cNvPr>
                <p:cNvPicPr/>
                <p:nvPr/>
              </p:nvPicPr>
              <p:blipFill>
                <a:blip r:embed="rId283"/>
                <a:stretch>
                  <a:fillRect/>
                </a:stretch>
              </p:blipFill>
              <p:spPr>
                <a:xfrm>
                  <a:off x="2107860" y="3597780"/>
                  <a:ext cx="12204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8" name="Ink 167">
                  <a:extLst>
                    <a:ext uri="{FF2B5EF4-FFF2-40B4-BE49-F238E27FC236}">
                      <a16:creationId xmlns:a16="http://schemas.microsoft.com/office/drawing/2014/main" id="{634CF072-50CD-0549-DFE5-7114C0E3C73B}"/>
                    </a:ext>
                  </a:extLst>
                </p14:cNvPr>
                <p14:cNvContentPartPr/>
                <p14:nvPr/>
              </p14:nvContentPartPr>
              <p14:xfrm>
                <a:off x="1765140" y="4159020"/>
                <a:ext cx="40680" cy="420480"/>
              </p14:xfrm>
            </p:contentPart>
          </mc:Choice>
          <mc:Fallback xmlns="">
            <p:pic>
              <p:nvPicPr>
                <p:cNvPr id="168" name="Ink 167">
                  <a:extLst>
                    <a:ext uri="{FF2B5EF4-FFF2-40B4-BE49-F238E27FC236}">
                      <a16:creationId xmlns:a16="http://schemas.microsoft.com/office/drawing/2014/main" id="{634CF072-50CD-0549-DFE5-7114C0E3C73B}"/>
                    </a:ext>
                  </a:extLst>
                </p:cNvPr>
                <p:cNvPicPr/>
                <p:nvPr/>
              </p:nvPicPr>
              <p:blipFill>
                <a:blip r:embed="rId285"/>
                <a:stretch>
                  <a:fillRect/>
                </a:stretch>
              </p:blipFill>
              <p:spPr>
                <a:xfrm>
                  <a:off x="1756500" y="4150020"/>
                  <a:ext cx="58320" cy="4381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69" name="Ink 168">
                  <a:extLst>
                    <a:ext uri="{FF2B5EF4-FFF2-40B4-BE49-F238E27FC236}">
                      <a16:creationId xmlns:a16="http://schemas.microsoft.com/office/drawing/2014/main" id="{25B6EB39-2CD8-DBE5-6556-849A66FBBC00}"/>
                    </a:ext>
                  </a:extLst>
                </p14:cNvPr>
                <p14:cNvContentPartPr/>
                <p14:nvPr/>
              </p14:nvContentPartPr>
              <p14:xfrm>
                <a:off x="1987260" y="4282140"/>
                <a:ext cx="218520" cy="152280"/>
              </p14:xfrm>
            </p:contentPart>
          </mc:Choice>
          <mc:Fallback xmlns="">
            <p:pic>
              <p:nvPicPr>
                <p:cNvPr id="169" name="Ink 168">
                  <a:extLst>
                    <a:ext uri="{FF2B5EF4-FFF2-40B4-BE49-F238E27FC236}">
                      <a16:creationId xmlns:a16="http://schemas.microsoft.com/office/drawing/2014/main" id="{25B6EB39-2CD8-DBE5-6556-849A66FBBC00}"/>
                    </a:ext>
                  </a:extLst>
                </p:cNvPr>
                <p:cNvPicPr/>
                <p:nvPr/>
              </p:nvPicPr>
              <p:blipFill>
                <a:blip r:embed="rId287"/>
                <a:stretch>
                  <a:fillRect/>
                </a:stretch>
              </p:blipFill>
              <p:spPr>
                <a:xfrm>
                  <a:off x="1978620" y="4273140"/>
                  <a:ext cx="2361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0" name="Ink 169">
                  <a:extLst>
                    <a:ext uri="{FF2B5EF4-FFF2-40B4-BE49-F238E27FC236}">
                      <a16:creationId xmlns:a16="http://schemas.microsoft.com/office/drawing/2014/main" id="{27A68B02-5BA7-F1FC-79C5-5E0702AEE529}"/>
                    </a:ext>
                  </a:extLst>
                </p14:cNvPr>
                <p14:cNvContentPartPr/>
                <p14:nvPr/>
              </p14:nvContentPartPr>
              <p14:xfrm>
                <a:off x="2495580" y="4381500"/>
                <a:ext cx="102960" cy="102600"/>
              </p14:xfrm>
            </p:contentPart>
          </mc:Choice>
          <mc:Fallback xmlns="">
            <p:pic>
              <p:nvPicPr>
                <p:cNvPr id="170" name="Ink 169">
                  <a:extLst>
                    <a:ext uri="{FF2B5EF4-FFF2-40B4-BE49-F238E27FC236}">
                      <a16:creationId xmlns:a16="http://schemas.microsoft.com/office/drawing/2014/main" id="{27A68B02-5BA7-F1FC-79C5-5E0702AEE529}"/>
                    </a:ext>
                  </a:extLst>
                </p:cNvPr>
                <p:cNvPicPr/>
                <p:nvPr/>
              </p:nvPicPr>
              <p:blipFill>
                <a:blip r:embed="rId289"/>
                <a:stretch>
                  <a:fillRect/>
                </a:stretch>
              </p:blipFill>
              <p:spPr>
                <a:xfrm>
                  <a:off x="2486940" y="4372500"/>
                  <a:ext cx="1206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1" name="Ink 170">
                  <a:extLst>
                    <a:ext uri="{FF2B5EF4-FFF2-40B4-BE49-F238E27FC236}">
                      <a16:creationId xmlns:a16="http://schemas.microsoft.com/office/drawing/2014/main" id="{17B7877F-04F2-130E-1645-0DD190FDCA66}"/>
                    </a:ext>
                  </a:extLst>
                </p14:cNvPr>
                <p14:cNvContentPartPr/>
                <p14:nvPr/>
              </p14:nvContentPartPr>
              <p14:xfrm>
                <a:off x="2753340" y="4272060"/>
                <a:ext cx="129600" cy="289080"/>
              </p14:xfrm>
            </p:contentPart>
          </mc:Choice>
          <mc:Fallback xmlns="">
            <p:pic>
              <p:nvPicPr>
                <p:cNvPr id="171" name="Ink 170">
                  <a:extLst>
                    <a:ext uri="{FF2B5EF4-FFF2-40B4-BE49-F238E27FC236}">
                      <a16:creationId xmlns:a16="http://schemas.microsoft.com/office/drawing/2014/main" id="{17B7877F-04F2-130E-1645-0DD190FDCA66}"/>
                    </a:ext>
                  </a:extLst>
                </p:cNvPr>
                <p:cNvPicPr/>
                <p:nvPr/>
              </p:nvPicPr>
              <p:blipFill>
                <a:blip r:embed="rId291"/>
                <a:stretch>
                  <a:fillRect/>
                </a:stretch>
              </p:blipFill>
              <p:spPr>
                <a:xfrm>
                  <a:off x="2744700" y="4263420"/>
                  <a:ext cx="1472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3" name="Ink 172">
                  <a:extLst>
                    <a:ext uri="{FF2B5EF4-FFF2-40B4-BE49-F238E27FC236}">
                      <a16:creationId xmlns:a16="http://schemas.microsoft.com/office/drawing/2014/main" id="{84BFE89C-BF28-28E4-70F1-F4BC2F372A06}"/>
                    </a:ext>
                  </a:extLst>
                </p14:cNvPr>
                <p14:cNvContentPartPr/>
                <p14:nvPr/>
              </p14:nvContentPartPr>
              <p14:xfrm>
                <a:off x="2374620" y="4902060"/>
                <a:ext cx="285480" cy="360"/>
              </p14:xfrm>
            </p:contentPart>
          </mc:Choice>
          <mc:Fallback xmlns="">
            <p:pic>
              <p:nvPicPr>
                <p:cNvPr id="173" name="Ink 172">
                  <a:extLst>
                    <a:ext uri="{FF2B5EF4-FFF2-40B4-BE49-F238E27FC236}">
                      <a16:creationId xmlns:a16="http://schemas.microsoft.com/office/drawing/2014/main" id="{84BFE89C-BF28-28E4-70F1-F4BC2F372A06}"/>
                    </a:ext>
                  </a:extLst>
                </p:cNvPr>
                <p:cNvPicPr/>
                <p:nvPr/>
              </p:nvPicPr>
              <p:blipFill>
                <a:blip r:embed="rId293"/>
                <a:stretch>
                  <a:fillRect/>
                </a:stretch>
              </p:blipFill>
              <p:spPr>
                <a:xfrm>
                  <a:off x="2365980" y="4893060"/>
                  <a:ext cx="303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4" name="Ink 173">
                  <a:extLst>
                    <a:ext uri="{FF2B5EF4-FFF2-40B4-BE49-F238E27FC236}">
                      <a16:creationId xmlns:a16="http://schemas.microsoft.com/office/drawing/2014/main" id="{5FB3E0BF-A0B3-4AA5-5073-34DFCD39823A}"/>
                    </a:ext>
                  </a:extLst>
                </p14:cNvPr>
                <p14:cNvContentPartPr/>
                <p14:nvPr/>
              </p14:nvContentPartPr>
              <p14:xfrm>
                <a:off x="2641380" y="4838700"/>
                <a:ext cx="15480" cy="237600"/>
              </p14:xfrm>
            </p:contentPart>
          </mc:Choice>
          <mc:Fallback xmlns="">
            <p:pic>
              <p:nvPicPr>
                <p:cNvPr id="174" name="Ink 173">
                  <a:extLst>
                    <a:ext uri="{FF2B5EF4-FFF2-40B4-BE49-F238E27FC236}">
                      <a16:creationId xmlns:a16="http://schemas.microsoft.com/office/drawing/2014/main" id="{5FB3E0BF-A0B3-4AA5-5073-34DFCD39823A}"/>
                    </a:ext>
                  </a:extLst>
                </p:cNvPr>
                <p:cNvPicPr/>
                <p:nvPr/>
              </p:nvPicPr>
              <p:blipFill>
                <a:blip r:embed="rId295"/>
                <a:stretch>
                  <a:fillRect/>
                </a:stretch>
              </p:blipFill>
              <p:spPr>
                <a:xfrm>
                  <a:off x="2632740" y="4829700"/>
                  <a:ext cx="3312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5" name="Ink 174">
                  <a:extLst>
                    <a:ext uri="{FF2B5EF4-FFF2-40B4-BE49-F238E27FC236}">
                      <a16:creationId xmlns:a16="http://schemas.microsoft.com/office/drawing/2014/main" id="{9235E6C8-7B65-2887-9EDB-E0EF0B7C0F93}"/>
                    </a:ext>
                  </a:extLst>
                </p14:cNvPr>
                <p14:cNvContentPartPr/>
                <p14:nvPr/>
              </p14:nvContentPartPr>
              <p14:xfrm>
                <a:off x="2914260" y="4826100"/>
                <a:ext cx="7200" cy="215640"/>
              </p14:xfrm>
            </p:contentPart>
          </mc:Choice>
          <mc:Fallback xmlns="">
            <p:pic>
              <p:nvPicPr>
                <p:cNvPr id="175" name="Ink 174">
                  <a:extLst>
                    <a:ext uri="{FF2B5EF4-FFF2-40B4-BE49-F238E27FC236}">
                      <a16:creationId xmlns:a16="http://schemas.microsoft.com/office/drawing/2014/main" id="{9235E6C8-7B65-2887-9EDB-E0EF0B7C0F93}"/>
                    </a:ext>
                  </a:extLst>
                </p:cNvPr>
                <p:cNvPicPr/>
                <p:nvPr/>
              </p:nvPicPr>
              <p:blipFill>
                <a:blip r:embed="rId297"/>
                <a:stretch>
                  <a:fillRect/>
                </a:stretch>
              </p:blipFill>
              <p:spPr>
                <a:xfrm>
                  <a:off x="2905620" y="4817100"/>
                  <a:ext cx="2484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6" name="Ink 175">
                  <a:extLst>
                    <a:ext uri="{FF2B5EF4-FFF2-40B4-BE49-F238E27FC236}">
                      <a16:creationId xmlns:a16="http://schemas.microsoft.com/office/drawing/2014/main" id="{2F6A220D-221A-F202-EB12-FB43434ABBF1}"/>
                    </a:ext>
                  </a:extLst>
                </p14:cNvPr>
                <p14:cNvContentPartPr/>
                <p14:nvPr/>
              </p14:nvContentPartPr>
              <p14:xfrm>
                <a:off x="1695300" y="5257740"/>
                <a:ext cx="1656000" cy="20160"/>
              </p14:xfrm>
            </p:contentPart>
          </mc:Choice>
          <mc:Fallback xmlns="">
            <p:pic>
              <p:nvPicPr>
                <p:cNvPr id="176" name="Ink 175">
                  <a:extLst>
                    <a:ext uri="{FF2B5EF4-FFF2-40B4-BE49-F238E27FC236}">
                      <a16:creationId xmlns:a16="http://schemas.microsoft.com/office/drawing/2014/main" id="{2F6A220D-221A-F202-EB12-FB43434ABBF1}"/>
                    </a:ext>
                  </a:extLst>
                </p:cNvPr>
                <p:cNvPicPr/>
                <p:nvPr/>
              </p:nvPicPr>
              <p:blipFill>
                <a:blip r:embed="rId299"/>
                <a:stretch>
                  <a:fillRect/>
                </a:stretch>
              </p:blipFill>
              <p:spPr>
                <a:xfrm>
                  <a:off x="1686660" y="5248740"/>
                  <a:ext cx="16736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78" name="Ink 177">
                  <a:extLst>
                    <a:ext uri="{FF2B5EF4-FFF2-40B4-BE49-F238E27FC236}">
                      <a16:creationId xmlns:a16="http://schemas.microsoft.com/office/drawing/2014/main" id="{68EB0337-336D-AEDC-9D05-5FCF3779B462}"/>
                    </a:ext>
                  </a:extLst>
                </p14:cNvPr>
                <p14:cNvContentPartPr/>
                <p14:nvPr/>
              </p14:nvContentPartPr>
              <p14:xfrm>
                <a:off x="621420" y="3639540"/>
                <a:ext cx="1024920" cy="505080"/>
              </p14:xfrm>
            </p:contentPart>
          </mc:Choice>
          <mc:Fallback xmlns="">
            <p:pic>
              <p:nvPicPr>
                <p:cNvPr id="178" name="Ink 177">
                  <a:extLst>
                    <a:ext uri="{FF2B5EF4-FFF2-40B4-BE49-F238E27FC236}">
                      <a16:creationId xmlns:a16="http://schemas.microsoft.com/office/drawing/2014/main" id="{68EB0337-336D-AEDC-9D05-5FCF3779B462}"/>
                    </a:ext>
                  </a:extLst>
                </p:cNvPr>
                <p:cNvPicPr/>
                <p:nvPr/>
              </p:nvPicPr>
              <p:blipFill>
                <a:blip r:embed="rId301"/>
                <a:stretch>
                  <a:fillRect/>
                </a:stretch>
              </p:blipFill>
              <p:spPr>
                <a:xfrm>
                  <a:off x="612420" y="3630540"/>
                  <a:ext cx="1042560" cy="5227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79" name="Ink 178">
                  <a:extLst>
                    <a:ext uri="{FF2B5EF4-FFF2-40B4-BE49-F238E27FC236}">
                      <a16:creationId xmlns:a16="http://schemas.microsoft.com/office/drawing/2014/main" id="{1226B2D4-E681-73A3-B268-67999D02A257}"/>
                    </a:ext>
                  </a:extLst>
                </p14:cNvPr>
                <p14:cNvContentPartPr/>
                <p14:nvPr/>
              </p14:nvContentPartPr>
              <p14:xfrm>
                <a:off x="444300" y="4097820"/>
                <a:ext cx="223560" cy="110520"/>
              </p14:xfrm>
            </p:contentPart>
          </mc:Choice>
          <mc:Fallback xmlns="">
            <p:pic>
              <p:nvPicPr>
                <p:cNvPr id="179" name="Ink 178">
                  <a:extLst>
                    <a:ext uri="{FF2B5EF4-FFF2-40B4-BE49-F238E27FC236}">
                      <a16:creationId xmlns:a16="http://schemas.microsoft.com/office/drawing/2014/main" id="{1226B2D4-E681-73A3-B268-67999D02A257}"/>
                    </a:ext>
                  </a:extLst>
                </p:cNvPr>
                <p:cNvPicPr/>
                <p:nvPr/>
              </p:nvPicPr>
              <p:blipFill>
                <a:blip r:embed="rId303"/>
                <a:stretch>
                  <a:fillRect/>
                </a:stretch>
              </p:blipFill>
              <p:spPr>
                <a:xfrm>
                  <a:off x="435300" y="4089180"/>
                  <a:ext cx="2412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0" name="Ink 179">
                  <a:extLst>
                    <a:ext uri="{FF2B5EF4-FFF2-40B4-BE49-F238E27FC236}">
                      <a16:creationId xmlns:a16="http://schemas.microsoft.com/office/drawing/2014/main" id="{B83BDC4B-B4D4-56ED-0C97-E4590EC21662}"/>
                    </a:ext>
                  </a:extLst>
                </p14:cNvPr>
                <p14:cNvContentPartPr/>
                <p14:nvPr/>
              </p14:nvContentPartPr>
              <p14:xfrm>
                <a:off x="138660" y="4352340"/>
                <a:ext cx="250920" cy="240840"/>
              </p14:xfrm>
            </p:contentPart>
          </mc:Choice>
          <mc:Fallback xmlns="">
            <p:pic>
              <p:nvPicPr>
                <p:cNvPr id="180" name="Ink 179">
                  <a:extLst>
                    <a:ext uri="{FF2B5EF4-FFF2-40B4-BE49-F238E27FC236}">
                      <a16:creationId xmlns:a16="http://schemas.microsoft.com/office/drawing/2014/main" id="{B83BDC4B-B4D4-56ED-0C97-E4590EC21662}"/>
                    </a:ext>
                  </a:extLst>
                </p:cNvPr>
                <p:cNvPicPr/>
                <p:nvPr/>
              </p:nvPicPr>
              <p:blipFill>
                <a:blip r:embed="rId305"/>
                <a:stretch>
                  <a:fillRect/>
                </a:stretch>
              </p:blipFill>
              <p:spPr>
                <a:xfrm>
                  <a:off x="129660" y="4343340"/>
                  <a:ext cx="2685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81" name="Ink 180">
                  <a:extLst>
                    <a:ext uri="{FF2B5EF4-FFF2-40B4-BE49-F238E27FC236}">
                      <a16:creationId xmlns:a16="http://schemas.microsoft.com/office/drawing/2014/main" id="{72BD231A-F761-7F39-6C5C-DD4C57573C71}"/>
                    </a:ext>
                  </a:extLst>
                </p14:cNvPr>
                <p14:cNvContentPartPr/>
                <p14:nvPr/>
              </p14:nvContentPartPr>
              <p14:xfrm>
                <a:off x="405780" y="4384020"/>
                <a:ext cx="371880" cy="234720"/>
              </p14:xfrm>
            </p:contentPart>
          </mc:Choice>
          <mc:Fallback xmlns="">
            <p:pic>
              <p:nvPicPr>
                <p:cNvPr id="181" name="Ink 180">
                  <a:extLst>
                    <a:ext uri="{FF2B5EF4-FFF2-40B4-BE49-F238E27FC236}">
                      <a16:creationId xmlns:a16="http://schemas.microsoft.com/office/drawing/2014/main" id="{72BD231A-F761-7F39-6C5C-DD4C57573C71}"/>
                    </a:ext>
                  </a:extLst>
                </p:cNvPr>
                <p:cNvPicPr/>
                <p:nvPr/>
              </p:nvPicPr>
              <p:blipFill>
                <a:blip r:embed="rId307"/>
                <a:stretch>
                  <a:fillRect/>
                </a:stretch>
              </p:blipFill>
              <p:spPr>
                <a:xfrm>
                  <a:off x="396780" y="4375020"/>
                  <a:ext cx="3895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2" name="Ink 181">
                  <a:extLst>
                    <a:ext uri="{FF2B5EF4-FFF2-40B4-BE49-F238E27FC236}">
                      <a16:creationId xmlns:a16="http://schemas.microsoft.com/office/drawing/2014/main" id="{5EC1B908-E5B9-2944-1154-E53E819C29AC}"/>
                    </a:ext>
                  </a:extLst>
                </p14:cNvPr>
                <p14:cNvContentPartPr/>
                <p14:nvPr/>
              </p14:nvContentPartPr>
              <p14:xfrm>
                <a:off x="818700" y="4431180"/>
                <a:ext cx="38160" cy="81000"/>
              </p14:xfrm>
            </p:contentPart>
          </mc:Choice>
          <mc:Fallback xmlns="">
            <p:pic>
              <p:nvPicPr>
                <p:cNvPr id="182" name="Ink 181">
                  <a:extLst>
                    <a:ext uri="{FF2B5EF4-FFF2-40B4-BE49-F238E27FC236}">
                      <a16:creationId xmlns:a16="http://schemas.microsoft.com/office/drawing/2014/main" id="{5EC1B908-E5B9-2944-1154-E53E819C29AC}"/>
                    </a:ext>
                  </a:extLst>
                </p:cNvPr>
                <p:cNvPicPr/>
                <p:nvPr/>
              </p:nvPicPr>
              <p:blipFill>
                <a:blip r:embed="rId309"/>
                <a:stretch>
                  <a:fillRect/>
                </a:stretch>
              </p:blipFill>
              <p:spPr>
                <a:xfrm>
                  <a:off x="810060" y="4422540"/>
                  <a:ext cx="558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3" name="Ink 182">
                  <a:extLst>
                    <a:ext uri="{FF2B5EF4-FFF2-40B4-BE49-F238E27FC236}">
                      <a16:creationId xmlns:a16="http://schemas.microsoft.com/office/drawing/2014/main" id="{998DFA5A-1B8E-9187-6010-56B88567C1F9}"/>
                    </a:ext>
                  </a:extLst>
                </p14:cNvPr>
                <p14:cNvContentPartPr/>
                <p14:nvPr/>
              </p14:nvContentPartPr>
              <p14:xfrm>
                <a:off x="819060" y="4252980"/>
                <a:ext cx="45000" cy="46080"/>
              </p14:xfrm>
            </p:contentPart>
          </mc:Choice>
          <mc:Fallback xmlns="">
            <p:pic>
              <p:nvPicPr>
                <p:cNvPr id="183" name="Ink 182">
                  <a:extLst>
                    <a:ext uri="{FF2B5EF4-FFF2-40B4-BE49-F238E27FC236}">
                      <a16:creationId xmlns:a16="http://schemas.microsoft.com/office/drawing/2014/main" id="{998DFA5A-1B8E-9187-6010-56B88567C1F9}"/>
                    </a:ext>
                  </a:extLst>
                </p:cNvPr>
                <p:cNvPicPr/>
                <p:nvPr/>
              </p:nvPicPr>
              <p:blipFill>
                <a:blip r:embed="rId311"/>
                <a:stretch>
                  <a:fillRect/>
                </a:stretch>
              </p:blipFill>
              <p:spPr>
                <a:xfrm>
                  <a:off x="810060" y="4244340"/>
                  <a:ext cx="626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84" name="Ink 183">
                  <a:extLst>
                    <a:ext uri="{FF2B5EF4-FFF2-40B4-BE49-F238E27FC236}">
                      <a16:creationId xmlns:a16="http://schemas.microsoft.com/office/drawing/2014/main" id="{E429AFB6-535A-2CB7-2453-51198F549E3E}"/>
                    </a:ext>
                  </a:extLst>
                </p14:cNvPr>
                <p14:cNvContentPartPr/>
                <p14:nvPr/>
              </p14:nvContentPartPr>
              <p14:xfrm>
                <a:off x="920940" y="4394100"/>
                <a:ext cx="186480" cy="162000"/>
              </p14:xfrm>
            </p:contentPart>
          </mc:Choice>
          <mc:Fallback xmlns="">
            <p:pic>
              <p:nvPicPr>
                <p:cNvPr id="184" name="Ink 183">
                  <a:extLst>
                    <a:ext uri="{FF2B5EF4-FFF2-40B4-BE49-F238E27FC236}">
                      <a16:creationId xmlns:a16="http://schemas.microsoft.com/office/drawing/2014/main" id="{E429AFB6-535A-2CB7-2453-51198F549E3E}"/>
                    </a:ext>
                  </a:extLst>
                </p:cNvPr>
                <p:cNvPicPr/>
                <p:nvPr/>
              </p:nvPicPr>
              <p:blipFill>
                <a:blip r:embed="rId313"/>
                <a:stretch>
                  <a:fillRect/>
                </a:stretch>
              </p:blipFill>
              <p:spPr>
                <a:xfrm>
                  <a:off x="911940" y="4385100"/>
                  <a:ext cx="20412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85" name="Ink 184">
                  <a:extLst>
                    <a:ext uri="{FF2B5EF4-FFF2-40B4-BE49-F238E27FC236}">
                      <a16:creationId xmlns:a16="http://schemas.microsoft.com/office/drawing/2014/main" id="{BCD5E6DA-D40F-DA92-17A6-14C71ACF1A28}"/>
                    </a:ext>
                  </a:extLst>
                </p14:cNvPr>
                <p14:cNvContentPartPr/>
                <p14:nvPr/>
              </p14:nvContentPartPr>
              <p14:xfrm>
                <a:off x="375900" y="4904940"/>
                <a:ext cx="31320" cy="176040"/>
              </p14:xfrm>
            </p:contentPart>
          </mc:Choice>
          <mc:Fallback xmlns="">
            <p:pic>
              <p:nvPicPr>
                <p:cNvPr id="185" name="Ink 184">
                  <a:extLst>
                    <a:ext uri="{FF2B5EF4-FFF2-40B4-BE49-F238E27FC236}">
                      <a16:creationId xmlns:a16="http://schemas.microsoft.com/office/drawing/2014/main" id="{BCD5E6DA-D40F-DA92-17A6-14C71ACF1A28}"/>
                    </a:ext>
                  </a:extLst>
                </p:cNvPr>
                <p:cNvPicPr/>
                <p:nvPr/>
              </p:nvPicPr>
              <p:blipFill>
                <a:blip r:embed="rId315"/>
                <a:stretch>
                  <a:fillRect/>
                </a:stretch>
              </p:blipFill>
              <p:spPr>
                <a:xfrm>
                  <a:off x="367260" y="4896300"/>
                  <a:ext cx="489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86" name="Ink 185">
                  <a:extLst>
                    <a:ext uri="{FF2B5EF4-FFF2-40B4-BE49-F238E27FC236}">
                      <a16:creationId xmlns:a16="http://schemas.microsoft.com/office/drawing/2014/main" id="{0BE29C75-1A64-D2C0-155F-DBCFC8E2D8A6}"/>
                    </a:ext>
                  </a:extLst>
                </p14:cNvPr>
                <p14:cNvContentPartPr/>
                <p14:nvPr/>
              </p14:nvContentPartPr>
              <p14:xfrm>
                <a:off x="465180" y="4840500"/>
                <a:ext cx="91080" cy="270000"/>
              </p14:xfrm>
            </p:contentPart>
          </mc:Choice>
          <mc:Fallback xmlns="">
            <p:pic>
              <p:nvPicPr>
                <p:cNvPr id="186" name="Ink 185">
                  <a:extLst>
                    <a:ext uri="{FF2B5EF4-FFF2-40B4-BE49-F238E27FC236}">
                      <a16:creationId xmlns:a16="http://schemas.microsoft.com/office/drawing/2014/main" id="{0BE29C75-1A64-D2C0-155F-DBCFC8E2D8A6}"/>
                    </a:ext>
                  </a:extLst>
                </p:cNvPr>
                <p:cNvPicPr/>
                <p:nvPr/>
              </p:nvPicPr>
              <p:blipFill>
                <a:blip r:embed="rId317"/>
                <a:stretch>
                  <a:fillRect/>
                </a:stretch>
              </p:blipFill>
              <p:spPr>
                <a:xfrm>
                  <a:off x="456540" y="4831860"/>
                  <a:ext cx="10872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87" name="Ink 186">
                  <a:extLst>
                    <a:ext uri="{FF2B5EF4-FFF2-40B4-BE49-F238E27FC236}">
                      <a16:creationId xmlns:a16="http://schemas.microsoft.com/office/drawing/2014/main" id="{78140668-F455-E504-0628-5287289AE434}"/>
                    </a:ext>
                  </a:extLst>
                </p14:cNvPr>
                <p14:cNvContentPartPr/>
                <p14:nvPr/>
              </p14:nvContentPartPr>
              <p14:xfrm>
                <a:off x="716100" y="4812060"/>
                <a:ext cx="215640" cy="334440"/>
              </p14:xfrm>
            </p:contentPart>
          </mc:Choice>
          <mc:Fallback xmlns="">
            <p:pic>
              <p:nvPicPr>
                <p:cNvPr id="187" name="Ink 186">
                  <a:extLst>
                    <a:ext uri="{FF2B5EF4-FFF2-40B4-BE49-F238E27FC236}">
                      <a16:creationId xmlns:a16="http://schemas.microsoft.com/office/drawing/2014/main" id="{78140668-F455-E504-0628-5287289AE434}"/>
                    </a:ext>
                  </a:extLst>
                </p:cNvPr>
                <p:cNvPicPr/>
                <p:nvPr/>
              </p:nvPicPr>
              <p:blipFill>
                <a:blip r:embed="rId319"/>
                <a:stretch>
                  <a:fillRect/>
                </a:stretch>
              </p:blipFill>
              <p:spPr>
                <a:xfrm>
                  <a:off x="707460" y="4803060"/>
                  <a:ext cx="23328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88" name="Ink 187">
                  <a:extLst>
                    <a:ext uri="{FF2B5EF4-FFF2-40B4-BE49-F238E27FC236}">
                      <a16:creationId xmlns:a16="http://schemas.microsoft.com/office/drawing/2014/main" id="{EE5544F3-A23B-3216-1E78-5C17D1B1A5DA}"/>
                    </a:ext>
                  </a:extLst>
                </p14:cNvPr>
                <p14:cNvContentPartPr/>
                <p14:nvPr/>
              </p14:nvContentPartPr>
              <p14:xfrm>
                <a:off x="963780" y="4921500"/>
                <a:ext cx="132840" cy="167040"/>
              </p14:xfrm>
            </p:contentPart>
          </mc:Choice>
          <mc:Fallback xmlns="">
            <p:pic>
              <p:nvPicPr>
                <p:cNvPr id="188" name="Ink 187">
                  <a:extLst>
                    <a:ext uri="{FF2B5EF4-FFF2-40B4-BE49-F238E27FC236}">
                      <a16:creationId xmlns:a16="http://schemas.microsoft.com/office/drawing/2014/main" id="{EE5544F3-A23B-3216-1E78-5C17D1B1A5DA}"/>
                    </a:ext>
                  </a:extLst>
                </p:cNvPr>
                <p:cNvPicPr/>
                <p:nvPr/>
              </p:nvPicPr>
              <p:blipFill>
                <a:blip r:embed="rId321"/>
                <a:stretch>
                  <a:fillRect/>
                </a:stretch>
              </p:blipFill>
              <p:spPr>
                <a:xfrm>
                  <a:off x="955140" y="4912860"/>
                  <a:ext cx="15048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89" name="Ink 188">
                  <a:extLst>
                    <a:ext uri="{FF2B5EF4-FFF2-40B4-BE49-F238E27FC236}">
                      <a16:creationId xmlns:a16="http://schemas.microsoft.com/office/drawing/2014/main" id="{6A762BE5-3025-A90B-F4DC-7EACC7E77B20}"/>
                    </a:ext>
                  </a:extLst>
                </p14:cNvPr>
                <p14:cNvContentPartPr/>
                <p14:nvPr/>
              </p14:nvContentPartPr>
              <p14:xfrm>
                <a:off x="1123620" y="4915020"/>
                <a:ext cx="120600" cy="182880"/>
              </p14:xfrm>
            </p:contentPart>
          </mc:Choice>
          <mc:Fallback xmlns="">
            <p:pic>
              <p:nvPicPr>
                <p:cNvPr id="189" name="Ink 188">
                  <a:extLst>
                    <a:ext uri="{FF2B5EF4-FFF2-40B4-BE49-F238E27FC236}">
                      <a16:creationId xmlns:a16="http://schemas.microsoft.com/office/drawing/2014/main" id="{6A762BE5-3025-A90B-F4DC-7EACC7E77B20}"/>
                    </a:ext>
                  </a:extLst>
                </p:cNvPr>
                <p:cNvPicPr/>
                <p:nvPr/>
              </p:nvPicPr>
              <p:blipFill>
                <a:blip r:embed="rId323"/>
                <a:stretch>
                  <a:fillRect/>
                </a:stretch>
              </p:blipFill>
              <p:spPr>
                <a:xfrm>
                  <a:off x="1114620" y="4906380"/>
                  <a:ext cx="1382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90" name="Ink 189">
                  <a:extLst>
                    <a:ext uri="{FF2B5EF4-FFF2-40B4-BE49-F238E27FC236}">
                      <a16:creationId xmlns:a16="http://schemas.microsoft.com/office/drawing/2014/main" id="{B60551F1-3533-D820-59F3-96DD2FDA0816}"/>
                    </a:ext>
                  </a:extLst>
                </p14:cNvPr>
                <p14:cNvContentPartPr/>
                <p14:nvPr/>
              </p14:nvContentPartPr>
              <p14:xfrm>
                <a:off x="1301100" y="4829340"/>
                <a:ext cx="158040" cy="254880"/>
              </p14:xfrm>
            </p:contentPart>
          </mc:Choice>
          <mc:Fallback xmlns="">
            <p:pic>
              <p:nvPicPr>
                <p:cNvPr id="190" name="Ink 189">
                  <a:extLst>
                    <a:ext uri="{FF2B5EF4-FFF2-40B4-BE49-F238E27FC236}">
                      <a16:creationId xmlns:a16="http://schemas.microsoft.com/office/drawing/2014/main" id="{B60551F1-3533-D820-59F3-96DD2FDA0816}"/>
                    </a:ext>
                  </a:extLst>
                </p:cNvPr>
                <p:cNvPicPr/>
                <p:nvPr/>
              </p:nvPicPr>
              <p:blipFill>
                <a:blip r:embed="rId325"/>
                <a:stretch>
                  <a:fillRect/>
                </a:stretch>
              </p:blipFill>
              <p:spPr>
                <a:xfrm>
                  <a:off x="1292460" y="4820700"/>
                  <a:ext cx="1756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3" name="Ink 192">
                  <a:extLst>
                    <a:ext uri="{FF2B5EF4-FFF2-40B4-BE49-F238E27FC236}">
                      <a16:creationId xmlns:a16="http://schemas.microsoft.com/office/drawing/2014/main" id="{CDD63A33-5568-CA4C-0C3D-23E6A0BAFDEC}"/>
                    </a:ext>
                  </a:extLst>
                </p14:cNvPr>
                <p14:cNvContentPartPr/>
                <p14:nvPr/>
              </p14:nvContentPartPr>
              <p14:xfrm>
                <a:off x="1669380" y="4805940"/>
                <a:ext cx="132840" cy="282240"/>
              </p14:xfrm>
            </p:contentPart>
          </mc:Choice>
          <mc:Fallback xmlns="">
            <p:pic>
              <p:nvPicPr>
                <p:cNvPr id="193" name="Ink 192">
                  <a:extLst>
                    <a:ext uri="{FF2B5EF4-FFF2-40B4-BE49-F238E27FC236}">
                      <a16:creationId xmlns:a16="http://schemas.microsoft.com/office/drawing/2014/main" id="{CDD63A33-5568-CA4C-0C3D-23E6A0BAFDEC}"/>
                    </a:ext>
                  </a:extLst>
                </p:cNvPr>
                <p:cNvPicPr/>
                <p:nvPr/>
              </p:nvPicPr>
              <p:blipFill>
                <a:blip r:embed="rId327"/>
                <a:stretch>
                  <a:fillRect/>
                </a:stretch>
              </p:blipFill>
              <p:spPr>
                <a:xfrm>
                  <a:off x="1660380" y="4797300"/>
                  <a:ext cx="1504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94" name="Ink 193">
                  <a:extLst>
                    <a:ext uri="{FF2B5EF4-FFF2-40B4-BE49-F238E27FC236}">
                      <a16:creationId xmlns:a16="http://schemas.microsoft.com/office/drawing/2014/main" id="{637EA848-BAD0-9E79-5C06-1B84C3532772}"/>
                    </a:ext>
                  </a:extLst>
                </p14:cNvPr>
                <p14:cNvContentPartPr/>
                <p14:nvPr/>
              </p14:nvContentPartPr>
              <p14:xfrm>
                <a:off x="1865580" y="4946700"/>
                <a:ext cx="88200" cy="128160"/>
              </p14:xfrm>
            </p:contentPart>
          </mc:Choice>
          <mc:Fallback xmlns="">
            <p:pic>
              <p:nvPicPr>
                <p:cNvPr id="194" name="Ink 193">
                  <a:extLst>
                    <a:ext uri="{FF2B5EF4-FFF2-40B4-BE49-F238E27FC236}">
                      <a16:creationId xmlns:a16="http://schemas.microsoft.com/office/drawing/2014/main" id="{637EA848-BAD0-9E79-5C06-1B84C3532772}"/>
                    </a:ext>
                  </a:extLst>
                </p:cNvPr>
                <p:cNvPicPr/>
                <p:nvPr/>
              </p:nvPicPr>
              <p:blipFill>
                <a:blip r:embed="rId329"/>
                <a:stretch>
                  <a:fillRect/>
                </a:stretch>
              </p:blipFill>
              <p:spPr>
                <a:xfrm>
                  <a:off x="1856940" y="4937700"/>
                  <a:ext cx="1058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95" name="Ink 194">
                  <a:extLst>
                    <a:ext uri="{FF2B5EF4-FFF2-40B4-BE49-F238E27FC236}">
                      <a16:creationId xmlns:a16="http://schemas.microsoft.com/office/drawing/2014/main" id="{C00C207E-F2C6-8A62-FD24-04AAB22A6CFD}"/>
                    </a:ext>
                  </a:extLst>
                </p14:cNvPr>
                <p14:cNvContentPartPr/>
                <p14:nvPr/>
              </p14:nvContentPartPr>
              <p14:xfrm>
                <a:off x="2012460" y="4990980"/>
                <a:ext cx="109080" cy="117360"/>
              </p14:xfrm>
            </p:contentPart>
          </mc:Choice>
          <mc:Fallback xmlns="">
            <p:pic>
              <p:nvPicPr>
                <p:cNvPr id="195" name="Ink 194">
                  <a:extLst>
                    <a:ext uri="{FF2B5EF4-FFF2-40B4-BE49-F238E27FC236}">
                      <a16:creationId xmlns:a16="http://schemas.microsoft.com/office/drawing/2014/main" id="{C00C207E-F2C6-8A62-FD24-04AAB22A6CFD}"/>
                    </a:ext>
                  </a:extLst>
                </p:cNvPr>
                <p:cNvPicPr/>
                <p:nvPr/>
              </p:nvPicPr>
              <p:blipFill>
                <a:blip r:embed="rId331"/>
                <a:stretch>
                  <a:fillRect/>
                </a:stretch>
              </p:blipFill>
              <p:spPr>
                <a:xfrm>
                  <a:off x="2003820" y="4981980"/>
                  <a:ext cx="1267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96" name="Ink 195">
                  <a:extLst>
                    <a:ext uri="{FF2B5EF4-FFF2-40B4-BE49-F238E27FC236}">
                      <a16:creationId xmlns:a16="http://schemas.microsoft.com/office/drawing/2014/main" id="{C31E1626-2C4F-E729-29A6-740B69CED912}"/>
                    </a:ext>
                  </a:extLst>
                </p14:cNvPr>
                <p14:cNvContentPartPr/>
                <p14:nvPr/>
              </p14:nvContentPartPr>
              <p14:xfrm>
                <a:off x="2165820" y="4885860"/>
                <a:ext cx="155880" cy="243720"/>
              </p14:xfrm>
            </p:contentPart>
          </mc:Choice>
          <mc:Fallback xmlns="">
            <p:pic>
              <p:nvPicPr>
                <p:cNvPr id="196" name="Ink 195">
                  <a:extLst>
                    <a:ext uri="{FF2B5EF4-FFF2-40B4-BE49-F238E27FC236}">
                      <a16:creationId xmlns:a16="http://schemas.microsoft.com/office/drawing/2014/main" id="{C31E1626-2C4F-E729-29A6-740B69CED912}"/>
                    </a:ext>
                  </a:extLst>
                </p:cNvPr>
                <p:cNvPicPr/>
                <p:nvPr/>
              </p:nvPicPr>
              <p:blipFill>
                <a:blip r:embed="rId333"/>
                <a:stretch>
                  <a:fillRect/>
                </a:stretch>
              </p:blipFill>
              <p:spPr>
                <a:xfrm>
                  <a:off x="2156820" y="4877220"/>
                  <a:ext cx="17352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97" name="Ink 196">
                  <a:extLst>
                    <a:ext uri="{FF2B5EF4-FFF2-40B4-BE49-F238E27FC236}">
                      <a16:creationId xmlns:a16="http://schemas.microsoft.com/office/drawing/2014/main" id="{BD49CD77-C1C3-0B29-5FAC-5E6A6C64EEDB}"/>
                    </a:ext>
                  </a:extLst>
                </p14:cNvPr>
                <p14:cNvContentPartPr/>
                <p14:nvPr/>
              </p14:nvContentPartPr>
              <p14:xfrm>
                <a:off x="2336460" y="5031660"/>
                <a:ext cx="39240" cy="96120"/>
              </p14:xfrm>
            </p:contentPart>
          </mc:Choice>
          <mc:Fallback xmlns="">
            <p:pic>
              <p:nvPicPr>
                <p:cNvPr id="197" name="Ink 196">
                  <a:extLst>
                    <a:ext uri="{FF2B5EF4-FFF2-40B4-BE49-F238E27FC236}">
                      <a16:creationId xmlns:a16="http://schemas.microsoft.com/office/drawing/2014/main" id="{BD49CD77-C1C3-0B29-5FAC-5E6A6C64EEDB}"/>
                    </a:ext>
                  </a:extLst>
                </p:cNvPr>
                <p:cNvPicPr/>
                <p:nvPr/>
              </p:nvPicPr>
              <p:blipFill>
                <a:blip r:embed="rId335"/>
                <a:stretch>
                  <a:fillRect/>
                </a:stretch>
              </p:blipFill>
              <p:spPr>
                <a:xfrm>
                  <a:off x="2327820" y="5022660"/>
                  <a:ext cx="568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98" name="Ink 197">
                  <a:extLst>
                    <a:ext uri="{FF2B5EF4-FFF2-40B4-BE49-F238E27FC236}">
                      <a16:creationId xmlns:a16="http://schemas.microsoft.com/office/drawing/2014/main" id="{3F0EFBF1-55EA-B0E6-75AB-C707A1ACD4F2}"/>
                    </a:ext>
                  </a:extLst>
                </p14:cNvPr>
                <p14:cNvContentPartPr/>
                <p14:nvPr/>
              </p14:nvContentPartPr>
              <p14:xfrm>
                <a:off x="2374620" y="4951740"/>
                <a:ext cx="360" cy="20520"/>
              </p14:xfrm>
            </p:contentPart>
          </mc:Choice>
          <mc:Fallback xmlns="">
            <p:pic>
              <p:nvPicPr>
                <p:cNvPr id="198" name="Ink 197">
                  <a:extLst>
                    <a:ext uri="{FF2B5EF4-FFF2-40B4-BE49-F238E27FC236}">
                      <a16:creationId xmlns:a16="http://schemas.microsoft.com/office/drawing/2014/main" id="{3F0EFBF1-55EA-B0E6-75AB-C707A1ACD4F2}"/>
                    </a:ext>
                  </a:extLst>
                </p:cNvPr>
                <p:cNvPicPr/>
                <p:nvPr/>
              </p:nvPicPr>
              <p:blipFill>
                <a:blip r:embed="rId337"/>
                <a:stretch>
                  <a:fillRect/>
                </a:stretch>
              </p:blipFill>
              <p:spPr>
                <a:xfrm>
                  <a:off x="2365980" y="4942740"/>
                  <a:ext cx="18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99" name="Ink 198">
                  <a:extLst>
                    <a:ext uri="{FF2B5EF4-FFF2-40B4-BE49-F238E27FC236}">
                      <a16:creationId xmlns:a16="http://schemas.microsoft.com/office/drawing/2014/main" id="{BC2BE0AF-F8AF-9634-0E80-0B2D331579AA}"/>
                    </a:ext>
                  </a:extLst>
                </p14:cNvPr>
                <p14:cNvContentPartPr/>
                <p14:nvPr/>
              </p14:nvContentPartPr>
              <p14:xfrm>
                <a:off x="2405580" y="5048220"/>
                <a:ext cx="207720" cy="299520"/>
              </p14:xfrm>
            </p:contentPart>
          </mc:Choice>
          <mc:Fallback xmlns="">
            <p:pic>
              <p:nvPicPr>
                <p:cNvPr id="199" name="Ink 198">
                  <a:extLst>
                    <a:ext uri="{FF2B5EF4-FFF2-40B4-BE49-F238E27FC236}">
                      <a16:creationId xmlns:a16="http://schemas.microsoft.com/office/drawing/2014/main" id="{BC2BE0AF-F8AF-9634-0E80-0B2D331579AA}"/>
                    </a:ext>
                  </a:extLst>
                </p:cNvPr>
                <p:cNvPicPr/>
                <p:nvPr/>
              </p:nvPicPr>
              <p:blipFill>
                <a:blip r:embed="rId339"/>
                <a:stretch>
                  <a:fillRect/>
                </a:stretch>
              </p:blipFill>
              <p:spPr>
                <a:xfrm>
                  <a:off x="2396940" y="5039220"/>
                  <a:ext cx="22536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0" name="Ink 199">
                  <a:extLst>
                    <a:ext uri="{FF2B5EF4-FFF2-40B4-BE49-F238E27FC236}">
                      <a16:creationId xmlns:a16="http://schemas.microsoft.com/office/drawing/2014/main" id="{34B6CBEE-A13F-A061-5CD4-3BFC2EF81DA6}"/>
                    </a:ext>
                  </a:extLst>
                </p14:cNvPr>
                <p14:cNvContentPartPr/>
                <p14:nvPr/>
              </p14:nvContentPartPr>
              <p14:xfrm>
                <a:off x="2714460" y="5147940"/>
                <a:ext cx="1544040" cy="429120"/>
              </p14:xfrm>
            </p:contentPart>
          </mc:Choice>
          <mc:Fallback xmlns="">
            <p:pic>
              <p:nvPicPr>
                <p:cNvPr id="200" name="Ink 199">
                  <a:extLst>
                    <a:ext uri="{FF2B5EF4-FFF2-40B4-BE49-F238E27FC236}">
                      <a16:creationId xmlns:a16="http://schemas.microsoft.com/office/drawing/2014/main" id="{34B6CBEE-A13F-A061-5CD4-3BFC2EF81DA6}"/>
                    </a:ext>
                  </a:extLst>
                </p:cNvPr>
                <p:cNvPicPr/>
                <p:nvPr/>
              </p:nvPicPr>
              <p:blipFill>
                <a:blip r:embed="rId341"/>
                <a:stretch>
                  <a:fillRect/>
                </a:stretch>
              </p:blipFill>
              <p:spPr>
                <a:xfrm>
                  <a:off x="2705460" y="5138940"/>
                  <a:ext cx="156168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01" name="Ink 200">
                  <a:extLst>
                    <a:ext uri="{FF2B5EF4-FFF2-40B4-BE49-F238E27FC236}">
                      <a16:creationId xmlns:a16="http://schemas.microsoft.com/office/drawing/2014/main" id="{679F7B9C-8862-07AE-DB88-FA8DDE908C7D}"/>
                    </a:ext>
                  </a:extLst>
                </p14:cNvPr>
                <p14:cNvContentPartPr/>
                <p14:nvPr/>
              </p14:nvContentPartPr>
              <p14:xfrm>
                <a:off x="4201260" y="5454300"/>
                <a:ext cx="123120" cy="195840"/>
              </p14:xfrm>
            </p:contentPart>
          </mc:Choice>
          <mc:Fallback xmlns="">
            <p:pic>
              <p:nvPicPr>
                <p:cNvPr id="201" name="Ink 200">
                  <a:extLst>
                    <a:ext uri="{FF2B5EF4-FFF2-40B4-BE49-F238E27FC236}">
                      <a16:creationId xmlns:a16="http://schemas.microsoft.com/office/drawing/2014/main" id="{679F7B9C-8862-07AE-DB88-FA8DDE908C7D}"/>
                    </a:ext>
                  </a:extLst>
                </p:cNvPr>
                <p:cNvPicPr/>
                <p:nvPr/>
              </p:nvPicPr>
              <p:blipFill>
                <a:blip r:embed="rId343"/>
                <a:stretch>
                  <a:fillRect/>
                </a:stretch>
              </p:blipFill>
              <p:spPr>
                <a:xfrm>
                  <a:off x="4192260" y="5445660"/>
                  <a:ext cx="1407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02" name="Ink 201">
                  <a:extLst>
                    <a:ext uri="{FF2B5EF4-FFF2-40B4-BE49-F238E27FC236}">
                      <a16:creationId xmlns:a16="http://schemas.microsoft.com/office/drawing/2014/main" id="{E091A15D-0226-63FE-C27A-A3BBB9969414}"/>
                    </a:ext>
                  </a:extLst>
                </p14:cNvPr>
                <p14:cNvContentPartPr/>
                <p14:nvPr/>
              </p14:nvContentPartPr>
              <p14:xfrm>
                <a:off x="4622820" y="5498940"/>
                <a:ext cx="270000" cy="358200"/>
              </p14:xfrm>
            </p:contentPart>
          </mc:Choice>
          <mc:Fallback xmlns="">
            <p:pic>
              <p:nvPicPr>
                <p:cNvPr id="202" name="Ink 201">
                  <a:extLst>
                    <a:ext uri="{FF2B5EF4-FFF2-40B4-BE49-F238E27FC236}">
                      <a16:creationId xmlns:a16="http://schemas.microsoft.com/office/drawing/2014/main" id="{E091A15D-0226-63FE-C27A-A3BBB9969414}"/>
                    </a:ext>
                  </a:extLst>
                </p:cNvPr>
                <p:cNvPicPr/>
                <p:nvPr/>
              </p:nvPicPr>
              <p:blipFill>
                <a:blip r:embed="rId345"/>
                <a:stretch>
                  <a:fillRect/>
                </a:stretch>
              </p:blipFill>
              <p:spPr>
                <a:xfrm>
                  <a:off x="4614180" y="5489940"/>
                  <a:ext cx="28764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3" name="Ink 202">
                  <a:extLst>
                    <a:ext uri="{FF2B5EF4-FFF2-40B4-BE49-F238E27FC236}">
                      <a16:creationId xmlns:a16="http://schemas.microsoft.com/office/drawing/2014/main" id="{9397A14A-3E09-6862-9800-2A0581C93442}"/>
                    </a:ext>
                  </a:extLst>
                </p14:cNvPr>
                <p14:cNvContentPartPr/>
                <p14:nvPr/>
              </p14:nvContentPartPr>
              <p14:xfrm>
                <a:off x="4975980" y="5518380"/>
                <a:ext cx="313200" cy="273240"/>
              </p14:xfrm>
            </p:contentPart>
          </mc:Choice>
          <mc:Fallback xmlns="">
            <p:pic>
              <p:nvPicPr>
                <p:cNvPr id="203" name="Ink 202">
                  <a:extLst>
                    <a:ext uri="{FF2B5EF4-FFF2-40B4-BE49-F238E27FC236}">
                      <a16:creationId xmlns:a16="http://schemas.microsoft.com/office/drawing/2014/main" id="{9397A14A-3E09-6862-9800-2A0581C93442}"/>
                    </a:ext>
                  </a:extLst>
                </p:cNvPr>
                <p:cNvPicPr/>
                <p:nvPr/>
              </p:nvPicPr>
              <p:blipFill>
                <a:blip r:embed="rId347"/>
                <a:stretch>
                  <a:fillRect/>
                </a:stretch>
              </p:blipFill>
              <p:spPr>
                <a:xfrm>
                  <a:off x="4967340" y="5509740"/>
                  <a:ext cx="3308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4" name="Ink 203">
                  <a:extLst>
                    <a:ext uri="{FF2B5EF4-FFF2-40B4-BE49-F238E27FC236}">
                      <a16:creationId xmlns:a16="http://schemas.microsoft.com/office/drawing/2014/main" id="{47788151-CA81-A3AA-5169-EB390CA32F25}"/>
                    </a:ext>
                  </a:extLst>
                </p14:cNvPr>
                <p14:cNvContentPartPr/>
                <p14:nvPr/>
              </p14:nvContentPartPr>
              <p14:xfrm>
                <a:off x="5378460" y="5516580"/>
                <a:ext cx="190080" cy="295560"/>
              </p14:xfrm>
            </p:contentPart>
          </mc:Choice>
          <mc:Fallback xmlns="">
            <p:pic>
              <p:nvPicPr>
                <p:cNvPr id="204" name="Ink 203">
                  <a:extLst>
                    <a:ext uri="{FF2B5EF4-FFF2-40B4-BE49-F238E27FC236}">
                      <a16:creationId xmlns:a16="http://schemas.microsoft.com/office/drawing/2014/main" id="{47788151-CA81-A3AA-5169-EB390CA32F25}"/>
                    </a:ext>
                  </a:extLst>
                </p:cNvPr>
                <p:cNvPicPr/>
                <p:nvPr/>
              </p:nvPicPr>
              <p:blipFill>
                <a:blip r:embed="rId349"/>
                <a:stretch>
                  <a:fillRect/>
                </a:stretch>
              </p:blipFill>
              <p:spPr>
                <a:xfrm>
                  <a:off x="5369460" y="5507940"/>
                  <a:ext cx="20772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05" name="Ink 204">
                  <a:extLst>
                    <a:ext uri="{FF2B5EF4-FFF2-40B4-BE49-F238E27FC236}">
                      <a16:creationId xmlns:a16="http://schemas.microsoft.com/office/drawing/2014/main" id="{A08C38FE-EA79-EED0-F648-C7D3EBD729BD}"/>
                    </a:ext>
                  </a:extLst>
                </p14:cNvPr>
                <p14:cNvContentPartPr/>
                <p14:nvPr/>
              </p14:nvContentPartPr>
              <p14:xfrm>
                <a:off x="4903980" y="5934900"/>
                <a:ext cx="259560" cy="323640"/>
              </p14:xfrm>
            </p:contentPart>
          </mc:Choice>
          <mc:Fallback xmlns="">
            <p:pic>
              <p:nvPicPr>
                <p:cNvPr id="205" name="Ink 204">
                  <a:extLst>
                    <a:ext uri="{FF2B5EF4-FFF2-40B4-BE49-F238E27FC236}">
                      <a16:creationId xmlns:a16="http://schemas.microsoft.com/office/drawing/2014/main" id="{A08C38FE-EA79-EED0-F648-C7D3EBD729BD}"/>
                    </a:ext>
                  </a:extLst>
                </p:cNvPr>
                <p:cNvPicPr/>
                <p:nvPr/>
              </p:nvPicPr>
              <p:blipFill>
                <a:blip r:embed="rId351"/>
                <a:stretch>
                  <a:fillRect/>
                </a:stretch>
              </p:blipFill>
              <p:spPr>
                <a:xfrm>
                  <a:off x="4895340" y="5926260"/>
                  <a:ext cx="2772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6" name="Ink 205">
                  <a:extLst>
                    <a:ext uri="{FF2B5EF4-FFF2-40B4-BE49-F238E27FC236}">
                      <a16:creationId xmlns:a16="http://schemas.microsoft.com/office/drawing/2014/main" id="{95604E6E-2704-E5CB-18CA-84A55FF6ABDD}"/>
                    </a:ext>
                  </a:extLst>
                </p14:cNvPr>
                <p14:cNvContentPartPr/>
                <p14:nvPr/>
              </p14:nvContentPartPr>
              <p14:xfrm>
                <a:off x="5236620" y="5912220"/>
                <a:ext cx="681840" cy="340200"/>
              </p14:xfrm>
            </p:contentPart>
          </mc:Choice>
          <mc:Fallback xmlns="">
            <p:pic>
              <p:nvPicPr>
                <p:cNvPr id="206" name="Ink 205">
                  <a:extLst>
                    <a:ext uri="{FF2B5EF4-FFF2-40B4-BE49-F238E27FC236}">
                      <a16:creationId xmlns:a16="http://schemas.microsoft.com/office/drawing/2014/main" id="{95604E6E-2704-E5CB-18CA-84A55FF6ABDD}"/>
                    </a:ext>
                  </a:extLst>
                </p:cNvPr>
                <p:cNvPicPr/>
                <p:nvPr/>
              </p:nvPicPr>
              <p:blipFill>
                <a:blip r:embed="rId353"/>
                <a:stretch>
                  <a:fillRect/>
                </a:stretch>
              </p:blipFill>
              <p:spPr>
                <a:xfrm>
                  <a:off x="5227980" y="5903220"/>
                  <a:ext cx="6994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07" name="Ink 206">
                  <a:extLst>
                    <a:ext uri="{FF2B5EF4-FFF2-40B4-BE49-F238E27FC236}">
                      <a16:creationId xmlns:a16="http://schemas.microsoft.com/office/drawing/2014/main" id="{1FFDC277-FFA2-8026-732F-4FF52EA48D8E}"/>
                    </a:ext>
                  </a:extLst>
                </p14:cNvPr>
                <p14:cNvContentPartPr/>
                <p14:nvPr/>
              </p14:nvContentPartPr>
              <p14:xfrm>
                <a:off x="6095580" y="5984220"/>
                <a:ext cx="153000" cy="241200"/>
              </p14:xfrm>
            </p:contentPart>
          </mc:Choice>
          <mc:Fallback xmlns="">
            <p:pic>
              <p:nvPicPr>
                <p:cNvPr id="207" name="Ink 206">
                  <a:extLst>
                    <a:ext uri="{FF2B5EF4-FFF2-40B4-BE49-F238E27FC236}">
                      <a16:creationId xmlns:a16="http://schemas.microsoft.com/office/drawing/2014/main" id="{1FFDC277-FFA2-8026-732F-4FF52EA48D8E}"/>
                    </a:ext>
                  </a:extLst>
                </p:cNvPr>
                <p:cNvPicPr/>
                <p:nvPr/>
              </p:nvPicPr>
              <p:blipFill>
                <a:blip r:embed="rId355"/>
                <a:stretch>
                  <a:fillRect/>
                </a:stretch>
              </p:blipFill>
              <p:spPr>
                <a:xfrm>
                  <a:off x="6086940" y="5975580"/>
                  <a:ext cx="1706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08" name="Ink 207">
                  <a:extLst>
                    <a:ext uri="{FF2B5EF4-FFF2-40B4-BE49-F238E27FC236}">
                      <a16:creationId xmlns:a16="http://schemas.microsoft.com/office/drawing/2014/main" id="{C64B5E6E-B13C-C187-FFC6-7AC18CD953CA}"/>
                    </a:ext>
                  </a:extLst>
                </p14:cNvPr>
                <p14:cNvContentPartPr/>
                <p14:nvPr/>
              </p14:nvContentPartPr>
              <p14:xfrm>
                <a:off x="6331020" y="5929140"/>
                <a:ext cx="288720" cy="318240"/>
              </p14:xfrm>
            </p:contentPart>
          </mc:Choice>
          <mc:Fallback xmlns="">
            <p:pic>
              <p:nvPicPr>
                <p:cNvPr id="208" name="Ink 207">
                  <a:extLst>
                    <a:ext uri="{FF2B5EF4-FFF2-40B4-BE49-F238E27FC236}">
                      <a16:creationId xmlns:a16="http://schemas.microsoft.com/office/drawing/2014/main" id="{C64B5E6E-B13C-C187-FFC6-7AC18CD953CA}"/>
                    </a:ext>
                  </a:extLst>
                </p:cNvPr>
                <p:cNvPicPr/>
                <p:nvPr/>
              </p:nvPicPr>
              <p:blipFill>
                <a:blip r:embed="rId357"/>
                <a:stretch>
                  <a:fillRect/>
                </a:stretch>
              </p:blipFill>
              <p:spPr>
                <a:xfrm>
                  <a:off x="6322020" y="5920500"/>
                  <a:ext cx="30636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09" name="Ink 208">
                  <a:extLst>
                    <a:ext uri="{FF2B5EF4-FFF2-40B4-BE49-F238E27FC236}">
                      <a16:creationId xmlns:a16="http://schemas.microsoft.com/office/drawing/2014/main" id="{277F9A31-6F0B-D1AB-11E6-7010A7E9A0E4}"/>
                    </a:ext>
                  </a:extLst>
                </p14:cNvPr>
                <p14:cNvContentPartPr/>
                <p14:nvPr/>
              </p14:nvContentPartPr>
              <p14:xfrm>
                <a:off x="6559260" y="6041820"/>
                <a:ext cx="159840" cy="192600"/>
              </p14:xfrm>
            </p:contentPart>
          </mc:Choice>
          <mc:Fallback xmlns="">
            <p:pic>
              <p:nvPicPr>
                <p:cNvPr id="209" name="Ink 208">
                  <a:extLst>
                    <a:ext uri="{FF2B5EF4-FFF2-40B4-BE49-F238E27FC236}">
                      <a16:creationId xmlns:a16="http://schemas.microsoft.com/office/drawing/2014/main" id="{277F9A31-6F0B-D1AB-11E6-7010A7E9A0E4}"/>
                    </a:ext>
                  </a:extLst>
                </p:cNvPr>
                <p:cNvPicPr/>
                <p:nvPr/>
              </p:nvPicPr>
              <p:blipFill>
                <a:blip r:embed="rId359"/>
                <a:stretch>
                  <a:fillRect/>
                </a:stretch>
              </p:blipFill>
              <p:spPr>
                <a:xfrm>
                  <a:off x="6550260" y="6032820"/>
                  <a:ext cx="1774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10" name="Ink 209">
                  <a:extLst>
                    <a:ext uri="{FF2B5EF4-FFF2-40B4-BE49-F238E27FC236}">
                      <a16:creationId xmlns:a16="http://schemas.microsoft.com/office/drawing/2014/main" id="{F798128E-BA8A-97ED-3723-DB3668412FB9}"/>
                    </a:ext>
                  </a:extLst>
                </p14:cNvPr>
                <p14:cNvContentPartPr/>
                <p14:nvPr/>
              </p14:nvContentPartPr>
              <p14:xfrm>
                <a:off x="6756540" y="5937060"/>
                <a:ext cx="63360" cy="246240"/>
              </p14:xfrm>
            </p:contentPart>
          </mc:Choice>
          <mc:Fallback xmlns="">
            <p:pic>
              <p:nvPicPr>
                <p:cNvPr id="210" name="Ink 209">
                  <a:extLst>
                    <a:ext uri="{FF2B5EF4-FFF2-40B4-BE49-F238E27FC236}">
                      <a16:creationId xmlns:a16="http://schemas.microsoft.com/office/drawing/2014/main" id="{F798128E-BA8A-97ED-3723-DB3668412FB9}"/>
                    </a:ext>
                  </a:extLst>
                </p:cNvPr>
                <p:cNvPicPr/>
                <p:nvPr/>
              </p:nvPicPr>
              <p:blipFill>
                <a:blip r:embed="rId361"/>
                <a:stretch>
                  <a:fillRect/>
                </a:stretch>
              </p:blipFill>
              <p:spPr>
                <a:xfrm>
                  <a:off x="6747540" y="5928060"/>
                  <a:ext cx="810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1" name="Ink 210">
                  <a:extLst>
                    <a:ext uri="{FF2B5EF4-FFF2-40B4-BE49-F238E27FC236}">
                      <a16:creationId xmlns:a16="http://schemas.microsoft.com/office/drawing/2014/main" id="{1E727438-F6B4-FF72-4BF8-F574B524F8E3}"/>
                    </a:ext>
                  </a:extLst>
                </p14:cNvPr>
                <p14:cNvContentPartPr/>
                <p14:nvPr/>
              </p14:nvContentPartPr>
              <p14:xfrm>
                <a:off x="6756540" y="6052980"/>
                <a:ext cx="183600" cy="145080"/>
              </p14:xfrm>
            </p:contentPart>
          </mc:Choice>
          <mc:Fallback xmlns="">
            <p:pic>
              <p:nvPicPr>
                <p:cNvPr id="211" name="Ink 210">
                  <a:extLst>
                    <a:ext uri="{FF2B5EF4-FFF2-40B4-BE49-F238E27FC236}">
                      <a16:creationId xmlns:a16="http://schemas.microsoft.com/office/drawing/2014/main" id="{1E727438-F6B4-FF72-4BF8-F574B524F8E3}"/>
                    </a:ext>
                  </a:extLst>
                </p:cNvPr>
                <p:cNvPicPr/>
                <p:nvPr/>
              </p:nvPicPr>
              <p:blipFill>
                <a:blip r:embed="rId363"/>
                <a:stretch>
                  <a:fillRect/>
                </a:stretch>
              </p:blipFill>
              <p:spPr>
                <a:xfrm>
                  <a:off x="6747540" y="6044340"/>
                  <a:ext cx="2012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2" name="Ink 211">
                  <a:extLst>
                    <a:ext uri="{FF2B5EF4-FFF2-40B4-BE49-F238E27FC236}">
                      <a16:creationId xmlns:a16="http://schemas.microsoft.com/office/drawing/2014/main" id="{01C9A1CB-3D5E-09C3-10A9-F2BF6DC3C1AF}"/>
                    </a:ext>
                  </a:extLst>
                </p14:cNvPr>
                <p14:cNvContentPartPr/>
                <p14:nvPr/>
              </p14:nvContentPartPr>
              <p14:xfrm>
                <a:off x="6970740" y="6000060"/>
                <a:ext cx="7920" cy="26280"/>
              </p14:xfrm>
            </p:contentPart>
          </mc:Choice>
          <mc:Fallback xmlns="">
            <p:pic>
              <p:nvPicPr>
                <p:cNvPr id="212" name="Ink 211">
                  <a:extLst>
                    <a:ext uri="{FF2B5EF4-FFF2-40B4-BE49-F238E27FC236}">
                      <a16:creationId xmlns:a16="http://schemas.microsoft.com/office/drawing/2014/main" id="{01C9A1CB-3D5E-09C3-10A9-F2BF6DC3C1AF}"/>
                    </a:ext>
                  </a:extLst>
                </p:cNvPr>
                <p:cNvPicPr/>
                <p:nvPr/>
              </p:nvPicPr>
              <p:blipFill>
                <a:blip r:embed="rId365"/>
                <a:stretch>
                  <a:fillRect/>
                </a:stretch>
              </p:blipFill>
              <p:spPr>
                <a:xfrm>
                  <a:off x="6962100" y="5991420"/>
                  <a:ext cx="255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3" name="Ink 212">
                  <a:extLst>
                    <a:ext uri="{FF2B5EF4-FFF2-40B4-BE49-F238E27FC236}">
                      <a16:creationId xmlns:a16="http://schemas.microsoft.com/office/drawing/2014/main" id="{FED51667-6A65-32F2-7FB1-F756F11B3CEA}"/>
                    </a:ext>
                  </a:extLst>
                </p14:cNvPr>
                <p14:cNvContentPartPr/>
                <p14:nvPr/>
              </p14:nvContentPartPr>
              <p14:xfrm>
                <a:off x="7023300" y="6055860"/>
                <a:ext cx="219600" cy="244440"/>
              </p14:xfrm>
            </p:contentPart>
          </mc:Choice>
          <mc:Fallback xmlns="">
            <p:pic>
              <p:nvPicPr>
                <p:cNvPr id="213" name="Ink 212">
                  <a:extLst>
                    <a:ext uri="{FF2B5EF4-FFF2-40B4-BE49-F238E27FC236}">
                      <a16:creationId xmlns:a16="http://schemas.microsoft.com/office/drawing/2014/main" id="{FED51667-6A65-32F2-7FB1-F756F11B3CEA}"/>
                    </a:ext>
                  </a:extLst>
                </p:cNvPr>
                <p:cNvPicPr/>
                <p:nvPr/>
              </p:nvPicPr>
              <p:blipFill>
                <a:blip r:embed="rId367"/>
                <a:stretch>
                  <a:fillRect/>
                </a:stretch>
              </p:blipFill>
              <p:spPr>
                <a:xfrm>
                  <a:off x="7014660" y="6047220"/>
                  <a:ext cx="2372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23" name="Ink 222">
                  <a:extLst>
                    <a:ext uri="{FF2B5EF4-FFF2-40B4-BE49-F238E27FC236}">
                      <a16:creationId xmlns:a16="http://schemas.microsoft.com/office/drawing/2014/main" id="{F2E308D5-F708-5DEC-6220-CEB9D618CDF7}"/>
                    </a:ext>
                  </a:extLst>
                </p14:cNvPr>
                <p14:cNvContentPartPr/>
                <p14:nvPr/>
              </p14:nvContentPartPr>
              <p14:xfrm>
                <a:off x="689460" y="5774340"/>
                <a:ext cx="135360" cy="188640"/>
              </p14:xfrm>
            </p:contentPart>
          </mc:Choice>
          <mc:Fallback xmlns="">
            <p:pic>
              <p:nvPicPr>
                <p:cNvPr id="223" name="Ink 222">
                  <a:extLst>
                    <a:ext uri="{FF2B5EF4-FFF2-40B4-BE49-F238E27FC236}">
                      <a16:creationId xmlns:a16="http://schemas.microsoft.com/office/drawing/2014/main" id="{F2E308D5-F708-5DEC-6220-CEB9D618CDF7}"/>
                    </a:ext>
                  </a:extLst>
                </p:cNvPr>
                <p:cNvPicPr/>
                <p:nvPr/>
              </p:nvPicPr>
              <p:blipFill>
                <a:blip r:embed="rId369"/>
                <a:stretch>
                  <a:fillRect/>
                </a:stretch>
              </p:blipFill>
              <p:spPr>
                <a:xfrm>
                  <a:off x="680460" y="5765700"/>
                  <a:ext cx="1530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24" name="Ink 223">
                  <a:extLst>
                    <a:ext uri="{FF2B5EF4-FFF2-40B4-BE49-F238E27FC236}">
                      <a16:creationId xmlns:a16="http://schemas.microsoft.com/office/drawing/2014/main" id="{A1830FA5-149E-BB94-987E-5E9071D0F73F}"/>
                    </a:ext>
                  </a:extLst>
                </p14:cNvPr>
                <p14:cNvContentPartPr/>
                <p14:nvPr/>
              </p14:nvContentPartPr>
              <p14:xfrm>
                <a:off x="938580" y="5817900"/>
                <a:ext cx="285120" cy="151560"/>
              </p14:xfrm>
            </p:contentPart>
          </mc:Choice>
          <mc:Fallback xmlns="">
            <p:pic>
              <p:nvPicPr>
                <p:cNvPr id="224" name="Ink 223">
                  <a:extLst>
                    <a:ext uri="{FF2B5EF4-FFF2-40B4-BE49-F238E27FC236}">
                      <a16:creationId xmlns:a16="http://schemas.microsoft.com/office/drawing/2014/main" id="{A1830FA5-149E-BB94-987E-5E9071D0F73F}"/>
                    </a:ext>
                  </a:extLst>
                </p:cNvPr>
                <p:cNvPicPr/>
                <p:nvPr/>
              </p:nvPicPr>
              <p:blipFill>
                <a:blip r:embed="rId371"/>
                <a:stretch>
                  <a:fillRect/>
                </a:stretch>
              </p:blipFill>
              <p:spPr>
                <a:xfrm>
                  <a:off x="929940" y="5809260"/>
                  <a:ext cx="3027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25" name="Ink 224">
                  <a:extLst>
                    <a:ext uri="{FF2B5EF4-FFF2-40B4-BE49-F238E27FC236}">
                      <a16:creationId xmlns:a16="http://schemas.microsoft.com/office/drawing/2014/main" id="{520994FB-334D-AF24-7461-8D7896A07CC7}"/>
                    </a:ext>
                  </a:extLst>
                </p14:cNvPr>
                <p14:cNvContentPartPr/>
                <p14:nvPr/>
              </p14:nvContentPartPr>
              <p14:xfrm>
                <a:off x="1306500" y="5836260"/>
                <a:ext cx="89280" cy="121680"/>
              </p14:xfrm>
            </p:contentPart>
          </mc:Choice>
          <mc:Fallback xmlns="">
            <p:pic>
              <p:nvPicPr>
                <p:cNvPr id="225" name="Ink 224">
                  <a:extLst>
                    <a:ext uri="{FF2B5EF4-FFF2-40B4-BE49-F238E27FC236}">
                      <a16:creationId xmlns:a16="http://schemas.microsoft.com/office/drawing/2014/main" id="{520994FB-334D-AF24-7461-8D7896A07CC7}"/>
                    </a:ext>
                  </a:extLst>
                </p:cNvPr>
                <p:cNvPicPr/>
                <p:nvPr/>
              </p:nvPicPr>
              <p:blipFill>
                <a:blip r:embed="rId373"/>
                <a:stretch>
                  <a:fillRect/>
                </a:stretch>
              </p:blipFill>
              <p:spPr>
                <a:xfrm>
                  <a:off x="1297860" y="5827260"/>
                  <a:ext cx="1069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6" name="Ink 225">
                  <a:extLst>
                    <a:ext uri="{FF2B5EF4-FFF2-40B4-BE49-F238E27FC236}">
                      <a16:creationId xmlns:a16="http://schemas.microsoft.com/office/drawing/2014/main" id="{5038CB47-2EF4-7653-57C2-C604BEBF6D82}"/>
                    </a:ext>
                  </a:extLst>
                </p14:cNvPr>
                <p14:cNvContentPartPr/>
                <p14:nvPr/>
              </p14:nvContentPartPr>
              <p14:xfrm>
                <a:off x="1491900" y="5788020"/>
                <a:ext cx="208080" cy="159840"/>
              </p14:xfrm>
            </p:contentPart>
          </mc:Choice>
          <mc:Fallback xmlns="">
            <p:pic>
              <p:nvPicPr>
                <p:cNvPr id="226" name="Ink 225">
                  <a:extLst>
                    <a:ext uri="{FF2B5EF4-FFF2-40B4-BE49-F238E27FC236}">
                      <a16:creationId xmlns:a16="http://schemas.microsoft.com/office/drawing/2014/main" id="{5038CB47-2EF4-7653-57C2-C604BEBF6D82}"/>
                    </a:ext>
                  </a:extLst>
                </p:cNvPr>
                <p:cNvPicPr/>
                <p:nvPr/>
              </p:nvPicPr>
              <p:blipFill>
                <a:blip r:embed="rId375"/>
                <a:stretch>
                  <a:fillRect/>
                </a:stretch>
              </p:blipFill>
              <p:spPr>
                <a:xfrm>
                  <a:off x="1483260" y="5779020"/>
                  <a:ext cx="22572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7" name="Ink 226">
                  <a:extLst>
                    <a:ext uri="{FF2B5EF4-FFF2-40B4-BE49-F238E27FC236}">
                      <a16:creationId xmlns:a16="http://schemas.microsoft.com/office/drawing/2014/main" id="{46064334-4205-F076-136C-2A6EAB494CC8}"/>
                    </a:ext>
                  </a:extLst>
                </p14:cNvPr>
                <p14:cNvContentPartPr/>
                <p14:nvPr/>
              </p14:nvContentPartPr>
              <p14:xfrm>
                <a:off x="719700" y="6093300"/>
                <a:ext cx="153360" cy="251640"/>
              </p14:xfrm>
            </p:contentPart>
          </mc:Choice>
          <mc:Fallback xmlns="">
            <p:pic>
              <p:nvPicPr>
                <p:cNvPr id="227" name="Ink 226">
                  <a:extLst>
                    <a:ext uri="{FF2B5EF4-FFF2-40B4-BE49-F238E27FC236}">
                      <a16:creationId xmlns:a16="http://schemas.microsoft.com/office/drawing/2014/main" id="{46064334-4205-F076-136C-2A6EAB494CC8}"/>
                    </a:ext>
                  </a:extLst>
                </p:cNvPr>
                <p:cNvPicPr/>
                <p:nvPr/>
              </p:nvPicPr>
              <p:blipFill>
                <a:blip r:embed="rId377"/>
                <a:stretch>
                  <a:fillRect/>
                </a:stretch>
              </p:blipFill>
              <p:spPr>
                <a:xfrm>
                  <a:off x="710700" y="6084300"/>
                  <a:ext cx="17100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8" name="Ink 227">
                  <a:extLst>
                    <a:ext uri="{FF2B5EF4-FFF2-40B4-BE49-F238E27FC236}">
                      <a16:creationId xmlns:a16="http://schemas.microsoft.com/office/drawing/2014/main" id="{F7C54B52-627F-3C06-8826-2D6B26365846}"/>
                    </a:ext>
                  </a:extLst>
                </p14:cNvPr>
                <p14:cNvContentPartPr/>
                <p14:nvPr/>
              </p14:nvContentPartPr>
              <p14:xfrm>
                <a:off x="964140" y="6140820"/>
                <a:ext cx="286200" cy="158760"/>
              </p14:xfrm>
            </p:contentPart>
          </mc:Choice>
          <mc:Fallback xmlns="">
            <p:pic>
              <p:nvPicPr>
                <p:cNvPr id="228" name="Ink 227">
                  <a:extLst>
                    <a:ext uri="{FF2B5EF4-FFF2-40B4-BE49-F238E27FC236}">
                      <a16:creationId xmlns:a16="http://schemas.microsoft.com/office/drawing/2014/main" id="{F7C54B52-627F-3C06-8826-2D6B26365846}"/>
                    </a:ext>
                  </a:extLst>
                </p:cNvPr>
                <p:cNvPicPr/>
                <p:nvPr/>
              </p:nvPicPr>
              <p:blipFill>
                <a:blip r:embed="rId379"/>
                <a:stretch>
                  <a:fillRect/>
                </a:stretch>
              </p:blipFill>
              <p:spPr>
                <a:xfrm>
                  <a:off x="955140" y="6131820"/>
                  <a:ext cx="3038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9" name="Ink 228">
                  <a:extLst>
                    <a:ext uri="{FF2B5EF4-FFF2-40B4-BE49-F238E27FC236}">
                      <a16:creationId xmlns:a16="http://schemas.microsoft.com/office/drawing/2014/main" id="{E70B8EAD-6459-5EB2-C66F-A37BCB97280F}"/>
                    </a:ext>
                  </a:extLst>
                </p14:cNvPr>
                <p14:cNvContentPartPr/>
                <p14:nvPr/>
              </p14:nvContentPartPr>
              <p14:xfrm>
                <a:off x="1341420" y="6184380"/>
                <a:ext cx="107280" cy="153720"/>
              </p14:xfrm>
            </p:contentPart>
          </mc:Choice>
          <mc:Fallback xmlns="">
            <p:pic>
              <p:nvPicPr>
                <p:cNvPr id="229" name="Ink 228">
                  <a:extLst>
                    <a:ext uri="{FF2B5EF4-FFF2-40B4-BE49-F238E27FC236}">
                      <a16:creationId xmlns:a16="http://schemas.microsoft.com/office/drawing/2014/main" id="{E70B8EAD-6459-5EB2-C66F-A37BCB97280F}"/>
                    </a:ext>
                  </a:extLst>
                </p:cNvPr>
                <p:cNvPicPr/>
                <p:nvPr/>
              </p:nvPicPr>
              <p:blipFill>
                <a:blip r:embed="rId381"/>
                <a:stretch>
                  <a:fillRect/>
                </a:stretch>
              </p:blipFill>
              <p:spPr>
                <a:xfrm>
                  <a:off x="1332420" y="6175740"/>
                  <a:ext cx="12492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30" name="Ink 229">
                  <a:extLst>
                    <a:ext uri="{FF2B5EF4-FFF2-40B4-BE49-F238E27FC236}">
                      <a16:creationId xmlns:a16="http://schemas.microsoft.com/office/drawing/2014/main" id="{58AA5043-5BAE-22BB-DF9C-0D97CC02E9BA}"/>
                    </a:ext>
                  </a:extLst>
                </p14:cNvPr>
                <p14:cNvContentPartPr/>
                <p14:nvPr/>
              </p14:nvContentPartPr>
              <p14:xfrm>
                <a:off x="1586940" y="6132540"/>
                <a:ext cx="137160" cy="196560"/>
              </p14:xfrm>
            </p:contentPart>
          </mc:Choice>
          <mc:Fallback xmlns="">
            <p:pic>
              <p:nvPicPr>
                <p:cNvPr id="230" name="Ink 229">
                  <a:extLst>
                    <a:ext uri="{FF2B5EF4-FFF2-40B4-BE49-F238E27FC236}">
                      <a16:creationId xmlns:a16="http://schemas.microsoft.com/office/drawing/2014/main" id="{58AA5043-5BAE-22BB-DF9C-0D97CC02E9BA}"/>
                    </a:ext>
                  </a:extLst>
                </p:cNvPr>
                <p:cNvPicPr/>
                <p:nvPr/>
              </p:nvPicPr>
              <p:blipFill>
                <a:blip r:embed="rId383"/>
                <a:stretch>
                  <a:fillRect/>
                </a:stretch>
              </p:blipFill>
              <p:spPr>
                <a:xfrm>
                  <a:off x="1578300" y="6123900"/>
                  <a:ext cx="1548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15" name="Ink 214">
                  <a:extLst>
                    <a:ext uri="{FF2B5EF4-FFF2-40B4-BE49-F238E27FC236}">
                      <a16:creationId xmlns:a16="http://schemas.microsoft.com/office/drawing/2014/main" id="{5D93737D-C27B-284B-89FB-C14ADFEFCD35}"/>
                    </a:ext>
                  </a:extLst>
                </p14:cNvPr>
                <p14:cNvContentPartPr/>
                <p14:nvPr/>
              </p14:nvContentPartPr>
              <p14:xfrm>
                <a:off x="227940" y="5404260"/>
                <a:ext cx="172440" cy="177480"/>
              </p14:xfrm>
            </p:contentPart>
          </mc:Choice>
          <mc:Fallback xmlns="">
            <p:pic>
              <p:nvPicPr>
                <p:cNvPr id="215" name="Ink 214">
                  <a:extLst>
                    <a:ext uri="{FF2B5EF4-FFF2-40B4-BE49-F238E27FC236}">
                      <a16:creationId xmlns:a16="http://schemas.microsoft.com/office/drawing/2014/main" id="{5D93737D-C27B-284B-89FB-C14ADFEFCD35}"/>
                    </a:ext>
                  </a:extLst>
                </p:cNvPr>
                <p:cNvPicPr/>
                <p:nvPr/>
              </p:nvPicPr>
              <p:blipFill>
                <a:blip r:embed="rId385"/>
                <a:stretch>
                  <a:fillRect/>
                </a:stretch>
              </p:blipFill>
              <p:spPr>
                <a:xfrm>
                  <a:off x="219300" y="5395260"/>
                  <a:ext cx="1900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16" name="Ink 215">
                  <a:extLst>
                    <a:ext uri="{FF2B5EF4-FFF2-40B4-BE49-F238E27FC236}">
                      <a16:creationId xmlns:a16="http://schemas.microsoft.com/office/drawing/2014/main" id="{D7B465B4-748E-F2BF-ACD0-513B5AF15688}"/>
                    </a:ext>
                  </a:extLst>
                </p14:cNvPr>
                <p14:cNvContentPartPr/>
                <p14:nvPr/>
              </p14:nvContentPartPr>
              <p14:xfrm>
                <a:off x="427380" y="5371500"/>
                <a:ext cx="116640" cy="253080"/>
              </p14:xfrm>
            </p:contentPart>
          </mc:Choice>
          <mc:Fallback xmlns="">
            <p:pic>
              <p:nvPicPr>
                <p:cNvPr id="216" name="Ink 215">
                  <a:extLst>
                    <a:ext uri="{FF2B5EF4-FFF2-40B4-BE49-F238E27FC236}">
                      <a16:creationId xmlns:a16="http://schemas.microsoft.com/office/drawing/2014/main" id="{D7B465B4-748E-F2BF-ACD0-513B5AF15688}"/>
                    </a:ext>
                  </a:extLst>
                </p:cNvPr>
                <p:cNvPicPr/>
                <p:nvPr/>
              </p:nvPicPr>
              <p:blipFill>
                <a:blip r:embed="rId387"/>
                <a:stretch>
                  <a:fillRect/>
                </a:stretch>
              </p:blipFill>
              <p:spPr>
                <a:xfrm>
                  <a:off x="418740" y="5362500"/>
                  <a:ext cx="1342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18" name="Ink 217">
                  <a:extLst>
                    <a:ext uri="{FF2B5EF4-FFF2-40B4-BE49-F238E27FC236}">
                      <a16:creationId xmlns:a16="http://schemas.microsoft.com/office/drawing/2014/main" id="{FDA60C7E-181A-E4C9-69EA-625A499D0333}"/>
                    </a:ext>
                  </a:extLst>
                </p14:cNvPr>
                <p14:cNvContentPartPr/>
                <p14:nvPr/>
              </p14:nvContentPartPr>
              <p14:xfrm>
                <a:off x="730500" y="5329020"/>
                <a:ext cx="172800" cy="216360"/>
              </p14:xfrm>
            </p:contentPart>
          </mc:Choice>
          <mc:Fallback xmlns="">
            <p:pic>
              <p:nvPicPr>
                <p:cNvPr id="218" name="Ink 217">
                  <a:extLst>
                    <a:ext uri="{FF2B5EF4-FFF2-40B4-BE49-F238E27FC236}">
                      <a16:creationId xmlns:a16="http://schemas.microsoft.com/office/drawing/2014/main" id="{FDA60C7E-181A-E4C9-69EA-625A499D0333}"/>
                    </a:ext>
                  </a:extLst>
                </p:cNvPr>
                <p:cNvPicPr/>
                <p:nvPr/>
              </p:nvPicPr>
              <p:blipFill>
                <a:blip r:embed="rId389"/>
                <a:stretch>
                  <a:fillRect/>
                </a:stretch>
              </p:blipFill>
              <p:spPr>
                <a:xfrm>
                  <a:off x="721860" y="5320020"/>
                  <a:ext cx="190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19" name="Ink 218">
                  <a:extLst>
                    <a:ext uri="{FF2B5EF4-FFF2-40B4-BE49-F238E27FC236}">
                      <a16:creationId xmlns:a16="http://schemas.microsoft.com/office/drawing/2014/main" id="{25381CE6-E9D7-7858-556B-1F097E9E3B13}"/>
                    </a:ext>
                  </a:extLst>
                </p14:cNvPr>
                <p14:cNvContentPartPr/>
                <p14:nvPr/>
              </p14:nvContentPartPr>
              <p14:xfrm>
                <a:off x="972060" y="5416140"/>
                <a:ext cx="137520" cy="138600"/>
              </p14:xfrm>
            </p:contentPart>
          </mc:Choice>
          <mc:Fallback xmlns="">
            <p:pic>
              <p:nvPicPr>
                <p:cNvPr id="219" name="Ink 218">
                  <a:extLst>
                    <a:ext uri="{FF2B5EF4-FFF2-40B4-BE49-F238E27FC236}">
                      <a16:creationId xmlns:a16="http://schemas.microsoft.com/office/drawing/2014/main" id="{25381CE6-E9D7-7858-556B-1F097E9E3B13}"/>
                    </a:ext>
                  </a:extLst>
                </p:cNvPr>
                <p:cNvPicPr/>
                <p:nvPr/>
              </p:nvPicPr>
              <p:blipFill>
                <a:blip r:embed="rId391"/>
                <a:stretch>
                  <a:fillRect/>
                </a:stretch>
              </p:blipFill>
              <p:spPr>
                <a:xfrm>
                  <a:off x="963060" y="5407140"/>
                  <a:ext cx="1551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20" name="Ink 219">
                  <a:extLst>
                    <a:ext uri="{FF2B5EF4-FFF2-40B4-BE49-F238E27FC236}">
                      <a16:creationId xmlns:a16="http://schemas.microsoft.com/office/drawing/2014/main" id="{703E687B-2D22-2E16-1407-8F6BB1BB397F}"/>
                    </a:ext>
                  </a:extLst>
                </p14:cNvPr>
                <p14:cNvContentPartPr/>
                <p14:nvPr/>
              </p14:nvContentPartPr>
              <p14:xfrm>
                <a:off x="1175100" y="5409660"/>
                <a:ext cx="142200" cy="147960"/>
              </p14:xfrm>
            </p:contentPart>
          </mc:Choice>
          <mc:Fallback xmlns="">
            <p:pic>
              <p:nvPicPr>
                <p:cNvPr id="220" name="Ink 219">
                  <a:extLst>
                    <a:ext uri="{FF2B5EF4-FFF2-40B4-BE49-F238E27FC236}">
                      <a16:creationId xmlns:a16="http://schemas.microsoft.com/office/drawing/2014/main" id="{703E687B-2D22-2E16-1407-8F6BB1BB397F}"/>
                    </a:ext>
                  </a:extLst>
                </p:cNvPr>
                <p:cNvPicPr/>
                <p:nvPr/>
              </p:nvPicPr>
              <p:blipFill>
                <a:blip r:embed="rId393"/>
                <a:stretch>
                  <a:fillRect/>
                </a:stretch>
              </p:blipFill>
              <p:spPr>
                <a:xfrm>
                  <a:off x="1166100" y="5400660"/>
                  <a:ext cx="1598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21" name="Ink 220">
                  <a:extLst>
                    <a:ext uri="{FF2B5EF4-FFF2-40B4-BE49-F238E27FC236}">
                      <a16:creationId xmlns:a16="http://schemas.microsoft.com/office/drawing/2014/main" id="{3EF78FCD-F474-4CDE-0575-4F4A2B00C280}"/>
                    </a:ext>
                  </a:extLst>
                </p14:cNvPr>
                <p14:cNvContentPartPr/>
                <p14:nvPr/>
              </p14:nvContentPartPr>
              <p14:xfrm>
                <a:off x="1480020" y="5411820"/>
                <a:ext cx="55800" cy="176400"/>
              </p14:xfrm>
            </p:contentPart>
          </mc:Choice>
          <mc:Fallback xmlns="">
            <p:pic>
              <p:nvPicPr>
                <p:cNvPr id="221" name="Ink 220">
                  <a:extLst>
                    <a:ext uri="{FF2B5EF4-FFF2-40B4-BE49-F238E27FC236}">
                      <a16:creationId xmlns:a16="http://schemas.microsoft.com/office/drawing/2014/main" id="{3EF78FCD-F474-4CDE-0575-4F4A2B00C280}"/>
                    </a:ext>
                  </a:extLst>
                </p:cNvPr>
                <p:cNvPicPr/>
                <p:nvPr/>
              </p:nvPicPr>
              <p:blipFill>
                <a:blip r:embed="rId395"/>
                <a:stretch>
                  <a:fillRect/>
                </a:stretch>
              </p:blipFill>
              <p:spPr>
                <a:xfrm>
                  <a:off x="1471380" y="5402820"/>
                  <a:ext cx="734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31" name="Ink 230">
                  <a:extLst>
                    <a:ext uri="{FF2B5EF4-FFF2-40B4-BE49-F238E27FC236}">
                      <a16:creationId xmlns:a16="http://schemas.microsoft.com/office/drawing/2014/main" id="{E233D2AA-B956-94B3-9D0C-DB2E69A56588}"/>
                    </a:ext>
                  </a:extLst>
                </p14:cNvPr>
                <p14:cNvContentPartPr/>
                <p14:nvPr/>
              </p14:nvContentPartPr>
              <p14:xfrm>
                <a:off x="1309740" y="5421900"/>
                <a:ext cx="109440" cy="138600"/>
              </p14:xfrm>
            </p:contentPart>
          </mc:Choice>
          <mc:Fallback xmlns="">
            <p:pic>
              <p:nvPicPr>
                <p:cNvPr id="231" name="Ink 230">
                  <a:extLst>
                    <a:ext uri="{FF2B5EF4-FFF2-40B4-BE49-F238E27FC236}">
                      <a16:creationId xmlns:a16="http://schemas.microsoft.com/office/drawing/2014/main" id="{E233D2AA-B956-94B3-9D0C-DB2E69A56588}"/>
                    </a:ext>
                  </a:extLst>
                </p:cNvPr>
                <p:cNvPicPr/>
                <p:nvPr/>
              </p:nvPicPr>
              <p:blipFill>
                <a:blip r:embed="rId397"/>
                <a:stretch>
                  <a:fillRect/>
                </a:stretch>
              </p:blipFill>
              <p:spPr>
                <a:xfrm>
                  <a:off x="1300740" y="5413260"/>
                  <a:ext cx="1270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62" name="Ink 261">
                  <a:extLst>
                    <a:ext uri="{FF2B5EF4-FFF2-40B4-BE49-F238E27FC236}">
                      <a16:creationId xmlns:a16="http://schemas.microsoft.com/office/drawing/2014/main" id="{C39CA9AF-D00D-7D35-0B0E-84D6787860BA}"/>
                    </a:ext>
                  </a:extLst>
                </p14:cNvPr>
                <p14:cNvContentPartPr/>
                <p14:nvPr/>
              </p14:nvContentPartPr>
              <p14:xfrm>
                <a:off x="1786740" y="3894420"/>
                <a:ext cx="145080" cy="133200"/>
              </p14:xfrm>
            </p:contentPart>
          </mc:Choice>
          <mc:Fallback xmlns="">
            <p:pic>
              <p:nvPicPr>
                <p:cNvPr id="262" name="Ink 261">
                  <a:extLst>
                    <a:ext uri="{FF2B5EF4-FFF2-40B4-BE49-F238E27FC236}">
                      <a16:creationId xmlns:a16="http://schemas.microsoft.com/office/drawing/2014/main" id="{C39CA9AF-D00D-7D35-0B0E-84D6787860BA}"/>
                    </a:ext>
                  </a:extLst>
                </p:cNvPr>
                <p:cNvPicPr/>
                <p:nvPr/>
              </p:nvPicPr>
              <p:blipFill>
                <a:blip r:embed="rId399"/>
                <a:stretch>
                  <a:fillRect/>
                </a:stretch>
              </p:blipFill>
              <p:spPr>
                <a:xfrm>
                  <a:off x="1777740" y="3885780"/>
                  <a:ext cx="1627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63" name="Ink 262">
                  <a:extLst>
                    <a:ext uri="{FF2B5EF4-FFF2-40B4-BE49-F238E27FC236}">
                      <a16:creationId xmlns:a16="http://schemas.microsoft.com/office/drawing/2014/main" id="{3D1D5A44-7F5A-0922-3D57-8C63F6614E92}"/>
                    </a:ext>
                  </a:extLst>
                </p14:cNvPr>
                <p14:cNvContentPartPr/>
                <p14:nvPr/>
              </p14:nvContentPartPr>
              <p14:xfrm>
                <a:off x="1919580" y="3884340"/>
                <a:ext cx="187200" cy="166680"/>
              </p14:xfrm>
            </p:contentPart>
          </mc:Choice>
          <mc:Fallback xmlns="">
            <p:pic>
              <p:nvPicPr>
                <p:cNvPr id="263" name="Ink 262">
                  <a:extLst>
                    <a:ext uri="{FF2B5EF4-FFF2-40B4-BE49-F238E27FC236}">
                      <a16:creationId xmlns:a16="http://schemas.microsoft.com/office/drawing/2014/main" id="{3D1D5A44-7F5A-0922-3D57-8C63F6614E92}"/>
                    </a:ext>
                  </a:extLst>
                </p:cNvPr>
                <p:cNvPicPr/>
                <p:nvPr/>
              </p:nvPicPr>
              <p:blipFill>
                <a:blip r:embed="rId401"/>
                <a:stretch>
                  <a:fillRect/>
                </a:stretch>
              </p:blipFill>
              <p:spPr>
                <a:xfrm>
                  <a:off x="1910580" y="3875700"/>
                  <a:ext cx="2048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64" name="Ink 263">
                  <a:extLst>
                    <a:ext uri="{FF2B5EF4-FFF2-40B4-BE49-F238E27FC236}">
                      <a16:creationId xmlns:a16="http://schemas.microsoft.com/office/drawing/2014/main" id="{15990AA6-8283-BBE0-BC41-D6F1D2E59E4E}"/>
                    </a:ext>
                  </a:extLst>
                </p14:cNvPr>
                <p14:cNvContentPartPr/>
                <p14:nvPr/>
              </p14:nvContentPartPr>
              <p14:xfrm>
                <a:off x="1626180" y="3751140"/>
                <a:ext cx="644400" cy="447840"/>
              </p14:xfrm>
            </p:contentPart>
          </mc:Choice>
          <mc:Fallback xmlns="">
            <p:pic>
              <p:nvPicPr>
                <p:cNvPr id="264" name="Ink 263">
                  <a:extLst>
                    <a:ext uri="{FF2B5EF4-FFF2-40B4-BE49-F238E27FC236}">
                      <a16:creationId xmlns:a16="http://schemas.microsoft.com/office/drawing/2014/main" id="{15990AA6-8283-BBE0-BC41-D6F1D2E59E4E}"/>
                    </a:ext>
                  </a:extLst>
                </p:cNvPr>
                <p:cNvPicPr/>
                <p:nvPr/>
              </p:nvPicPr>
              <p:blipFill>
                <a:blip r:embed="rId403"/>
                <a:stretch>
                  <a:fillRect/>
                </a:stretch>
              </p:blipFill>
              <p:spPr>
                <a:xfrm>
                  <a:off x="1617540" y="3742140"/>
                  <a:ext cx="662040" cy="46548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66" name="Ink 265">
                  <a:extLst>
                    <a:ext uri="{FF2B5EF4-FFF2-40B4-BE49-F238E27FC236}">
                      <a16:creationId xmlns:a16="http://schemas.microsoft.com/office/drawing/2014/main" id="{7F27A868-6ABF-2009-C77E-C6E1B73CC523}"/>
                    </a:ext>
                  </a:extLst>
                </p14:cNvPr>
                <p14:cNvContentPartPr/>
                <p14:nvPr/>
              </p14:nvContentPartPr>
              <p14:xfrm>
                <a:off x="2566860" y="5647980"/>
                <a:ext cx="241560" cy="370800"/>
              </p14:xfrm>
            </p:contentPart>
          </mc:Choice>
          <mc:Fallback xmlns="">
            <p:pic>
              <p:nvPicPr>
                <p:cNvPr id="266" name="Ink 265">
                  <a:extLst>
                    <a:ext uri="{FF2B5EF4-FFF2-40B4-BE49-F238E27FC236}">
                      <a16:creationId xmlns:a16="http://schemas.microsoft.com/office/drawing/2014/main" id="{7F27A868-6ABF-2009-C77E-C6E1B73CC523}"/>
                    </a:ext>
                  </a:extLst>
                </p:cNvPr>
                <p:cNvPicPr/>
                <p:nvPr/>
              </p:nvPicPr>
              <p:blipFill>
                <a:blip r:embed="rId405"/>
                <a:stretch>
                  <a:fillRect/>
                </a:stretch>
              </p:blipFill>
              <p:spPr>
                <a:xfrm>
                  <a:off x="2558220" y="5638980"/>
                  <a:ext cx="25920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67" name="Ink 266">
                  <a:extLst>
                    <a:ext uri="{FF2B5EF4-FFF2-40B4-BE49-F238E27FC236}">
                      <a16:creationId xmlns:a16="http://schemas.microsoft.com/office/drawing/2014/main" id="{C1EAF6C9-1E6A-AC6F-FC9A-26A7718A0A46}"/>
                    </a:ext>
                  </a:extLst>
                </p14:cNvPr>
                <p14:cNvContentPartPr/>
                <p14:nvPr/>
              </p14:nvContentPartPr>
              <p14:xfrm>
                <a:off x="2953500" y="5807820"/>
                <a:ext cx="772560" cy="204840"/>
              </p14:xfrm>
            </p:contentPart>
          </mc:Choice>
          <mc:Fallback xmlns="">
            <p:pic>
              <p:nvPicPr>
                <p:cNvPr id="267" name="Ink 266">
                  <a:extLst>
                    <a:ext uri="{FF2B5EF4-FFF2-40B4-BE49-F238E27FC236}">
                      <a16:creationId xmlns:a16="http://schemas.microsoft.com/office/drawing/2014/main" id="{C1EAF6C9-1E6A-AC6F-FC9A-26A7718A0A46}"/>
                    </a:ext>
                  </a:extLst>
                </p:cNvPr>
                <p:cNvPicPr/>
                <p:nvPr/>
              </p:nvPicPr>
              <p:blipFill>
                <a:blip r:embed="rId407"/>
                <a:stretch>
                  <a:fillRect/>
                </a:stretch>
              </p:blipFill>
              <p:spPr>
                <a:xfrm>
                  <a:off x="2944500" y="5798820"/>
                  <a:ext cx="7902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68" name="Ink 267">
                  <a:extLst>
                    <a:ext uri="{FF2B5EF4-FFF2-40B4-BE49-F238E27FC236}">
                      <a16:creationId xmlns:a16="http://schemas.microsoft.com/office/drawing/2014/main" id="{1A08B314-E5DD-B722-C041-750CEF021854}"/>
                    </a:ext>
                  </a:extLst>
                </p14:cNvPr>
                <p14:cNvContentPartPr/>
                <p14:nvPr/>
              </p14:nvContentPartPr>
              <p14:xfrm>
                <a:off x="2834340" y="6096900"/>
                <a:ext cx="213120" cy="312480"/>
              </p14:xfrm>
            </p:contentPart>
          </mc:Choice>
          <mc:Fallback xmlns="">
            <p:pic>
              <p:nvPicPr>
                <p:cNvPr id="268" name="Ink 267">
                  <a:extLst>
                    <a:ext uri="{FF2B5EF4-FFF2-40B4-BE49-F238E27FC236}">
                      <a16:creationId xmlns:a16="http://schemas.microsoft.com/office/drawing/2014/main" id="{1A08B314-E5DD-B722-C041-750CEF021854}"/>
                    </a:ext>
                  </a:extLst>
                </p:cNvPr>
                <p:cNvPicPr/>
                <p:nvPr/>
              </p:nvPicPr>
              <p:blipFill>
                <a:blip r:embed="rId409"/>
                <a:stretch>
                  <a:fillRect/>
                </a:stretch>
              </p:blipFill>
              <p:spPr>
                <a:xfrm>
                  <a:off x="2825340" y="6087900"/>
                  <a:ext cx="23076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69" name="Ink 268">
                  <a:extLst>
                    <a:ext uri="{FF2B5EF4-FFF2-40B4-BE49-F238E27FC236}">
                      <a16:creationId xmlns:a16="http://schemas.microsoft.com/office/drawing/2014/main" id="{E697C99A-BD4D-25E9-BB8D-320CCB1A10BF}"/>
                    </a:ext>
                  </a:extLst>
                </p14:cNvPr>
                <p14:cNvContentPartPr/>
                <p14:nvPr/>
              </p14:nvContentPartPr>
              <p14:xfrm>
                <a:off x="3120540" y="6207780"/>
                <a:ext cx="499320" cy="231480"/>
              </p14:xfrm>
            </p:contentPart>
          </mc:Choice>
          <mc:Fallback xmlns="">
            <p:pic>
              <p:nvPicPr>
                <p:cNvPr id="269" name="Ink 268">
                  <a:extLst>
                    <a:ext uri="{FF2B5EF4-FFF2-40B4-BE49-F238E27FC236}">
                      <a16:creationId xmlns:a16="http://schemas.microsoft.com/office/drawing/2014/main" id="{E697C99A-BD4D-25E9-BB8D-320CCB1A10BF}"/>
                    </a:ext>
                  </a:extLst>
                </p:cNvPr>
                <p:cNvPicPr/>
                <p:nvPr/>
              </p:nvPicPr>
              <p:blipFill>
                <a:blip r:embed="rId411"/>
                <a:stretch>
                  <a:fillRect/>
                </a:stretch>
              </p:blipFill>
              <p:spPr>
                <a:xfrm>
                  <a:off x="3111540" y="6199140"/>
                  <a:ext cx="5169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70" name="Ink 269">
                  <a:extLst>
                    <a:ext uri="{FF2B5EF4-FFF2-40B4-BE49-F238E27FC236}">
                      <a16:creationId xmlns:a16="http://schemas.microsoft.com/office/drawing/2014/main" id="{DC8DF162-5E23-B2EA-08CB-31DA25377231}"/>
                    </a:ext>
                  </a:extLst>
                </p14:cNvPr>
                <p14:cNvContentPartPr/>
                <p14:nvPr/>
              </p14:nvContentPartPr>
              <p14:xfrm>
                <a:off x="3765300" y="6268620"/>
                <a:ext cx="152280" cy="178920"/>
              </p14:xfrm>
            </p:contentPart>
          </mc:Choice>
          <mc:Fallback xmlns="">
            <p:pic>
              <p:nvPicPr>
                <p:cNvPr id="270" name="Ink 269">
                  <a:extLst>
                    <a:ext uri="{FF2B5EF4-FFF2-40B4-BE49-F238E27FC236}">
                      <a16:creationId xmlns:a16="http://schemas.microsoft.com/office/drawing/2014/main" id="{DC8DF162-5E23-B2EA-08CB-31DA25377231}"/>
                    </a:ext>
                  </a:extLst>
                </p:cNvPr>
                <p:cNvPicPr/>
                <p:nvPr/>
              </p:nvPicPr>
              <p:blipFill>
                <a:blip r:embed="rId413"/>
                <a:stretch>
                  <a:fillRect/>
                </a:stretch>
              </p:blipFill>
              <p:spPr>
                <a:xfrm>
                  <a:off x="3756660" y="6259980"/>
                  <a:ext cx="1699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71" name="Ink 270">
                  <a:extLst>
                    <a:ext uri="{FF2B5EF4-FFF2-40B4-BE49-F238E27FC236}">
                      <a16:creationId xmlns:a16="http://schemas.microsoft.com/office/drawing/2014/main" id="{B12FB685-0877-EF29-A332-8F6B5C24991B}"/>
                    </a:ext>
                  </a:extLst>
                </p14:cNvPr>
                <p14:cNvContentPartPr/>
                <p14:nvPr/>
              </p14:nvContentPartPr>
              <p14:xfrm>
                <a:off x="3967980" y="5924460"/>
                <a:ext cx="261360" cy="571320"/>
              </p14:xfrm>
            </p:contentPart>
          </mc:Choice>
          <mc:Fallback xmlns="">
            <p:pic>
              <p:nvPicPr>
                <p:cNvPr id="271" name="Ink 270">
                  <a:extLst>
                    <a:ext uri="{FF2B5EF4-FFF2-40B4-BE49-F238E27FC236}">
                      <a16:creationId xmlns:a16="http://schemas.microsoft.com/office/drawing/2014/main" id="{B12FB685-0877-EF29-A332-8F6B5C24991B}"/>
                    </a:ext>
                  </a:extLst>
                </p:cNvPr>
                <p:cNvPicPr/>
                <p:nvPr/>
              </p:nvPicPr>
              <p:blipFill>
                <a:blip r:embed="rId415"/>
                <a:stretch>
                  <a:fillRect/>
                </a:stretch>
              </p:blipFill>
              <p:spPr>
                <a:xfrm>
                  <a:off x="3958980" y="5915460"/>
                  <a:ext cx="27900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72" name="Ink 271">
                  <a:extLst>
                    <a:ext uri="{FF2B5EF4-FFF2-40B4-BE49-F238E27FC236}">
                      <a16:creationId xmlns:a16="http://schemas.microsoft.com/office/drawing/2014/main" id="{EC922237-6942-3CC8-C154-7F859DC5CCE1}"/>
                    </a:ext>
                  </a:extLst>
                </p14:cNvPr>
                <p14:cNvContentPartPr/>
                <p14:nvPr/>
              </p14:nvContentPartPr>
              <p14:xfrm>
                <a:off x="2446980" y="5778300"/>
                <a:ext cx="313200" cy="741600"/>
              </p14:xfrm>
            </p:contentPart>
          </mc:Choice>
          <mc:Fallback xmlns="">
            <p:pic>
              <p:nvPicPr>
                <p:cNvPr id="272" name="Ink 271">
                  <a:extLst>
                    <a:ext uri="{FF2B5EF4-FFF2-40B4-BE49-F238E27FC236}">
                      <a16:creationId xmlns:a16="http://schemas.microsoft.com/office/drawing/2014/main" id="{EC922237-6942-3CC8-C154-7F859DC5CCE1}"/>
                    </a:ext>
                  </a:extLst>
                </p:cNvPr>
                <p:cNvPicPr/>
                <p:nvPr/>
              </p:nvPicPr>
              <p:blipFill>
                <a:blip r:embed="rId417"/>
                <a:stretch>
                  <a:fillRect/>
                </a:stretch>
              </p:blipFill>
              <p:spPr>
                <a:xfrm>
                  <a:off x="2437980" y="5769300"/>
                  <a:ext cx="330840" cy="759240"/>
                </a:xfrm>
                <a:prstGeom prst="rect">
                  <a:avLst/>
                </a:prstGeom>
              </p:spPr>
            </p:pic>
          </mc:Fallback>
        </mc:AlternateContent>
      </p:grpSp>
    </p:spTree>
    <p:extLst>
      <p:ext uri="{BB962C8B-B14F-4D97-AF65-F5344CB8AC3E}">
        <p14:creationId xmlns:p14="http://schemas.microsoft.com/office/powerpoint/2010/main" val="3658745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10</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369332"/>
          </a:xfrm>
          <a:prstGeom prst="rect">
            <a:avLst/>
          </a:prstGeom>
          <a:noFill/>
        </p:spPr>
        <p:txBody>
          <a:bodyPr wrap="square" rtlCol="0">
            <a:spAutoFit/>
          </a:bodyPr>
          <a:lstStyle/>
          <a:p>
            <a:r>
              <a:rPr lang="en-US" sz="1800" dirty="0"/>
              <a:t>Assign the booking Supplement ID automatically during creation with </a:t>
            </a:r>
            <a:r>
              <a:rPr lang="en-US" sz="1800"/>
              <a:t>early numbering.</a:t>
            </a:r>
            <a:endParaRPr lang="en-IN"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Exercise</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A45F1575-E708-EF6C-633A-2AD5D9EB5792}"/>
                  </a:ext>
                </a:extLst>
              </p14:cNvPr>
              <p14:cNvContentPartPr/>
              <p14:nvPr/>
            </p14:nvContentPartPr>
            <p14:xfrm>
              <a:off x="2418052" y="957143"/>
              <a:ext cx="360" cy="360"/>
            </p14:xfrm>
          </p:contentPart>
        </mc:Choice>
        <mc:Fallback xmlns="">
          <p:pic>
            <p:nvPicPr>
              <p:cNvPr id="5" name="Ink 4">
                <a:extLst>
                  <a:ext uri="{FF2B5EF4-FFF2-40B4-BE49-F238E27FC236}">
                    <a16:creationId xmlns:a16="http://schemas.microsoft.com/office/drawing/2014/main" id="{A45F1575-E708-EF6C-633A-2AD5D9EB5792}"/>
                  </a:ext>
                </a:extLst>
              </p:cNvPr>
              <p:cNvPicPr/>
              <p:nvPr/>
            </p:nvPicPr>
            <p:blipFill>
              <a:blip r:embed="rId4"/>
              <a:stretch>
                <a:fillRect/>
              </a:stretch>
            </p:blipFill>
            <p:spPr>
              <a:xfrm>
                <a:off x="2400052" y="939503"/>
                <a:ext cx="36000" cy="36000"/>
              </a:xfrm>
              <a:prstGeom prst="rect">
                <a:avLst/>
              </a:prstGeom>
            </p:spPr>
          </p:pic>
        </mc:Fallback>
      </mc:AlternateContent>
    </p:spTree>
    <p:extLst>
      <p:ext uri="{BB962C8B-B14F-4D97-AF65-F5344CB8AC3E}">
        <p14:creationId xmlns:p14="http://schemas.microsoft.com/office/powerpoint/2010/main" val="82989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11</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031325"/>
          </a:xfrm>
          <a:prstGeom prst="rect">
            <a:avLst/>
          </a:prstGeom>
          <a:noFill/>
        </p:spPr>
        <p:txBody>
          <a:bodyPr wrap="square" rtlCol="0">
            <a:spAutoFit/>
          </a:bodyPr>
          <a:lstStyle/>
          <a:p>
            <a:r>
              <a:rPr lang="en-US" sz="1800" dirty="0"/>
              <a:t>As an application developer we want to determine which entities of our BO needs to allow create-, update-, delete- operations. Apart from that which properties of BO are allowed to be mandatory, read only, creatable, updatable. We can also control the availability of our data actions.</a:t>
            </a:r>
          </a:p>
          <a:p>
            <a:r>
              <a:rPr lang="en-US" sz="1800" dirty="0"/>
              <a:t>In RAP, feature controls are of 2 types:</a:t>
            </a:r>
          </a:p>
          <a:p>
            <a:pPr marL="342900" indent="-342900">
              <a:buAutoNum type="arabicPeriod"/>
            </a:pPr>
            <a:r>
              <a:rPr lang="en-US" sz="1800" dirty="0"/>
              <a:t>Static feature control – are specified at the level of behavior definition only. Statically declared and easy to implement.</a:t>
            </a:r>
          </a:p>
          <a:p>
            <a:pPr marL="342900" indent="-342900">
              <a:buAutoNum type="arabicPeriod"/>
            </a:pPr>
            <a:r>
              <a:rPr lang="en-US" sz="1800" dirty="0"/>
              <a:t>Dynamic feature control – complex to implement for more complex requirements. They require a mandatory implementation in BIMP class. We use keyword </a:t>
            </a:r>
            <a:r>
              <a:rPr lang="en-US" sz="1800" b="1" dirty="0" err="1"/>
              <a:t>features:instance</a:t>
            </a:r>
            <a:endParaRPr lang="en-IN" sz="1800" b="1"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Feature Control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97B89D-2325-12C8-E987-51633A1ECDD4}"/>
              </a:ext>
            </a:extLst>
          </p:cNvPr>
          <p:cNvPicPr>
            <a:picLocks noChangeAspect="1"/>
          </p:cNvPicPr>
          <p:nvPr/>
        </p:nvPicPr>
        <p:blipFill>
          <a:blip r:embed="rId3"/>
          <a:stretch>
            <a:fillRect/>
          </a:stretch>
        </p:blipFill>
        <p:spPr>
          <a:xfrm>
            <a:off x="1978950" y="3270974"/>
            <a:ext cx="7773521" cy="3089713"/>
          </a:xfrm>
          <a:prstGeom prst="rect">
            <a:avLst/>
          </a:prstGeom>
        </p:spPr>
      </p:pic>
      <p:grpSp>
        <p:nvGrpSpPr>
          <p:cNvPr id="11" name="Group 10">
            <a:extLst>
              <a:ext uri="{FF2B5EF4-FFF2-40B4-BE49-F238E27FC236}">
                <a16:creationId xmlns:a16="http://schemas.microsoft.com/office/drawing/2014/main" id="{1704C781-E6DC-2329-C836-831FBEEE081B}"/>
              </a:ext>
            </a:extLst>
          </p:cNvPr>
          <p:cNvGrpSpPr/>
          <p:nvPr/>
        </p:nvGrpSpPr>
        <p:grpSpPr>
          <a:xfrm>
            <a:off x="7842300" y="5568170"/>
            <a:ext cx="1356120" cy="501840"/>
            <a:chOff x="7842300" y="5568170"/>
            <a:chExt cx="1356120" cy="50184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19D2777-3EFC-BEE6-F68B-83B0824CBDC7}"/>
                    </a:ext>
                  </a:extLst>
                </p14:cNvPr>
                <p14:cNvContentPartPr/>
                <p14:nvPr/>
              </p14:nvContentPartPr>
              <p14:xfrm>
                <a:off x="8273940" y="5575370"/>
                <a:ext cx="89280" cy="494640"/>
              </p14:xfrm>
            </p:contentPart>
          </mc:Choice>
          <mc:Fallback xmlns="">
            <p:pic>
              <p:nvPicPr>
                <p:cNvPr id="5" name="Ink 4">
                  <a:extLst>
                    <a:ext uri="{FF2B5EF4-FFF2-40B4-BE49-F238E27FC236}">
                      <a16:creationId xmlns:a16="http://schemas.microsoft.com/office/drawing/2014/main" id="{619D2777-3EFC-BEE6-F68B-83B0824CBDC7}"/>
                    </a:ext>
                  </a:extLst>
                </p:cNvPr>
                <p:cNvPicPr/>
                <p:nvPr/>
              </p:nvPicPr>
              <p:blipFill>
                <a:blip r:embed="rId5"/>
                <a:stretch>
                  <a:fillRect/>
                </a:stretch>
              </p:blipFill>
              <p:spPr>
                <a:xfrm>
                  <a:off x="8264940" y="5566370"/>
                  <a:ext cx="10692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2328920-8690-6BAD-4479-80C433199AB1}"/>
                    </a:ext>
                  </a:extLst>
                </p14:cNvPr>
                <p14:cNvContentPartPr/>
                <p14:nvPr/>
              </p14:nvContentPartPr>
              <p14:xfrm>
                <a:off x="8226780" y="5613170"/>
                <a:ext cx="136440" cy="81000"/>
              </p14:xfrm>
            </p:contentPart>
          </mc:Choice>
          <mc:Fallback xmlns="">
            <p:pic>
              <p:nvPicPr>
                <p:cNvPr id="6" name="Ink 5">
                  <a:extLst>
                    <a:ext uri="{FF2B5EF4-FFF2-40B4-BE49-F238E27FC236}">
                      <a16:creationId xmlns:a16="http://schemas.microsoft.com/office/drawing/2014/main" id="{42328920-8690-6BAD-4479-80C433199AB1}"/>
                    </a:ext>
                  </a:extLst>
                </p:cNvPr>
                <p:cNvPicPr/>
                <p:nvPr/>
              </p:nvPicPr>
              <p:blipFill>
                <a:blip r:embed="rId7"/>
                <a:stretch>
                  <a:fillRect/>
                </a:stretch>
              </p:blipFill>
              <p:spPr>
                <a:xfrm>
                  <a:off x="8218140" y="5604170"/>
                  <a:ext cx="1540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1E98AD0-DF11-C285-EC2D-73E4294CD1BB}"/>
                    </a:ext>
                  </a:extLst>
                </p14:cNvPr>
                <p14:cNvContentPartPr/>
                <p14:nvPr/>
              </p14:nvContentPartPr>
              <p14:xfrm>
                <a:off x="8375460" y="5613170"/>
                <a:ext cx="122400" cy="85680"/>
              </p14:xfrm>
            </p:contentPart>
          </mc:Choice>
          <mc:Fallback xmlns="">
            <p:pic>
              <p:nvPicPr>
                <p:cNvPr id="7" name="Ink 6">
                  <a:extLst>
                    <a:ext uri="{FF2B5EF4-FFF2-40B4-BE49-F238E27FC236}">
                      <a16:creationId xmlns:a16="http://schemas.microsoft.com/office/drawing/2014/main" id="{91E98AD0-DF11-C285-EC2D-73E4294CD1BB}"/>
                    </a:ext>
                  </a:extLst>
                </p:cNvPr>
                <p:cNvPicPr/>
                <p:nvPr/>
              </p:nvPicPr>
              <p:blipFill>
                <a:blip r:embed="rId9"/>
                <a:stretch>
                  <a:fillRect/>
                </a:stretch>
              </p:blipFill>
              <p:spPr>
                <a:xfrm>
                  <a:off x="8366460" y="5604170"/>
                  <a:ext cx="1400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05900989-11C6-15F3-7D8E-34020816722C}"/>
                    </a:ext>
                  </a:extLst>
                </p14:cNvPr>
                <p14:cNvContentPartPr/>
                <p14:nvPr/>
              </p14:nvContentPartPr>
              <p14:xfrm>
                <a:off x="7842300" y="5568170"/>
                <a:ext cx="1356120" cy="52560"/>
              </p14:xfrm>
            </p:contentPart>
          </mc:Choice>
          <mc:Fallback xmlns="">
            <p:pic>
              <p:nvPicPr>
                <p:cNvPr id="10" name="Ink 9">
                  <a:extLst>
                    <a:ext uri="{FF2B5EF4-FFF2-40B4-BE49-F238E27FC236}">
                      <a16:creationId xmlns:a16="http://schemas.microsoft.com/office/drawing/2014/main" id="{05900989-11C6-15F3-7D8E-34020816722C}"/>
                    </a:ext>
                  </a:extLst>
                </p:cNvPr>
                <p:cNvPicPr/>
                <p:nvPr/>
              </p:nvPicPr>
              <p:blipFill>
                <a:blip r:embed="rId11"/>
                <a:stretch>
                  <a:fillRect/>
                </a:stretch>
              </p:blipFill>
              <p:spPr>
                <a:xfrm>
                  <a:off x="7833300" y="5559170"/>
                  <a:ext cx="1373760" cy="70200"/>
                </a:xfrm>
                <a:prstGeom prst="rect">
                  <a:avLst/>
                </a:prstGeom>
              </p:spPr>
            </p:pic>
          </mc:Fallback>
        </mc:AlternateContent>
      </p:grpSp>
    </p:spTree>
    <p:extLst>
      <p:ext uri="{BB962C8B-B14F-4D97-AF65-F5344CB8AC3E}">
        <p14:creationId xmlns:p14="http://schemas.microsoft.com/office/powerpoint/2010/main" val="608610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7</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2200</TotalTime>
  <Words>1018</Words>
  <Application>Microsoft Office PowerPoint</Application>
  <PresentationFormat>Custom</PresentationFormat>
  <Paragraphs>127</Paragraphs>
  <Slides>13</Slides>
  <Notes>4</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13</vt:i4>
      </vt:variant>
    </vt:vector>
  </HeadingPairs>
  <TitlesOfParts>
    <vt:vector size="30" baseType="lpstr">
      <vt:lpstr>Corben</vt:lpstr>
      <vt:lpstr>Segoe UI</vt:lpstr>
      <vt:lpstr>72 Monospace</vt:lpstr>
      <vt:lpstr>Segoe UI Black</vt:lpstr>
      <vt:lpstr>Calibri</vt:lpstr>
      <vt:lpstr>Open Sans</vt:lpstr>
      <vt:lpstr>Cambria</vt:lpstr>
      <vt:lpstr>Arial Black</vt:lpstr>
      <vt:lpstr>Consolas</vt:lpstr>
      <vt:lpstr>Quattrocento Sans</vt:lpstr>
      <vt:lpstr>Segoe UI Light</vt:lpstr>
      <vt:lpstr>Arial</vt:lpstr>
      <vt:lpstr>Cooper Black</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68</cp:revision>
  <dcterms:created xsi:type="dcterms:W3CDTF">2023-10-03T21:33:12Z</dcterms:created>
  <dcterms:modified xsi:type="dcterms:W3CDTF">2025-09-02T15:20:43Z</dcterms:modified>
</cp:coreProperties>
</file>